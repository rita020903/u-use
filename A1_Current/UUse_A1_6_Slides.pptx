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2.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3.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2a2f7b7f952249d6" /><Relationship Type="http://schemas.openxmlformats.org/officeDocument/2006/relationships/extended-properties" Target="/docProps/app.xml" Id="Rc234f40ff7cf4521" /><Relationship Type="http://schemas.openxmlformats.org/officeDocument/2006/relationships/officeDocument" Target="/ppt/presentation.xml" Id="Rc602a927a3dd4e6b" /></Relationships>
</file>

<file path=ppt/presentation.xml><?xml version="1.0" encoding="utf-8"?>
<p:presentation xmlns:p="http://schemas.openxmlformats.org/presentationml/2006/main">
  <p:sldMasterIdLst>
    <p:sldMasterId xmlns:r="http://schemas.openxmlformats.org/officeDocument/2006/relationships" id="2147483648" r:id="Reea5207deaaa49f9"/>
  </p:sldMasterIdLst>
  <p:notesMasterIdLst>
    <p:notesMasterId xmlns:r="http://schemas.openxmlformats.org/officeDocument/2006/relationships" r:id="Rfe77ae64bf0e476a"/>
  </p:notesMasterIdLst>
  <p:sldIdLst>
    <p:sldId xmlns:r="http://schemas.openxmlformats.org/officeDocument/2006/relationships" id="256" r:id="Rb48ac8c66d4b4463"/>
    <p:sldId xmlns:r="http://schemas.openxmlformats.org/officeDocument/2006/relationships" id="257" r:id="Rfa7293b26bbb4718"/>
    <p:sldId xmlns:r="http://schemas.openxmlformats.org/officeDocument/2006/relationships" id="258" r:id="R355e4d6778404be0"/>
    <p:sldId xmlns:r="http://schemas.openxmlformats.org/officeDocument/2006/relationships" id="259" r:id="R0cb0e88fbb574249"/>
    <p:sldId xmlns:r="http://schemas.openxmlformats.org/officeDocument/2006/relationships" id="260" r:id="Rc6a1667e61a045c2"/>
    <p:sldId xmlns:r="http://schemas.openxmlformats.org/officeDocument/2006/relationships" id="261" r:id="R306559dad6ec49a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224eaedc68b4912" /><Relationship Type="http://schemas.openxmlformats.org/officeDocument/2006/relationships/slideMaster" Target="/ppt/slideMasters/slideMaster1.xml" Id="Reea5207deaaa49f9" /><Relationship Type="http://schemas.openxmlformats.org/officeDocument/2006/relationships/notesMaster" Target="/ppt/notesMasters/notesMaster1.xml" Id="Rfe77ae64bf0e476a" /><Relationship Type="http://schemas.openxmlformats.org/officeDocument/2006/relationships/presProps" Target="/ppt/presProps.xml" Id="R16d899ec7ce14533" /><Relationship Type="http://schemas.openxmlformats.org/officeDocument/2006/relationships/tableStyles" Target="/ppt/tableStyles.xml" Id="Rf8492006e63d496a" /><Relationship Type="http://schemas.openxmlformats.org/officeDocument/2006/relationships/slide" Target="/ppt/slides/slide1.xml" Id="Rb48ac8c66d4b4463" /><Relationship Type="http://schemas.openxmlformats.org/officeDocument/2006/relationships/slide" Target="/ppt/slides/slide2.xml" Id="Rfa7293b26bbb4718" /><Relationship Type="http://schemas.openxmlformats.org/officeDocument/2006/relationships/slide" Target="/ppt/slides/slide3.xml" Id="R355e4d6778404be0" /><Relationship Type="http://schemas.openxmlformats.org/officeDocument/2006/relationships/slide" Target="/ppt/slides/slide4.xml" Id="R0cb0e88fbb574249" /><Relationship Type="http://schemas.openxmlformats.org/officeDocument/2006/relationships/slide" Target="/ppt/slides/slide5.xml" Id="Rc6a1667e61a045c2" /><Relationship Type="http://schemas.openxmlformats.org/officeDocument/2006/relationships/slide" Target="/ppt/slides/slide6.xml" Id="R306559dad6ec49a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be5601fe200466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eba47e72de94603" /><Relationship Type="http://schemas.openxmlformats.org/officeDocument/2006/relationships/notesMaster" Target="/ppt/notesMasters/notesMaster1.xml" Id="Ra912b99dd2bd4fb7" /></Relationships>
</file>

<file path=ppt/notesSlides/_rels/notesSlide2.xml.rels>&#65279;<?xml version="1.0" encoding="utf-8"?><Relationships xmlns="http://schemas.openxmlformats.org/package/2006/relationships"><Relationship Type="http://schemas.openxmlformats.org/officeDocument/2006/relationships/slide" Target="/ppt/slides/slide2.xml" Id="R7a5bbe06b78841c4" /><Relationship Type="http://schemas.openxmlformats.org/officeDocument/2006/relationships/notesMaster" Target="/ppt/notesMasters/notesMaster1.xml" Id="R16a593dfeefd4592" /></Relationships>
</file>

<file path=ppt/notesSlides/_rels/notesSlide3.xml.rels>&#65279;<?xml version="1.0" encoding="utf-8"?><Relationships xmlns="http://schemas.openxmlformats.org/package/2006/relationships"><Relationship Type="http://schemas.openxmlformats.org/officeDocument/2006/relationships/slide" Target="/ppt/slides/slide3.xml" Id="R68a8da0faf26419a" /><Relationship Type="http://schemas.openxmlformats.org/officeDocument/2006/relationships/notesMaster" Target="/ppt/notesMasters/notesMaster1.xml" Id="R977be11ae196496b" /></Relationships>
</file>

<file path=ppt/notesSlides/_rels/notesSlide4.xml.rels>&#65279;<?xml version="1.0" encoding="utf-8"?><Relationships xmlns="http://schemas.openxmlformats.org/package/2006/relationships"><Relationship Type="http://schemas.openxmlformats.org/officeDocument/2006/relationships/slide" Target="/ppt/slides/slide4.xml" Id="R49bb770d12cb40a5" /><Relationship Type="http://schemas.openxmlformats.org/officeDocument/2006/relationships/notesMaster" Target="/ppt/notesMasters/notesMaster1.xml" Id="R5c811034f3d3408d" /></Relationships>
</file>

<file path=ppt/notesSlides/_rels/notesSlide5.xml.rels>&#65279;<?xml version="1.0" encoding="utf-8"?><Relationships xmlns="http://schemas.openxmlformats.org/package/2006/relationships"><Relationship Type="http://schemas.openxmlformats.org/officeDocument/2006/relationships/slide" Target="/ppt/slides/slide5.xml" Id="Rc45bb47245604ed3" /><Relationship Type="http://schemas.openxmlformats.org/officeDocument/2006/relationships/notesMaster" Target="/ppt/notesMasters/notesMaster1.xml" Id="Rd3459de854c74842" /></Relationships>
</file>

<file path=ppt/notesSlides/_rels/notesSlide6.xml.rels>&#65279;<?xml version="1.0" encoding="utf-8"?><Relationships xmlns="http://schemas.openxmlformats.org/package/2006/relationships"><Relationship Type="http://schemas.openxmlformats.org/officeDocument/2006/relationships/slide" Target="/ppt/slides/slide6.xml" Id="Redc2d76a4b3f430f" /><Relationship Type="http://schemas.openxmlformats.org/officeDocument/2006/relationships/notesMaster" Target="/ppt/notesMasters/notesMaster1.xml" Id="R10a6a6529f0f44d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 Use helps XJTLU students find an item for the dates they need it and agree the handoff and return in advance. Students can buy, borrow, rent or permanently swap items. We will start with the eight DTS classes identified by the team rather than assume campus-wide use. The interface supports XEC and SIP.</a:t>
            </a:r>
          </a:p>
          <a:p xmlns:a="http://schemas.openxmlformats.org/drawingml/2006/main">
            <a:r>
              <a:t>Pilot boundary: eight DTS classes, approximately 430 students, as confirmed by Rita on 19 October 2026. Recruitment permission and actual unique reach remain unconfirmed. DTS is kept as provided, without an invented full programme name.</a:t>
            </a:r>
          </a:p>
          <a:p xmlns:a="http://schemas.openxmlformats.org/drawingml/2006/main">
            <a:r>
              <a:t/>
            </a:r>
          </a:p>
          <a:p xmlns:a="http://schemas.openxmlformats.org/drawingml/2006/main">
            <a:r>
              <a:t/>
            </a:r>
          </a:p>
          <a:p xmlns:a="http://schemas.openxmlformats.org/drawingml/2006/main">
            <a:r>
              <a:t>Version update, 19 October 2026: the feature set is now frozen for course demonstrations and real user tests. The cover uses illustrative studio props. It does not show real stock, adoption or committed supply.</a:t>
            </a:r>
          </a:p>
          <a:p xmlns:a="http://schemas.openxmlformats.org/drawingml/2006/main">
            <a:r>
              <a:t>Engineering baseline: code commit cbb28a683bc9d73f128fbb980a8e0a05abbb90fb. Acceptance window 18-19 October 2026. Six business regression groups, TypeScript, isolated production build, production-mode API integration, the actual reference-image OCR regression and missing-input failure checks passed. GitHub CI passed, including isolated PostgreSQL integration. These are engineering checks using isolated databases, a local SMTP simulator and synthetic QA accounts, not a user-study sample or completed real trades.</a:t>
            </a:r>
          </a:p>
          <a:p xmlns:a="http://schemas.openxmlformats.org/drawingml/2006/main">
            <a:r>
              <a:t>Acceptance report: https://github.com/Rita020903/U-Use/blob/cbb28a683bc9d73f128fbb980a8e0a05abbb90fb/xjtlu-market-app/RELEASE_ACCEPTANCE.md</a:t>
            </a:r>
          </a:p>
          <a:p xmlns:a="http://schemas.openxmlformats.org/drawingml/2006/main">
            <a:r>
              <a:t>CI: https://github.com/Rita020903/U-Use/actions/runs/39146950790</a:t>
            </a:r>
          </a:p>
          <a:p xmlns:a="http://schemas.openxmlformats.org/drawingml/2006/main">
            <a:r>
              <a:t>The code is suitable for course demonstrations and the next user-validation stage within the tested scope. This does not certify a public launch or universal absence of defects. Real school-email delivery, physical devices, Safari and other browsers, actual campus GPS/network conditions, and the project's production environment and recovery remain to be accepted.</a:t>
            </a:r>
          </a:p>
          <a:p xmlns:a="http://schemas.openxmlformats.org/drawingml/2006/main">
            <a:r>
              <a:t>Cohort update: Rita, 19 October 2026: approximately 430 students in the eight DTS classes. Team-reported cohort population, not measured demand, recruitment permission, invitations sent or active users. Individual class counts have not been supplied.</a:t>
            </a:r>
          </a:p>
          <a:p xmlns:a="http://schemas.openxmlformats.org/drawingml/2006/main">
            <a:r>
              <a:t>Cover image credit: an AI-generated studio concept still life, made with the built-in image generator on 19 October 2026. The equipment is illustrative and does not establish real stock, ownership, campus facilities or participant activity. AI-use disclosure must include this visual assistance.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team provided fifteen interview summaries. Three points shape the product. First, the need is occasional and students already have alternatives. Second, a relevant listing still needs an owner's commitment on the requested dates. Third, people need a way to meet without publishing live location or their complete timetable.</a:t>
            </a:r>
          </a:p>
          <a:p xmlns:a="http://schemas.openxmlformats.org/drawingml/2006/main">
            <a:r>
              <a:t>Low frequency: V002, V005, V008, V015. Dates and commitment: V001, V003, V009, V012, V014. Privacy and owner choice: V004, V008, V009, V013.</a:t>
            </a:r>
          </a:p>
          <a:p xmlns:a="http://schemas.openxmlformats.org/drawingml/2006/main">
            <a:r>
              <a:t>These are qualitative interpretations. They do not tell us how many DTS students will use or pay for the service. Negative responses remain in the evidence. The first persona is a targeting decision to test, not a measured description of the whole cohort.</a:t>
            </a:r>
          </a:p>
          <a:p xmlns:a="http://schemas.openxmlformats.org/drawingml/2006/main">
            <a:r>
              <a:t>Team-provided interview summaries V001-V015, reconfirmed by Rita on 18 October 2026 as reflecting the team interviews. The deck uses edited paraphrases. Participant-level dates, consent records and underlying transcripts were not provided for independent verification. This is qualitative input, not a representative survey or measured usability-test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broad population context is now campus-specific: a Xinhua Daily article republished on the XJTLU website in May 2026 reports more than 4,000 students at XEC (Taicang). This is a dated report, not an October 2026 administrative headcount, a measured number needing this service, or an active-user count. Population alone does not quantify item-access demand. We exclude the university-wide total from the pilot market sizing. SIP remains an interface option, not an additional population silently counted in this XEC-first pilot.</a:t>
            </a:r>
          </a:p>
          <a:p xmlns:a="http://schemas.openxmlformats.org/drawingml/2006/main">
            <a:r>
              <a:t>The pilot SAM boundary is approximately 430 students across the eight DTS classes, as reported by Rita on 19 October 2026. This is a cohort population estimate, not evidence that all students are reachable, interested, registered or active. Recruitment channel permission still needs confirmation. No individual class counts are invented. No national money TAM is claimed.</a:t>
            </a:r>
          </a:p>
          <a:p xmlns:a="http://schemas.openxmlformats.org/drawingml/2006/main">
            <a:r>
              <a:t>A four-week planning case invites 80 potential requesters (10 per class), assumes 10% post a request and 25% of requests complete. That yields eight requests and two completed requests, each serving one requester in this simplified case. A supply assumption of four responsive owners with two fulfilments each caps completions at eight. Expected completions are MIN(80*10%*25%,4*2)=2. These assumptions do not come from the interview sample. Zero demand or zero supply yields zero completions.</a:t>
            </a:r>
          </a:p>
          <a:p xmlns:a="http://schemas.openxmlformats.org/drawingml/2006/main">
            <a:r>
              <a:t>SOM here means two served requesters in four weeks, not two paying subscribers. The workbook records the reported aggregate as 430 in B35 and keeps the optional individual class breakdown blank. The 80 invitations, 10% posting and 25% completion remain planning assumptions. The cohort total does not increase the forecast or demonstrate demand.</a:t>
            </a:r>
          </a:p>
          <a:p xmlns:a="http://schemas.openxmlformats.org/drawingml/2006/main">
            <a:r>
              <a:t>Competitor review describes visible service scope. It does not establish the global absence of any feature. We must compare a real local task before claiming a measurable advantage.</a:t>
            </a:r>
          </a:p>
          <a:p xmlns:a="http://schemas.openxmlformats.org/drawingml/2006/main">
            <a:r>
              <a:t>S1. Xinhua Daily article republished on XJTLU's official website in May 2026, reporting more than 4,000 enrolled students at XJTLU Entrepreneur College (Taicang). Accessed 19 October 2026 through the indexed university-hosted article. https://www.xjtlu.edu.cn/zh/news/2026/05/xinhuaribao20zhounianxinwen . This is dated media context, not an October enrolment register or measured demand.</a:t>
            </a:r>
          </a:p>
          <a:p xmlns:a="http://schemas.openxmlformats.org/drawingml/2006/main">
            <a:r>
              <a:t>Xianyu official homepage. https://www.goofish.com/ . Accessed 15 October 2026. Homepage review only.</a:t>
            </a:r>
          </a:p>
          <a:p xmlns:a="http://schemas.openxmlformats.org/drawingml/2006/main">
            <a:r>
              <a:t>Renrenzu official introduction. https://m.rrzu.com/about/us . Official indexed page accessed 15 October 2026. Rental terms vary by listing.</a:t>
            </a:r>
          </a:p>
          <a:p xmlns:a="http://schemas.openxmlformats.org/drawingml/2006/main">
            <a:r>
              <a:t>ATRenew official company profile. https://ir.atrenew.com/company/company-profile . Accessed 15 October 2026. AHS Recycle and Paipai have different roles.</a:t>
            </a:r>
          </a:p>
          <a:p xmlns:a="http://schemas.openxmlformats.org/drawingml/2006/main">
            <a:r>
              <a:t>New planning assumptions for this A1 edition. Four-week pilot: 80 potential requester invites, 10% posting, 25% fulfilment, four responsive owners, two fulfilments per owner, 50% paid share and CNY20 paid consideration. No observed outcomes are implied.</a:t>
            </a:r>
          </a:p>
          <a:p xmlns:a="http://schemas.openxmlformats.org/drawingml/2006/main">
            <a:r>
              <a:t>Cohort update: Rita, 19 October 2026: approximately 430 students in the eight DTS classes. Team-reported cohort population, not measured demand, recruitment permission, invitations sent or active users. Individual class counts have not been supplied.</a:t>
            </a:r>
          </a:p>
          <a:p xmlns:a="http://schemas.openxmlformats.org/drawingml/2006/main">
            <a:r>
              <a:t>The planning chart uses unchanged workbook outputs B7=80 invitations, B8=8 expected posted requests and B10=2 expected completed requests. These are separate stages in a proposed four-week case, not observed conversion. The chart data is an editable snapshot of those values. The unchanged external workbook retains the original formulas. The substitutes table describes service scope, not globally absent features or proven competitive advantage.</a:t>
            </a:r>
          </a:p>
          <a:p xmlns:a="http://schemas.openxmlformats.org/drawingml/2006/main">
            <a:r>
              <a:t>The planning chart uses unchanged workbook outputs B7=80 invitations, B8=8 posted requests and B10=2 completed requests. Supply capacity from four responsive owners and two fulfilments per owner is eight. These are separate stages in a proposed four-week case, not observed conversion. Source formulas remain in the unchanged workbook. The comparison table separates factual visible service scope from the team's proposed local comparison task. It does not claim any competitor globally lacks a feature. Official sources reviewed again on 19 October 2026: https://www.goofish.com/ , https://m.rrzu.com/about/us (official indexed introduction; direct fetch unavailable), https://www.rrzu.com/home/index , https://ir.atrenew.com/company/company-profile . U Use task fit remains a hypothesis.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product now demonstrates two concrete forms of coordination. A requester posts the needed dates and budget, and an owner can privately recommend an item. A recommendation does not create a booking. Separately, each person may import their own timetable from an image or PDF, correct and confirm each class, and enable suggestions for mutual free time. The supplied seven-class timetable is only an OCR regression example. Neither the product nor the pilot assumes the same timetable, number of classes, semester dates or teaching weeks for everyone. Manual booking remains available without import. A suggested time still requires an explicit booking and owner acceptance.</a:t>
            </a:r>
          </a:p>
          <a:p xmlns:a="http://schemas.openxmlformats.org/drawingml/2006/main">
            <a:r>
              <a:t>The map is secondary and collapsed by default. Users can choose a public XEC or SIP handoff without location sharing. Full timetables and raw OCR are not shared with other users. The screenshot comes from the local 19 October QA run. It shows a synthetic QA account and request rather than a real participant or market outcome.</a:t>
            </a:r>
          </a:p>
          <a:p xmlns:a="http://schemas.openxmlformats.org/drawingml/2006/main">
            <a:r>
              <a:t>Three concepts use different operating models. A manual bulletin coordinates messages without holding stock. A managed item pool takes storage and inspection responsibility. U Use leaves items with their owners and adds dated requests and bookings.</a:t>
            </a:r>
          </a:p>
          <a:p xmlns:a="http://schemas.openxmlformats.org/drawingml/2006/main">
            <a:r>
              <a:t>The weighted matrix remains a planning judgment, not user ratings: scheduling 30%, operating burden 25%, feasibility 25%, privacy 10%, supply acquisition 10%. Scores out of five are 3.60, 2.55 and 3.80. Moving 15 percentage points from scheduling to operating burden makes the manual bulletin score 4.05 and U Use stay at 3.80. Low use or weak supply can therefore justify a simpler bulletin.</a:t>
            </a:r>
          </a:p>
          <a:p xmlns:a="http://schemas.openxmlformats.org/drawingml/2006/main">
            <a:r>
              <a:t>The browser run exercised two independent accounts, request recommendations, booking messages, bilateral handoff/return, different timetable imports and mutual suggestions, account export/logout and both campus maps. It used responsive viewports, not four physical devices. OCR remains fallible and requires review. Email verification demonstrates mailbox access, not university SSO. Payments and deposits remain offline records, with no platform escrow or insurance.</a:t>
            </a:r>
          </a:p>
          <a:p xmlns:a="http://schemas.openxmlformats.org/drawingml/2006/main">
            <a:r>
              <a:t>Engineering baseline: code commit cbb28a683bc9d73f128fbb980a8e0a05abbb90fb. Acceptance window 18-19 October 2026. Six business regression groups, TypeScript, isolated production build, production-mode API integration, the actual reference-image OCR regression and missing-input failure checks passed. GitHub CI passed, including isolated PostgreSQL integration. These are engineering checks using isolated databases, a local SMTP simulator and synthetic QA accounts, not a user-study sample or completed real trades.</a:t>
            </a:r>
          </a:p>
          <a:p xmlns:a="http://schemas.openxmlformats.org/drawingml/2006/main">
            <a:r>
              <a:t>Acceptance report: https://github.com/Rita020903/U-Use/blob/cbb28a683bc9d73f128fbb980a8e0a05abbb90fb/xjtlu-market-app/RELEASE_ACCEPTANCE.md</a:t>
            </a:r>
          </a:p>
          <a:p xmlns:a="http://schemas.openxmlformats.org/drawingml/2006/main">
            <a:r>
              <a:t>CI: https://github.com/Rita020903/U-Use/actions/runs/39146950790</a:t>
            </a:r>
          </a:p>
          <a:p xmlns:a="http://schemas.openxmlformats.org/drawingml/2006/main">
            <a:r>
              <a:t>The code is suitable for course demonstrations and the next user-validation stage within the tested scope. This does not certify a public launch or universal absence of defects. Real school-email delivery, physical devices, Safari and other browsers, actual campus GPS/network conditions, and the project's production environment and recovery remain to be accepted.</a:t>
            </a:r>
          </a:p>
          <a:p xmlns:a="http://schemas.openxmlformats.org/drawingml/2006/main">
            <a:r>
              <a:t>Image sources: both screenshots come from the actual local 19 October QA run and use synthetic QA accounts. One shows a request and private item recommendation. The second uses a detail crop of a returned booking. Cropping changes presentation, not the visible transaction data. The chart uses unchanged weighted results from Options C12:E12: manual bulletin 3.60, managed pool 2.55 and U Use 3.80. It is an editable data snapshot. The external evidence workbook retains the full scoring matrix and formulas. The small lead does not validate demand. If operating burden or weak supply dominates, the manual bulletin remains a credible fallback.</a:t>
            </a:r>
          </a:p>
          <a:p xmlns:a="http://schemas.openxmlformats.org/drawingml/2006/main">
            <a:r>
              <a:t>The complete native scoring table uses the unchanged Options A6:E10 judgments and C12:E12 weighted results. Coloured score cells encode the 1-5 planning judgments, with higher scores preferred. Sensitivity outputs C18:E18 are 4.05, 2.10 and 3.80. The external workbook preserves the original formulas. The narrow base-case lead and the alternative weighting do not establish actual demand or measured user preference.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native Business Model Canvas contains all nine blocks. Partners are proposed, not signed or university-endorsed. Segments cover requesters and willing item owners. Channels begin with eight DTS classes only if their channel owners permit voluntary recruitment. The product's value proposition is a compatible item/date plus explicit handoff and return terms. Customer relationships depend on accountable manual support. Key resources include relevant supply, the code and named operators. Key activities include moderation, maintenance and resolving reports.</a:t>
            </a:r>
          </a:p>
          <a:p xmlns:a="http://schemas.openxmlformats.org/drawingml/2006/main">
            <a:r>
              <a:t>The free four-week pilot has platform fee revenue CNY0. Planning cash allocations are hosting 60, email 20, materials 50, contingency 50, total CNY180. These are budget assumptions rather than quotes or invoices. Team time is separate: seven members*two hours/week*four weeks=56 hours. At an assumed CNY20/hour the opportunity cost is CNY1,120, not wages already paid.</a:t>
            </a:r>
          </a:p>
          <a:p xmlns:a="http://schemas.openxmlformats.org/drawingml/2006/main">
            <a:r>
              <a:t>For two expected completions with a 50% fee-bearing share and CNY20 consideration per fee-bearing transaction, GMV=2*50%*20=CNY20. Exclude free borrowing, swaps and refundable deposits. The pilot collects no service fee. A hypothetical later 5% service fee yields CNY1 before costs, showing why growth and profitability claims would be premature.</a:t>
            </a:r>
          </a:p>
          <a:p xmlns:a="http://schemas.openxmlformats.org/drawingml/2006/main">
            <a:r>
              <a:t>Cash contribution is -180 at the pilot fee, or -179 under the illustrative future fee. The latter becomes -1,299 after assumed team time, before taxes, payment fees and losses.</a:t>
            </a:r>
          </a:p>
          <a:p xmlns:a="http://schemas.openxmlformats.org/drawingml/2006/main">
            <a:r>
              <a:t>Source: planning assumptions P1 and the editable workbook. These calculations do not represent actual revenue.</a:t>
            </a:r>
          </a:p>
          <a:p xmlns:a="http://schemas.openxmlformats.org/drawingml/2006/main">
            <a:r>
              <a:t>The native budget chart exposes the unchanged Pilot model B27:B30 cash allocations: hosting 60, email 20, materials 50 and contingency 50, total CNY180. The financial outputs remain B11=20 paid GMV, B12=0 pilot fee revenue and B14=-180 cash contribution. The later illustrative 5% fee produces CNY1 before costs. These are planning values, not supplier quotes, income or invoices.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seven roles follow Rita's agreed allocation and describe responsibility, not completed contribution. Every member should understand the evidence and planning assumptions.</a:t>
            </a:r>
          </a:p>
          <a:p xmlns:a="http://schemas.openxmlformats.org/drawingml/2006/main">
            <a:r>
              <a:t>As of 19 October, the course-demonstration code has passed the scoped engineering acceptance. Freeze new features and large refactors. Fix observed defects and rerun affected checks. Real user observations should now guide changes instead of speculative development.</a:t>
            </a:r>
          </a:p>
          <a:p xmlns:a="http://schemas.openxmlformats.org/drawingml/2006/main">
            <a:r>
              <a:t>Week 6, 19-25 October: connect at least three traceable interview insights to the persona, journey and design choices. Complete the actual dates, consent and privately stored source-record links for the fifteen team-provided summaries. Record the reason to persevere or adjust.</a:t>
            </a:r>
          </a:p>
          <a:p xmlns:a="http://schemas.openxmlformats.org/drawingml/2006/main">
            <a:r>
              <a:t>Week 7, 26 October-1 November: compare all three concepts and review the weighting. Observe real participants using their own differing timetables and understanding fees, dates, owner confirmation and privacy. Record actual task outcomes and problems, then retest fixes. Do not substitute engineering fixtures or the 100-person synthetic practice data for participant results.</a:t>
            </a:r>
          </a:p>
          <a:p xmlns:a="http://schemas.openxmlformats.org/drawingml/2006/main">
            <a:r>
              <a:t>Week 8, 2-6 November: verify all nine BMC blocks and the claim-to-evidence map, rehearse the six-slide explanation, confirm the portal's file and AI-disclosure requirements, and submit by 6 November 2026 at 23:59 through LMO. Rita approves and Huang Yuxuan archives the actual receipt. GitHub synchronization is not LMO submission. Keep the signed charter, baseline where applicable and real contributions as separate evidence. The handbook mentions both submission receipts without identifying them, so check the portal rather than inventing a second upload.</a:t>
            </a:r>
          </a:p>
          <a:p xmlns:a="http://schemas.openxmlformats.org/drawingml/2006/main">
            <a:r>
              <a:t>A proposed later four-week pilot targets two genuine completed requests without a severe privacy or loss incident. This is a learning gate, not completed traction, a handbook rule or proof of viability. The eight DTS classes are the recruitment boundary, with approximately 430 students reported by Rita on 19 October and recruitment permission still to confirm. Low use or inadequate supply may justify a manual bulletin.</a:t>
            </a:r>
          </a:p>
          <a:p xmlns:a="http://schemas.openxmlformats.org/drawingml/2006/main">
            <a:r>
              <a:t>AI drafting and code assistance require the university-approved disclosure. The supplied ENT303TC 2026/27 handbook is the current basis for exactly six A1 slides including cover, no appendix, with any newer independent brief taking precedence.</a:t>
            </a:r>
          </a:p>
          <a:p xmlns:a="http://schemas.openxmlformats.org/drawingml/2006/main">
            <a:r>
              <a:t>Engineering baseline: code commit cbb28a683bc9d73f128fbb980a8e0a05abbb90fb. Acceptance window 18-19 October 2026. Six business regression groups, TypeScript, isolated production build, production-mode API integration, the actual reference-image OCR regression and missing-input failure checks passed. GitHub CI passed, including isolated PostgreSQL integration. These are engineering checks using isolated databases, a local SMTP simulator and synthetic QA accounts, not a user-study sample or completed real trades.</a:t>
            </a:r>
          </a:p>
          <a:p xmlns:a="http://schemas.openxmlformats.org/drawingml/2006/main">
            <a:r>
              <a:t>Acceptance report: https://github.com/Rita020903/U-Use/blob/cbb28a683bc9d73f128fbb980a8e0a05abbb90fb/xjtlu-market-app/RELEASE_ACCEPTANCE.md</a:t>
            </a:r>
          </a:p>
          <a:p xmlns:a="http://schemas.openxmlformats.org/drawingml/2006/main">
            <a:r>
              <a:t>CI: https://github.com/Rita020903/U-Use/actions/runs/39146950790</a:t>
            </a:r>
          </a:p>
          <a:p xmlns:a="http://schemas.openxmlformats.org/drawingml/2006/main">
            <a:r>
              <a:t>The code is suitable for course demonstrations and the next user-validation stage within the tested scope. This does not certify a public launch or universal absence of defects. Real school-email delivery, physical devices, Safari and other browsers, actual campus GPS/network conditions, and the project's production environment and recovery remain to be accepted.</a:t>
            </a:r>
          </a:p>
          <a:p xmlns:a="http://schemas.openxmlformats.org/drawingml/2006/main">
            <a:r>
              <a:t>Cohort update: Rita, 19 October 2026: approximately 430 students in the eight DTS classes. Team-reported cohort population, not measured demand, recruitment permission, invitations sent or active users. Individual class counts have not been supplied.</a:t>
            </a:r>
          </a:p>
          <a:p xmlns:a="http://schemas.openxmlformats.org/drawingml/2006/main">
            <a:r>
              <a:t>The timeline shows planned preparation milestones. Role labels describe agreed responsibility, not completed contribution or signed evidence. Follow-on pilot goals and the production acceptance boundary remain unchanged.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1b79836ab5f4f4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1dd0aef4dfc41d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e6732e12cbc4b3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b6dd50f1add49e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c776a0dd0da497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d6dc6376c394ba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0319E7F-5091-4102-B7B5-CB4A6B5FD71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E7A050D-7F2D-42AD-84EA-A0D39B8E0A6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7ACC098-72A5-4B4E-AB3F-1E6C17F8EA1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267AB08-9093-48A2-A429-A173049C058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ABB4FA9-90EB-4AD0-9BDF-347B3AC26E9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FB94DCF-B64D-495C-BD28-0F10EC64187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F14EE95-B0E8-41C8-BAFA-CE7F8F30F32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45B343F-7FFF-4BF7-ACB7-86CB05052C9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EBB4B5F-560B-40C2-92BD-7052B45232D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14E07C8-3873-4002-B569-C606F55F23E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9936359b8b84807" /><Relationship Type="http://schemas.openxmlformats.org/officeDocument/2006/relationships/slideLayout" Target="/ppt/slideLayouts/slideLayout1.xml" Id="R15395f92d0a746c6" /><Relationship Type="http://schemas.openxmlformats.org/officeDocument/2006/relationships/slideLayout" Target="/ppt/slideLayouts/slideLayout2.xml" Id="R55329a5e0d004ccc" /><Relationship Type="http://schemas.openxmlformats.org/officeDocument/2006/relationships/slideLayout" Target="/ppt/slideLayouts/slideLayout3.xml" Id="R99479e281c1f418e" /><Relationship Type="http://schemas.openxmlformats.org/officeDocument/2006/relationships/slideLayout" Target="/ppt/slideLayouts/slideLayout4.xml" Id="R6fa7f564966747ac" /><Relationship Type="http://schemas.openxmlformats.org/officeDocument/2006/relationships/slideLayout" Target="/ppt/slideLayouts/slideLayout5.xml" Id="Ra2ed30304a484b81" /><Relationship Type="http://schemas.openxmlformats.org/officeDocument/2006/relationships/slideLayout" Target="/ppt/slideLayouts/slideLayout6.xml" Id="Rf5d12018e71c460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5395f92d0a746c6"/>
    <p:sldLayoutId xmlns:r="http://schemas.openxmlformats.org/officeDocument/2006/relationships" id="2147483650" r:id="R55329a5e0d004ccc"/>
    <p:sldLayoutId xmlns:r="http://schemas.openxmlformats.org/officeDocument/2006/relationships" id="2147483651" r:id="R99479e281c1f418e"/>
    <p:sldLayoutId xmlns:r="http://schemas.openxmlformats.org/officeDocument/2006/relationships" id="2147483652" r:id="R6fa7f564966747ac"/>
    <p:sldLayoutId xmlns:r="http://schemas.openxmlformats.org/officeDocument/2006/relationships" id="2147483653" r:id="Ra2ed30304a484b81"/>
    <p:sldLayoutId xmlns:r="http://schemas.openxmlformats.org/officeDocument/2006/relationships" id="2147483654" r:id="Rf5d12018e71c460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e965c9d816c4146" /><Relationship Type="http://schemas.openxmlformats.org/officeDocument/2006/relationships/image" Target="/ppt/media/image.png" Id="Rad4477b2dba04807" /><Relationship Type="http://schemas.openxmlformats.org/officeDocument/2006/relationships/notesSlide" Target="/ppt/notesSlides/notesSlide1.xml" Id="R7100a3cbf7b74d1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b1b69cfbb1f4141" /><Relationship Type="http://schemas.openxmlformats.org/officeDocument/2006/relationships/notesSlide" Target="/ppt/notesSlides/notesSlide2.xml" Id="R926bdfafd3e7437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148d6f3c6d04699" /><Relationship Type="http://schemas.openxmlformats.org/officeDocument/2006/relationships/chart" Target="/ppt/slides/charts/chart1.xml" Id="Ra8923de3d75e4db8" /><Relationship Type="http://schemas.openxmlformats.org/officeDocument/2006/relationships/notesSlide" Target="/ppt/notesSlides/notesSlide3.xml" Id="R01ff4f86243043d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303e5a583df49ea" /><Relationship Type="http://schemas.openxmlformats.org/officeDocument/2006/relationships/image" Target="/ppt/media/image.jpeg" Id="R04b3817407814fce" /><Relationship Type="http://schemas.openxmlformats.org/officeDocument/2006/relationships/image" Target="/ppt/media/image2.jpeg" Id="R80280bdb599342ee" /><Relationship Type="http://schemas.openxmlformats.org/officeDocument/2006/relationships/chart" Target="/ppt/slides/charts/chart2.xml" Id="Ra695fa9830e044b9" /><Relationship Type="http://schemas.openxmlformats.org/officeDocument/2006/relationships/notesSlide" Target="/ppt/notesSlides/notesSlide4.xml" Id="R1d27361d608a497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f730d8294a34cc9" /><Relationship Type="http://schemas.openxmlformats.org/officeDocument/2006/relationships/chart" Target="/ppt/slides/charts/chart3.xml" Id="R95a97882b5a44ac5" /><Relationship Type="http://schemas.openxmlformats.org/officeDocument/2006/relationships/notesSlide" Target="/ppt/notesSlides/notesSlide5.xml" Id="R913d9a43b6e649c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5dd913cf72d4fd9" /><Relationship Type="http://schemas.openxmlformats.org/officeDocument/2006/relationships/notesSlide" Target="/ppt/notesSlides/notesSlide6.xml" Id="R333b6d8ae2ab4da3"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725" b="1">
                <a:solidFill>
                  <a:srgbClr val="172B24"/>
                </a:solidFill>
                <a:latin typeface="Arial"/>
                <a:ea typeface="Arial"/>
                <a:cs typeface="Arial"/>
              </a:rPr>
              <a:t>Four-week planning stages</a:t>
            </a:r>
          </a:p>
        </c:rich>
      </c:tx>
      <c:overlay val="0"/>
      <c:txPr>
        <a:bodyPr xmlns:a="http://schemas.openxmlformats.org/drawingml/2006/main" anchorCtr="1"/>
        <a:lstStyle xmlns:a="http://schemas.openxmlformats.org/drawingml/2006/main"/>
        <a:p xmlns:a="http://schemas.openxmlformats.org/drawingml/2006/main">
          <a:pPr>
            <a:defRPr sz="1725" b="1">
              <a:solidFill>
                <a:srgbClr val="172B24"/>
              </a:solidFill>
              <a:latin typeface="Arial"/>
              <a:ea typeface="Arial"/>
              <a:cs typeface="Arial"/>
            </a:defRPr>
          </a:pPr>
        </a:p>
      </c:txPr>
    </c:title>
    <c:plotArea>
      <c:barChart>
        <c:barDir val="bar"/>
        <c:grouping val="clustered"/>
        <c:varyColors val="0"/>
        <c:ser>
          <c:idx val="0"/>
          <c:order val="0"/>
          <c:tx>
            <c:v>Four-week planning stages</c:v>
          </c:tx>
          <c:spPr>
            <a:solidFill xmlns:a="http://schemas.openxmlformats.org/drawingml/2006/main">
              <a:srgbClr val="C26D55"/>
            </a:solidFill>
          </c:spPr>
          <c:invertIfNegative val="0"/>
          <c:dPt>
            <c:idx val="0"/>
            <c:invertIfNegative val="0"/>
            <c:spPr>
              <a:solidFill xmlns:a="http://schemas.openxmlformats.org/drawingml/2006/main">
                <a:srgbClr val="C26D55"/>
              </a:solidFill>
            </c:spPr>
          </c:dPt>
          <c:dPt>
            <c:idx val="1"/>
            <c:invertIfNegative val="0"/>
            <c:spPr>
              <a:solidFill xmlns:a="http://schemas.openxmlformats.org/drawingml/2006/main">
                <a:srgbClr val="24634D"/>
              </a:solidFill>
            </c:spPr>
          </c:dPt>
          <c:dPt>
            <c:idx val="2"/>
            <c:invertIfNegative val="0"/>
            <c:spPr>
              <a:solidFill xmlns:a="http://schemas.openxmlformats.org/drawingml/2006/main">
                <a:srgbClr val="426D91"/>
              </a:solidFill>
            </c:spPr>
          </c:dPt>
          <c:cat>
            <c:strRef>
              <c:f>'Chart Data'!$A$2:$A$4</c:f>
              <c:strCache>
                <c:ptCount val="3"/>
                <c:pt idx="0">
                  <c:v>Completed</c:v>
                </c:pt>
                <c:pt idx="1">
                  <c:v>Requests</c:v>
                </c:pt>
                <c:pt idx="2">
                  <c:v>Invited</c:v>
                </c:pt>
              </c:strCache>
            </c:strRef>
          </c:cat>
          <c:val>
            <c:numRef>
              <c:f>'Chart Data'!$B$2:$B$4</c:f>
              <c:numCache>
                <c:formatCode>0</c:formatCode>
                <c:ptCount val="3"/>
                <c:pt idx="0">
                  <c:v>2</c:v>
                </c:pt>
                <c:pt idx="1">
                  <c:v>8</c:v>
                </c:pt>
                <c:pt idx="2">
                  <c:v>80</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575" b="1">
                  <a:solidFill>
                    <a:srgbClr val="172B24"/>
                  </a:solidFill>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425">
                <a:solidFill>
                  <a:srgbClr val="5C6A63"/>
                </a:solidFill>
                <a:latin typeface="Arial"/>
                <a:ea typeface="Arial"/>
                <a:cs typeface="Arial"/>
              </a:defRPr>
            </a:pPr>
          </a:p>
        </c:txPr>
        <c:crossAx val="48672768"/>
      </c:catAx>
      <c:valAx>
        <c:axId val="48672768"/>
        <c:scaling>
          <c:orientation val="minMax"/>
          <c:max val="90"/>
          <c:min val="0"/>
        </c:scaling>
        <c:delete val="1"/>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725" b="1">
                <a:solidFill>
                  <a:srgbClr val="FFFFFF"/>
                </a:solidFill>
                <a:latin typeface="Arial"/>
                <a:ea typeface="Arial"/>
                <a:cs typeface="Arial"/>
              </a:rPr>
              <a:t>Weighted concept score (0-5)</a:t>
            </a:r>
          </a:p>
        </c:rich>
      </c:tx>
      <c:overlay val="0"/>
      <c:txPr>
        <a:bodyPr xmlns:a="http://schemas.openxmlformats.org/drawingml/2006/main" anchorCtr="1"/>
        <a:lstStyle xmlns:a="http://schemas.openxmlformats.org/drawingml/2006/main"/>
        <a:p xmlns:a="http://schemas.openxmlformats.org/drawingml/2006/main">
          <a:pPr>
            <a:defRPr sz="1725" b="1">
              <a:solidFill>
                <a:srgbClr val="FFFFFF"/>
              </a:solidFill>
              <a:latin typeface="Arial"/>
              <a:ea typeface="Arial"/>
              <a:cs typeface="Arial"/>
            </a:defRPr>
          </a:pPr>
        </a:p>
      </c:txPr>
    </c:title>
    <c:plotArea>
      <c:barChart>
        <c:barDir val="bar"/>
        <c:grouping val="clustered"/>
        <c:varyColors val="0"/>
        <c:ser>
          <c:idx val="0"/>
          <c:order val="0"/>
          <c:tx>
            <c:v>Weighted concept score (0-5)</c:v>
          </c:tx>
          <c:spPr>
            <a:solidFill xmlns:a="http://schemas.openxmlformats.org/drawingml/2006/main">
              <a:srgbClr val="D6E58A"/>
            </a:solidFill>
          </c:spPr>
          <c:invertIfNegative val="0"/>
          <c:dPt>
            <c:idx val="0"/>
            <c:invertIfNegative val="0"/>
            <c:spPr>
              <a:solidFill xmlns:a="http://schemas.openxmlformats.org/drawingml/2006/main">
                <a:srgbClr val="D6E58A"/>
              </a:solidFill>
            </c:spPr>
          </c:dPt>
          <c:dPt>
            <c:idx val="1"/>
            <c:invertIfNegative val="0"/>
            <c:spPr>
              <a:solidFill xmlns:a="http://schemas.openxmlformats.org/drawingml/2006/main">
                <a:srgbClr val="C26D55"/>
              </a:solidFill>
            </c:spPr>
          </c:dPt>
          <c:dPt>
            <c:idx val="2"/>
            <c:invertIfNegative val="0"/>
            <c:spPr>
              <a:solidFill xmlns:a="http://schemas.openxmlformats.org/drawingml/2006/main">
                <a:srgbClr val="8EACA0"/>
              </a:solidFill>
            </c:spPr>
          </c:dPt>
          <c:cat>
            <c:strRef>
              <c:f>'Chart Data'!$A$2:$A$4</c:f>
              <c:strCache>
                <c:ptCount val="3"/>
                <c:pt idx="0">
                  <c:v>U Use</c:v>
                </c:pt>
                <c:pt idx="1">
                  <c:v>Managed pool</c:v>
                </c:pt>
                <c:pt idx="2">
                  <c:v>Manual bulletin</c:v>
                </c:pt>
              </c:strCache>
            </c:strRef>
          </c:cat>
          <c:val>
            <c:numRef>
              <c:f>'Chart Data'!$B$2:$B$4</c:f>
              <c:numCache>
                <c:formatCode>0.00</c:formatCode>
                <c:ptCount val="3"/>
                <c:pt idx="0">
                  <c:v>3.8</c:v>
                </c:pt>
                <c:pt idx="1">
                  <c:v>2.55</c:v>
                </c:pt>
                <c:pt idx="2">
                  <c:v>3.6</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500" b="1">
                  <a:solidFill>
                    <a:srgbClr val="FFFFFF"/>
                  </a:solidFill>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350">
                <a:solidFill>
                  <a:srgbClr val="BDCEC5"/>
                </a:solidFill>
                <a:latin typeface="Arial"/>
                <a:ea typeface="Arial"/>
                <a:cs typeface="Arial"/>
              </a:defRPr>
            </a:pPr>
          </a:p>
        </c:txPr>
        <c:crossAx val="48672768"/>
      </c:catAx>
      <c:valAx>
        <c:axId val="48672768"/>
        <c:scaling>
          <c:orientation val="minMax"/>
          <c:max val="5"/>
          <c:min val="0"/>
        </c:scaling>
        <c:delete val="1"/>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spPr>
        <a:solidFill xmlns:a="http://schemas.openxmlformats.org/drawingml/2006/main">
          <a:srgbClr val="11221C"/>
        </a:solidFill>
        <a:ln xmlns:a="http://schemas.openxmlformats.org/drawingml/2006/main" w="0">
          <a:noFill/>
        </a:ln>
      </c:spPr>
    </c:plotArea>
    <c:plotVisOnly val="1"/>
  </c:chart>
  <c:spPr>
    <a:solidFill xmlns:a="http://schemas.openxmlformats.org/drawingml/2006/main">
      <a:srgbClr val="11221C"/>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575" b="1">
                <a:solidFill>
                  <a:srgbClr val="172B24"/>
                </a:solidFill>
                <a:latin typeface="Arial"/>
                <a:ea typeface="Arial"/>
                <a:cs typeface="Arial"/>
              </a:rPr>
              <a:t>CNY180 four-week cash budget</a:t>
            </a:r>
          </a:p>
        </c:rich>
      </c:tx>
      <c:overlay val="0"/>
      <c:txPr>
        <a:bodyPr xmlns:a="http://schemas.openxmlformats.org/drawingml/2006/main" anchorCtr="1"/>
        <a:lstStyle xmlns:a="http://schemas.openxmlformats.org/drawingml/2006/main"/>
        <a:p xmlns:a="http://schemas.openxmlformats.org/drawingml/2006/main">
          <a:pPr>
            <a:defRPr sz="1575" b="1">
              <a:solidFill>
                <a:srgbClr val="172B24"/>
              </a:solidFill>
              <a:latin typeface="Arial"/>
              <a:ea typeface="Arial"/>
              <a:cs typeface="Arial"/>
            </a:defRPr>
          </a:pPr>
        </a:p>
      </c:txPr>
    </c:title>
    <c:plotArea>
      <c:barChart>
        <c:barDir val="bar"/>
        <c:grouping val="clustered"/>
        <c:varyColors val="0"/>
        <c:ser>
          <c:idx val="0"/>
          <c:order val="0"/>
          <c:tx>
            <c:v>CNY180 four-week cash budget</c:v>
          </c:tx>
          <c:spPr>
            <a:solidFill xmlns:a="http://schemas.openxmlformats.org/drawingml/2006/main">
              <a:srgbClr val="8C9C50"/>
            </a:solidFill>
          </c:spPr>
          <c:invertIfNegative val="0"/>
          <c:dPt>
            <c:idx val="0"/>
            <c:invertIfNegative val="0"/>
            <c:spPr>
              <a:solidFill xmlns:a="http://schemas.openxmlformats.org/drawingml/2006/main">
                <a:srgbClr val="8C9C50"/>
              </a:solidFill>
            </c:spPr>
          </c:dPt>
          <c:dPt>
            <c:idx val="1"/>
            <c:invertIfNegative val="0"/>
            <c:spPr>
              <a:solidFill xmlns:a="http://schemas.openxmlformats.org/drawingml/2006/main">
                <a:srgbClr val="C26D55"/>
              </a:solidFill>
            </c:spPr>
          </c:dPt>
          <c:dPt>
            <c:idx val="2"/>
            <c:invertIfNegative val="0"/>
            <c:spPr>
              <a:solidFill xmlns:a="http://schemas.openxmlformats.org/drawingml/2006/main">
                <a:srgbClr val="426D91"/>
              </a:solidFill>
            </c:spPr>
          </c:dPt>
          <c:dPt>
            <c:idx val="3"/>
            <c:invertIfNegative val="0"/>
            <c:spPr>
              <a:solidFill xmlns:a="http://schemas.openxmlformats.org/drawingml/2006/main">
                <a:srgbClr val="24634D"/>
              </a:solidFill>
            </c:spPr>
          </c:dPt>
          <c:cat>
            <c:strRef>
              <c:f>'Chart Data'!$A$2:$A$5</c:f>
              <c:strCache>
                <c:ptCount val="4"/>
                <c:pt idx="0">
                  <c:v>Contingency</c:v>
                </c:pt>
                <c:pt idx="1">
                  <c:v>Materials</c:v>
                </c:pt>
                <c:pt idx="2">
                  <c:v>Email</c:v>
                </c:pt>
                <c:pt idx="3">
                  <c:v>Hosting</c:v>
                </c:pt>
              </c:strCache>
            </c:strRef>
          </c:cat>
          <c:val>
            <c:numRef>
              <c:f>'Chart Data'!$B$2:$B$5</c:f>
              <c:numCache>
                <c:formatCode>0</c:formatCode>
                <c:ptCount val="4"/>
                <c:pt idx="0">
                  <c:v>50</c:v>
                </c:pt>
                <c:pt idx="1">
                  <c:v>50</c:v>
                </c:pt>
                <c:pt idx="2">
                  <c:v>20</c:v>
                </c:pt>
                <c:pt idx="3">
                  <c:v>60</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425" b="1">
                  <a:solidFill>
                    <a:srgbClr val="172B24"/>
                  </a:solidFill>
                  <a:latin typeface="Arial"/>
                  <a:ea typeface="Arial"/>
                  <a:cs typeface="Arial"/>
                </a:defRPr>
              </a:pPr>
            </a:p>
          </c:txPr>
          <c:dLblPos val="outEnd"/>
          <c:showLegendKey val="0"/>
          <c:showVal val="1"/>
          <c:showCatName val="0"/>
          <c:showSerName val="0"/>
          <c:showPercent val="0"/>
          <c:showBubbleSize val="0"/>
          <c:showLeaderLines val="0"/>
        </c:dLbls>
        <c:gapWidth val="5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75">
                <a:solidFill>
                  <a:srgbClr val="5C6A63"/>
                </a:solidFill>
                <a:latin typeface="Arial"/>
                <a:ea typeface="Arial"/>
                <a:cs typeface="Arial"/>
              </a:defRPr>
            </a:pPr>
          </a:p>
        </c:txPr>
        <c:crossAx val="48672768"/>
      </c:catAx>
      <c:valAx>
        <c:axId val="48672768"/>
        <c:scaling>
          <c:orientation val="minMax"/>
          <c:max val="70"/>
          <c:min val="0"/>
        </c:scaling>
        <c:delete val="1"/>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1221C"/>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2396183E-575E-4F3D-9792-FBA2DC168F47}"/>
              </a:ext>
            </a:extLst>
          </p:cNvPr>
          <p:cNvPicPr>
            <a:picLocks xmlns:a="http://schemas.openxmlformats.org/drawingml/2006/main" noChangeAspect="1"/>
          </p:cNvPicPr>
          <p:nvPr/>
        </p:nvPicPr>
        <p:blipFill>
          <a:blip xmlns:r="http://schemas.openxmlformats.org/officeDocument/2006/relationships" xmlns:a="http://schemas.openxmlformats.org/drawingml/2006/main" r:embed="Rad4477b2dba04807"/>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CD8DA38-6D53-4790-BADB-EF7EEDCDCD33}"/>
              </a:ext>
            </a:extLst>
          </p:cNvPr>
          <p:cNvSpPr>
            <a:spLocks xmlns:a="http://schemas.openxmlformats.org/drawingml/2006/main" noGrp="1"/>
          </p:cNvSpPr>
          <p:nvPr/>
        </p:nvSpPr>
        <p:spPr>
          <a:xfrm xmlns:a="http://schemas.openxmlformats.org/drawingml/2006/main">
            <a:off x="609600" y="409575"/>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575" b="0">
                <a:solidFill>
                  <a:srgbClr val="BDCEC5"/>
                </a:solidFill>
                <a:latin typeface="Arial"/>
                <a:ea typeface="Arial"/>
                <a:cs typeface="Arial"/>
              </a:defRPr>
            </a:defPPr>
            <a:lvl1pPr>
              <a:defRPr sz="1575" b="0">
                <a:solidFill>
                  <a:srgbClr val="BDCEC5"/>
                </a:solidFill>
                <a:latin typeface="Arial"/>
                <a:ea typeface="Arial"/>
                <a:cs typeface="Arial"/>
              </a:defRPr>
            </a:lvl1pPr>
            <a:lvl2pPr>
              <a:defRPr sz="1575" b="0">
                <a:solidFill>
                  <a:srgbClr val="BDCEC5"/>
                </a:solidFill>
                <a:latin typeface="Arial"/>
                <a:ea typeface="Arial"/>
                <a:cs typeface="Arial"/>
              </a:defRPr>
            </a:lvl2pPr>
            <a:lvl3pPr>
              <a:defRPr sz="1575" b="0">
                <a:solidFill>
                  <a:srgbClr val="BDCEC5"/>
                </a:solidFill>
                <a:latin typeface="Arial"/>
                <a:ea typeface="Arial"/>
                <a:cs typeface="Arial"/>
              </a:defRPr>
            </a:lvl3pPr>
            <a:lvl4pPr>
              <a:defRPr sz="1575" b="0">
                <a:solidFill>
                  <a:srgbClr val="BDCEC5"/>
                </a:solidFill>
                <a:latin typeface="Arial"/>
                <a:ea typeface="Arial"/>
                <a:cs typeface="Arial"/>
              </a:defRPr>
            </a:lvl4pPr>
            <a:lvl5pPr>
              <a:defRPr sz="1575" b="0">
                <a:solidFill>
                  <a:srgbClr val="BDCEC5"/>
                </a:solidFill>
                <a:latin typeface="Arial"/>
                <a:ea typeface="Arial"/>
                <a:cs typeface="Arial"/>
              </a:defRPr>
            </a:lvl5pPr>
            <a:lvl6pPr>
              <a:defRPr sz="1575" b="0">
                <a:solidFill>
                  <a:srgbClr val="BDCEC5"/>
                </a:solidFill>
                <a:latin typeface="Arial"/>
                <a:ea typeface="Arial"/>
                <a:cs typeface="Arial"/>
              </a:defRPr>
            </a:lvl6pPr>
            <a:lvl7pPr>
              <a:defRPr sz="1575" b="0">
                <a:solidFill>
                  <a:srgbClr val="BDCEC5"/>
                </a:solidFill>
                <a:latin typeface="Arial"/>
                <a:ea typeface="Arial"/>
                <a:cs typeface="Arial"/>
              </a:defRPr>
            </a:lvl7pPr>
            <a:lvl8pPr>
              <a:defRPr sz="1575" b="0">
                <a:solidFill>
                  <a:srgbClr val="BDCEC5"/>
                </a:solidFill>
                <a:latin typeface="Arial"/>
                <a:ea typeface="Arial"/>
                <a:cs typeface="Arial"/>
              </a:defRPr>
            </a:lvl8pPr>
            <a:lvl9pPr>
              <a:defRPr sz="1575" b="0">
                <a:solidFill>
                  <a:srgbClr val="BDCEC5"/>
                </a:solidFill>
                <a:latin typeface="Arial"/>
                <a:ea typeface="Arial"/>
                <a:cs typeface="Arial"/>
              </a:defRPr>
            </a:lvl9pPr>
          </a:lstStyle>
          <a:p xmlns:a="http://schemas.openxmlformats.org/drawingml/2006/main">
            <a:pPr>
              <a:defRPr sz="1575" b="0">
                <a:solidFill>
                  <a:srgbClr val="BDCEC5"/>
                </a:solidFill>
                <a:latin typeface="Arial"/>
                <a:ea typeface="Arial"/>
                <a:cs typeface="Arial"/>
              </a:defRPr>
            </a:pPr>
            <a:r>
              <a:rPr sz="1575" b="0">
                <a:solidFill>
                  <a:srgbClr val="BDCEC5"/>
                </a:solidFill>
                <a:latin typeface="Arial"/>
                <a:ea typeface="Arial"/>
                <a:cs typeface="Arial"/>
              </a:rPr>
              <a:t>ENT303TC Assessment 1</a:t>
            </a:r>
          </a:p>
        </p:txBody>
      </p:sp>
      <p:sp>
        <p:nvSpPr>
          <p:cNvPr id="3" name="">
            <a:extLst xmlns:a="http://schemas.openxmlformats.org/drawingml/2006/main">
              <a:ext uri="{FF2B5EF4-FFF2-40B4-BE49-F238E27FC236}">
                <a16:creationId xmlns:a16="http://schemas.microsoft.com/office/drawing/2014/main" id="{E71D5E01-AEE5-44F5-B137-5DEE2D172837}"/>
              </a:ext>
            </a:extLst>
          </p:cNvPr>
          <p:cNvSpPr>
            <a:spLocks xmlns:a="http://schemas.openxmlformats.org/drawingml/2006/main" noGrp="1"/>
          </p:cNvSpPr>
          <p:nvPr/>
        </p:nvSpPr>
        <p:spPr>
          <a:xfrm xmlns:a="http://schemas.openxmlformats.org/drawingml/2006/main">
            <a:off x="552450" y="1476375"/>
            <a:ext cx="619125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0500" b="1">
                <a:solidFill>
                  <a:srgbClr val="FFFFFF"/>
                </a:solidFill>
                <a:latin typeface="Arial"/>
                <a:ea typeface="Arial"/>
                <a:cs typeface="Arial"/>
              </a:defRPr>
            </a:defPPr>
            <a:lvl1pPr>
              <a:defRPr sz="10500" b="1">
                <a:solidFill>
                  <a:srgbClr val="FFFFFF"/>
                </a:solidFill>
                <a:latin typeface="Arial"/>
                <a:ea typeface="Arial"/>
                <a:cs typeface="Arial"/>
              </a:defRPr>
            </a:lvl1pPr>
            <a:lvl2pPr>
              <a:defRPr sz="10500" b="1">
                <a:solidFill>
                  <a:srgbClr val="FFFFFF"/>
                </a:solidFill>
                <a:latin typeface="Arial"/>
                <a:ea typeface="Arial"/>
                <a:cs typeface="Arial"/>
              </a:defRPr>
            </a:lvl2pPr>
            <a:lvl3pPr>
              <a:defRPr sz="10500" b="1">
                <a:solidFill>
                  <a:srgbClr val="FFFFFF"/>
                </a:solidFill>
                <a:latin typeface="Arial"/>
                <a:ea typeface="Arial"/>
                <a:cs typeface="Arial"/>
              </a:defRPr>
            </a:lvl3pPr>
            <a:lvl4pPr>
              <a:defRPr sz="10500" b="1">
                <a:solidFill>
                  <a:srgbClr val="FFFFFF"/>
                </a:solidFill>
                <a:latin typeface="Arial"/>
                <a:ea typeface="Arial"/>
                <a:cs typeface="Arial"/>
              </a:defRPr>
            </a:lvl4pPr>
            <a:lvl5pPr>
              <a:defRPr sz="10500" b="1">
                <a:solidFill>
                  <a:srgbClr val="FFFFFF"/>
                </a:solidFill>
                <a:latin typeface="Arial"/>
                <a:ea typeface="Arial"/>
                <a:cs typeface="Arial"/>
              </a:defRPr>
            </a:lvl5pPr>
            <a:lvl6pPr>
              <a:defRPr sz="10500" b="1">
                <a:solidFill>
                  <a:srgbClr val="FFFFFF"/>
                </a:solidFill>
                <a:latin typeface="Arial"/>
                <a:ea typeface="Arial"/>
                <a:cs typeface="Arial"/>
              </a:defRPr>
            </a:lvl6pPr>
            <a:lvl7pPr>
              <a:defRPr sz="10500" b="1">
                <a:solidFill>
                  <a:srgbClr val="FFFFFF"/>
                </a:solidFill>
                <a:latin typeface="Arial"/>
                <a:ea typeface="Arial"/>
                <a:cs typeface="Arial"/>
              </a:defRPr>
            </a:lvl7pPr>
            <a:lvl8pPr>
              <a:defRPr sz="10500" b="1">
                <a:solidFill>
                  <a:srgbClr val="FFFFFF"/>
                </a:solidFill>
                <a:latin typeface="Arial"/>
                <a:ea typeface="Arial"/>
                <a:cs typeface="Arial"/>
              </a:defRPr>
            </a:lvl8pPr>
            <a:lvl9pPr>
              <a:defRPr sz="10500" b="1">
                <a:solidFill>
                  <a:srgbClr val="FFFFFF"/>
                </a:solidFill>
                <a:latin typeface="Arial"/>
                <a:ea typeface="Arial"/>
                <a:cs typeface="Arial"/>
              </a:defRPr>
            </a:lvl9pPr>
          </a:lstStyle>
          <a:p xmlns:a="http://schemas.openxmlformats.org/drawingml/2006/main">
            <a:pPr>
              <a:defRPr sz="10500" b="1">
                <a:solidFill>
                  <a:srgbClr val="FFFFFF"/>
                </a:solidFill>
                <a:latin typeface="Arial"/>
                <a:ea typeface="Arial"/>
                <a:cs typeface="Arial"/>
              </a:defRPr>
            </a:pPr>
            <a:r>
              <a:rPr sz="10500" b="1">
                <a:solidFill>
                  <a:srgbClr val="FFFFFF"/>
                </a:solidFill>
                <a:latin typeface="Arial"/>
                <a:ea typeface="Arial"/>
                <a:cs typeface="Arial"/>
              </a:rPr>
              <a:t>U Use</a:t>
            </a:r>
          </a:p>
        </p:txBody>
      </p:sp>
      <p:sp>
        <p:nvSpPr>
          <p:cNvPr id="4" name="">
            <a:extLst xmlns:a="http://schemas.openxmlformats.org/drawingml/2006/main">
              <a:ext uri="{FF2B5EF4-FFF2-40B4-BE49-F238E27FC236}">
                <a16:creationId xmlns:a16="http://schemas.microsoft.com/office/drawing/2014/main" id="{61D97914-760C-4353-A995-D2D3BFA69A3B}"/>
              </a:ext>
            </a:extLst>
          </p:cNvPr>
          <p:cNvSpPr>
            <a:spLocks xmlns:a="http://schemas.openxmlformats.org/drawingml/2006/main" noGrp="1"/>
          </p:cNvSpPr>
          <p:nvPr/>
        </p:nvSpPr>
        <p:spPr>
          <a:xfrm xmlns:a="http://schemas.openxmlformats.org/drawingml/2006/main">
            <a:off x="609600" y="3209925"/>
            <a:ext cx="5381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1">
                <a:solidFill>
                  <a:srgbClr val="FFFFFF"/>
                </a:solidFill>
                <a:latin typeface="Arial"/>
                <a:ea typeface="Arial"/>
                <a:cs typeface="Arial"/>
              </a:defRPr>
            </a:defPPr>
            <a:lvl1pPr>
              <a:defRPr sz="3300" b="1">
                <a:solidFill>
                  <a:srgbClr val="FFFFFF"/>
                </a:solidFill>
                <a:latin typeface="Arial"/>
                <a:ea typeface="Arial"/>
                <a:cs typeface="Arial"/>
              </a:defRPr>
            </a:lvl1pPr>
            <a:lvl2pPr>
              <a:defRPr sz="3300" b="1">
                <a:solidFill>
                  <a:srgbClr val="FFFFFF"/>
                </a:solidFill>
                <a:latin typeface="Arial"/>
                <a:ea typeface="Arial"/>
                <a:cs typeface="Arial"/>
              </a:defRPr>
            </a:lvl2pPr>
            <a:lvl3pPr>
              <a:defRPr sz="3300" b="1">
                <a:solidFill>
                  <a:srgbClr val="FFFFFF"/>
                </a:solidFill>
                <a:latin typeface="Arial"/>
                <a:ea typeface="Arial"/>
                <a:cs typeface="Arial"/>
              </a:defRPr>
            </a:lvl3pPr>
            <a:lvl4pPr>
              <a:defRPr sz="3300" b="1">
                <a:solidFill>
                  <a:srgbClr val="FFFFFF"/>
                </a:solidFill>
                <a:latin typeface="Arial"/>
                <a:ea typeface="Arial"/>
                <a:cs typeface="Arial"/>
              </a:defRPr>
            </a:lvl4pPr>
            <a:lvl5pPr>
              <a:defRPr sz="3300" b="1">
                <a:solidFill>
                  <a:srgbClr val="FFFFFF"/>
                </a:solidFill>
                <a:latin typeface="Arial"/>
                <a:ea typeface="Arial"/>
                <a:cs typeface="Arial"/>
              </a:defRPr>
            </a:lvl5pPr>
            <a:lvl6pPr>
              <a:defRPr sz="3300" b="1">
                <a:solidFill>
                  <a:srgbClr val="FFFFFF"/>
                </a:solidFill>
                <a:latin typeface="Arial"/>
                <a:ea typeface="Arial"/>
                <a:cs typeface="Arial"/>
              </a:defRPr>
            </a:lvl6pPr>
            <a:lvl7pPr>
              <a:defRPr sz="3300" b="1">
                <a:solidFill>
                  <a:srgbClr val="FFFFFF"/>
                </a:solidFill>
                <a:latin typeface="Arial"/>
                <a:ea typeface="Arial"/>
                <a:cs typeface="Arial"/>
              </a:defRPr>
            </a:lvl7pPr>
            <a:lvl8pPr>
              <a:defRPr sz="3300" b="1">
                <a:solidFill>
                  <a:srgbClr val="FFFFFF"/>
                </a:solidFill>
                <a:latin typeface="Arial"/>
                <a:ea typeface="Arial"/>
                <a:cs typeface="Arial"/>
              </a:defRPr>
            </a:lvl8pPr>
            <a:lvl9pPr>
              <a:defRPr sz="3300" b="1">
                <a:solidFill>
                  <a:srgbClr val="FFFFFF"/>
                </a:solidFill>
                <a:latin typeface="Arial"/>
                <a:ea typeface="Arial"/>
                <a:cs typeface="Arial"/>
              </a:defRPr>
            </a:lvl9pPr>
          </a:lstStyle>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Campus item access</a:t>
            </a:r>
          </a:p>
        </p:txBody>
      </p:sp>
      <p:sp>
        <p:nvSpPr>
          <p:cNvPr id="5" name="">
            <a:extLst xmlns:a="http://schemas.openxmlformats.org/drawingml/2006/main">
              <a:ext uri="{FF2B5EF4-FFF2-40B4-BE49-F238E27FC236}">
                <a16:creationId xmlns:a16="http://schemas.microsoft.com/office/drawing/2014/main" id="{E4E8F778-17D9-48C8-BCB4-65EE8CB7A76C}"/>
              </a:ext>
            </a:extLst>
          </p:cNvPr>
          <p:cNvSpPr>
            <a:spLocks xmlns:a="http://schemas.openxmlformats.org/drawingml/2006/main" noGrp="1"/>
          </p:cNvSpPr>
          <p:nvPr/>
        </p:nvSpPr>
        <p:spPr>
          <a:xfrm xmlns:a="http://schemas.openxmlformats.org/drawingml/2006/main">
            <a:off x="609600" y="3962400"/>
            <a:ext cx="43053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00" b="0">
                <a:solidFill>
                  <a:srgbClr val="D4DED7"/>
                </a:solidFill>
                <a:latin typeface="Arial"/>
                <a:ea typeface="Arial"/>
                <a:cs typeface="Arial"/>
              </a:defRPr>
            </a:defPPr>
            <a:lvl1pPr>
              <a:defRPr sz="2100" b="0">
                <a:solidFill>
                  <a:srgbClr val="D4DED7"/>
                </a:solidFill>
                <a:latin typeface="Arial"/>
                <a:ea typeface="Arial"/>
                <a:cs typeface="Arial"/>
              </a:defRPr>
            </a:lvl1pPr>
            <a:lvl2pPr>
              <a:defRPr sz="2100" b="0">
                <a:solidFill>
                  <a:srgbClr val="D4DED7"/>
                </a:solidFill>
                <a:latin typeface="Arial"/>
                <a:ea typeface="Arial"/>
                <a:cs typeface="Arial"/>
              </a:defRPr>
            </a:lvl2pPr>
            <a:lvl3pPr>
              <a:defRPr sz="2100" b="0">
                <a:solidFill>
                  <a:srgbClr val="D4DED7"/>
                </a:solidFill>
                <a:latin typeface="Arial"/>
                <a:ea typeface="Arial"/>
                <a:cs typeface="Arial"/>
              </a:defRPr>
            </a:lvl3pPr>
            <a:lvl4pPr>
              <a:defRPr sz="2100" b="0">
                <a:solidFill>
                  <a:srgbClr val="D4DED7"/>
                </a:solidFill>
                <a:latin typeface="Arial"/>
                <a:ea typeface="Arial"/>
                <a:cs typeface="Arial"/>
              </a:defRPr>
            </a:lvl4pPr>
            <a:lvl5pPr>
              <a:defRPr sz="2100" b="0">
                <a:solidFill>
                  <a:srgbClr val="D4DED7"/>
                </a:solidFill>
                <a:latin typeface="Arial"/>
                <a:ea typeface="Arial"/>
                <a:cs typeface="Arial"/>
              </a:defRPr>
            </a:lvl5pPr>
            <a:lvl6pPr>
              <a:defRPr sz="2100" b="0">
                <a:solidFill>
                  <a:srgbClr val="D4DED7"/>
                </a:solidFill>
                <a:latin typeface="Arial"/>
                <a:ea typeface="Arial"/>
                <a:cs typeface="Arial"/>
              </a:defRPr>
            </a:lvl6pPr>
            <a:lvl7pPr>
              <a:defRPr sz="2100" b="0">
                <a:solidFill>
                  <a:srgbClr val="D4DED7"/>
                </a:solidFill>
                <a:latin typeface="Arial"/>
                <a:ea typeface="Arial"/>
                <a:cs typeface="Arial"/>
              </a:defRPr>
            </a:lvl7pPr>
            <a:lvl8pPr>
              <a:defRPr sz="2100" b="0">
                <a:solidFill>
                  <a:srgbClr val="D4DED7"/>
                </a:solidFill>
                <a:latin typeface="Arial"/>
                <a:ea typeface="Arial"/>
                <a:cs typeface="Arial"/>
              </a:defRPr>
            </a:lvl8pPr>
            <a:lvl9pPr>
              <a:defRPr sz="2100" b="0">
                <a:solidFill>
                  <a:srgbClr val="D4DED7"/>
                </a:solidFill>
                <a:latin typeface="Arial"/>
                <a:ea typeface="Arial"/>
                <a:cs typeface="Arial"/>
              </a:defRPr>
            </a:lvl9pPr>
          </a:lstStyle>
          <a:p xmlns:a="http://schemas.openxmlformats.org/drawingml/2006/main">
            <a:pPr>
              <a:defRPr sz="2100" b="0">
                <a:solidFill>
                  <a:srgbClr val="D4DED7"/>
                </a:solidFill>
                <a:latin typeface="Arial"/>
                <a:ea typeface="Arial"/>
                <a:cs typeface="Arial"/>
              </a:defRPr>
            </a:pPr>
            <a:r>
              <a:rPr sz="2100" b="0">
                <a:solidFill>
                  <a:srgbClr val="D4DED7"/>
                </a:solidFill>
                <a:latin typeface="Arial"/>
                <a:ea typeface="Arial"/>
                <a:cs typeface="Arial"/>
              </a:rPr>
              <a:t>Date-aware requests.</a:t>
            </a:r>
          </a:p>
          <a:p xmlns:a="http://schemas.openxmlformats.org/drawingml/2006/main">
            <a:pPr>
              <a:defRPr sz="2100" b="0">
                <a:solidFill>
                  <a:srgbClr val="D4DED7"/>
                </a:solidFill>
                <a:latin typeface="Arial"/>
                <a:ea typeface="Arial"/>
                <a:cs typeface="Arial"/>
              </a:defRPr>
            </a:pPr>
            <a:r>
              <a:rPr sz="2100" b="0">
                <a:solidFill>
                  <a:srgbClr val="D4DED7"/>
                </a:solidFill>
                <a:latin typeface="Arial"/>
                <a:ea typeface="Arial"/>
                <a:cs typeface="Arial"/>
              </a:rPr>
              <a:t>Private timetable matching.</a:t>
            </a:r>
          </a:p>
          <a:p xmlns:a="http://schemas.openxmlformats.org/drawingml/2006/main">
            <a:pPr>
              <a:defRPr sz="2100" b="0">
                <a:solidFill>
                  <a:srgbClr val="D4DED7"/>
                </a:solidFill>
                <a:latin typeface="Arial"/>
                <a:ea typeface="Arial"/>
                <a:cs typeface="Arial"/>
              </a:defRPr>
            </a:pPr>
            <a:r>
              <a:rPr sz="2100" b="0">
                <a:solidFill>
                  <a:srgbClr val="D4DED7"/>
                </a:solidFill>
                <a:latin typeface="Arial"/>
                <a:ea typeface="Arial"/>
                <a:cs typeface="Arial"/>
              </a:rPr>
              <a:t>Explicit handoff and return.</a:t>
            </a:r>
          </a:p>
        </p:txBody>
      </p:sp>
      <p:sp>
        <p:nvSpPr>
          <p:cNvPr id="6" name="">
            <a:extLst xmlns:a="http://schemas.openxmlformats.org/drawingml/2006/main">
              <a:ext uri="{FF2B5EF4-FFF2-40B4-BE49-F238E27FC236}">
                <a16:creationId xmlns:a16="http://schemas.microsoft.com/office/drawing/2014/main" id="{A6C71283-8189-4A46-9529-CF4D9B5A1655}"/>
              </a:ext>
            </a:extLst>
          </p:cNvPr>
          <p:cNvSpPr>
            <a:spLocks xmlns:a="http://schemas.openxmlformats.org/drawingml/2006/main" noGrp="1"/>
          </p:cNvSpPr>
          <p:nvPr/>
        </p:nvSpPr>
        <p:spPr>
          <a:xfrm xmlns:a="http://schemas.openxmlformats.org/drawingml/2006/main">
            <a:off x="609600" y="5353050"/>
            <a:ext cx="542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75" b="1">
                <a:solidFill>
                  <a:srgbClr val="D6E58A"/>
                </a:solidFill>
                <a:latin typeface="Arial"/>
                <a:ea typeface="Arial"/>
                <a:cs typeface="Arial"/>
              </a:defRPr>
            </a:defPPr>
            <a:lvl1pPr>
              <a:defRPr sz="1875" b="1">
                <a:solidFill>
                  <a:srgbClr val="D6E58A"/>
                </a:solidFill>
                <a:latin typeface="Arial"/>
                <a:ea typeface="Arial"/>
                <a:cs typeface="Arial"/>
              </a:defRPr>
            </a:lvl1pPr>
            <a:lvl2pPr>
              <a:defRPr sz="1875" b="1">
                <a:solidFill>
                  <a:srgbClr val="D6E58A"/>
                </a:solidFill>
                <a:latin typeface="Arial"/>
                <a:ea typeface="Arial"/>
                <a:cs typeface="Arial"/>
              </a:defRPr>
            </a:lvl2pPr>
            <a:lvl3pPr>
              <a:defRPr sz="1875" b="1">
                <a:solidFill>
                  <a:srgbClr val="D6E58A"/>
                </a:solidFill>
                <a:latin typeface="Arial"/>
                <a:ea typeface="Arial"/>
                <a:cs typeface="Arial"/>
              </a:defRPr>
            </a:lvl3pPr>
            <a:lvl4pPr>
              <a:defRPr sz="1875" b="1">
                <a:solidFill>
                  <a:srgbClr val="D6E58A"/>
                </a:solidFill>
                <a:latin typeface="Arial"/>
                <a:ea typeface="Arial"/>
                <a:cs typeface="Arial"/>
              </a:defRPr>
            </a:lvl4pPr>
            <a:lvl5pPr>
              <a:defRPr sz="1875" b="1">
                <a:solidFill>
                  <a:srgbClr val="D6E58A"/>
                </a:solidFill>
                <a:latin typeface="Arial"/>
                <a:ea typeface="Arial"/>
                <a:cs typeface="Arial"/>
              </a:defRPr>
            </a:lvl5pPr>
            <a:lvl6pPr>
              <a:defRPr sz="1875" b="1">
                <a:solidFill>
                  <a:srgbClr val="D6E58A"/>
                </a:solidFill>
                <a:latin typeface="Arial"/>
                <a:ea typeface="Arial"/>
                <a:cs typeface="Arial"/>
              </a:defRPr>
            </a:lvl6pPr>
            <a:lvl7pPr>
              <a:defRPr sz="1875" b="1">
                <a:solidFill>
                  <a:srgbClr val="D6E58A"/>
                </a:solidFill>
                <a:latin typeface="Arial"/>
                <a:ea typeface="Arial"/>
                <a:cs typeface="Arial"/>
              </a:defRPr>
            </a:lvl7pPr>
            <a:lvl8pPr>
              <a:defRPr sz="1875" b="1">
                <a:solidFill>
                  <a:srgbClr val="D6E58A"/>
                </a:solidFill>
                <a:latin typeface="Arial"/>
                <a:ea typeface="Arial"/>
                <a:cs typeface="Arial"/>
              </a:defRPr>
            </a:lvl8pPr>
            <a:lvl9pPr>
              <a:defRPr sz="1875" b="1">
                <a:solidFill>
                  <a:srgbClr val="D6E58A"/>
                </a:solidFill>
                <a:latin typeface="Arial"/>
                <a:ea typeface="Arial"/>
                <a:cs typeface="Arial"/>
              </a:defRPr>
            </a:lvl9pPr>
          </a:lstStyle>
          <a:p xmlns:a="http://schemas.openxmlformats.org/drawingml/2006/main">
            <a:pPr>
              <a:defRPr sz="1875" b="1">
                <a:solidFill>
                  <a:srgbClr val="D6E58A"/>
                </a:solidFill>
                <a:latin typeface="Arial"/>
                <a:ea typeface="Arial"/>
                <a:cs typeface="Arial"/>
              </a:defRPr>
            </a:pPr>
            <a:r>
              <a:rPr sz="1875" b="1">
                <a:solidFill>
                  <a:srgbClr val="D6E58A"/>
                </a:solidFill>
                <a:latin typeface="Arial"/>
                <a:ea typeface="Arial"/>
                <a:cs typeface="Arial"/>
              </a:rPr>
              <a:t>Buy. Borrow. Rent. Swap.</a:t>
            </a:r>
          </a:p>
        </p:txBody>
      </p:sp>
      <p:sp>
        <p:nvSpPr>
          <p:cNvPr id="7" name="">
            <a:extLst xmlns:a="http://schemas.openxmlformats.org/drawingml/2006/main">
              <a:ext uri="{FF2B5EF4-FFF2-40B4-BE49-F238E27FC236}">
                <a16:creationId xmlns:a16="http://schemas.microsoft.com/office/drawing/2014/main" id="{A943581A-7D9E-42EF-9D52-9D6B2EC2EB63}"/>
              </a:ext>
            </a:extLst>
          </p:cNvPr>
          <p:cNvSpPr>
            <a:spLocks xmlns:a="http://schemas.openxmlformats.org/drawingml/2006/main" noGrp="1"/>
          </p:cNvSpPr>
          <p:nvPr/>
        </p:nvSpPr>
        <p:spPr>
          <a:xfrm xmlns:a="http://schemas.openxmlformats.org/drawingml/2006/main">
            <a:off x="609600" y="5829300"/>
            <a:ext cx="6048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650" b="0">
                <a:solidFill>
                  <a:srgbClr val="FFFFFF"/>
                </a:solidFill>
                <a:latin typeface="Arial"/>
                <a:ea typeface="Arial"/>
                <a:cs typeface="Arial"/>
              </a:defRPr>
            </a:defPPr>
            <a:lvl1pPr>
              <a:defRPr sz="1650" b="0">
                <a:solidFill>
                  <a:srgbClr val="FFFFFF"/>
                </a:solidFill>
                <a:latin typeface="Arial"/>
                <a:ea typeface="Arial"/>
                <a:cs typeface="Arial"/>
              </a:defRPr>
            </a:lvl1pPr>
            <a:lvl2pPr>
              <a:defRPr sz="1650" b="0">
                <a:solidFill>
                  <a:srgbClr val="FFFFFF"/>
                </a:solidFill>
                <a:latin typeface="Arial"/>
                <a:ea typeface="Arial"/>
                <a:cs typeface="Arial"/>
              </a:defRPr>
            </a:lvl2pPr>
            <a:lvl3pPr>
              <a:defRPr sz="1650" b="0">
                <a:solidFill>
                  <a:srgbClr val="FFFFFF"/>
                </a:solidFill>
                <a:latin typeface="Arial"/>
                <a:ea typeface="Arial"/>
                <a:cs typeface="Arial"/>
              </a:defRPr>
            </a:lvl3pPr>
            <a:lvl4pPr>
              <a:defRPr sz="1650" b="0">
                <a:solidFill>
                  <a:srgbClr val="FFFFFF"/>
                </a:solidFill>
                <a:latin typeface="Arial"/>
                <a:ea typeface="Arial"/>
                <a:cs typeface="Arial"/>
              </a:defRPr>
            </a:lvl4pPr>
            <a:lvl5pPr>
              <a:defRPr sz="1650" b="0">
                <a:solidFill>
                  <a:srgbClr val="FFFFFF"/>
                </a:solidFill>
                <a:latin typeface="Arial"/>
                <a:ea typeface="Arial"/>
                <a:cs typeface="Arial"/>
              </a:defRPr>
            </a:lvl5pPr>
            <a:lvl6pPr>
              <a:defRPr sz="1650" b="0">
                <a:solidFill>
                  <a:srgbClr val="FFFFFF"/>
                </a:solidFill>
                <a:latin typeface="Arial"/>
                <a:ea typeface="Arial"/>
                <a:cs typeface="Arial"/>
              </a:defRPr>
            </a:lvl6pPr>
            <a:lvl7pPr>
              <a:defRPr sz="1650" b="0">
                <a:solidFill>
                  <a:srgbClr val="FFFFFF"/>
                </a:solidFill>
                <a:latin typeface="Arial"/>
                <a:ea typeface="Arial"/>
                <a:cs typeface="Arial"/>
              </a:defRPr>
            </a:lvl7pPr>
            <a:lvl8pPr>
              <a:defRPr sz="1650" b="0">
                <a:solidFill>
                  <a:srgbClr val="FFFFFF"/>
                </a:solidFill>
                <a:latin typeface="Arial"/>
                <a:ea typeface="Arial"/>
                <a:cs typeface="Arial"/>
              </a:defRPr>
            </a:lvl8pPr>
            <a:lvl9pPr>
              <a:defRPr sz="1650" b="0">
                <a:solidFill>
                  <a:srgbClr val="FFFFFF"/>
                </a:solidFill>
                <a:latin typeface="Arial"/>
                <a:ea typeface="Arial"/>
                <a:cs typeface="Arial"/>
              </a:defRPr>
            </a:lvl9pPr>
          </a:lstStyle>
          <a:p xmlns:a="http://schemas.openxmlformats.org/drawingml/2006/main">
            <a:pPr>
              <a:defRPr sz="1650" b="0">
                <a:solidFill>
                  <a:srgbClr val="FFFFFF"/>
                </a:solidFill>
                <a:latin typeface="Arial"/>
                <a:ea typeface="Arial"/>
                <a:cs typeface="Arial"/>
              </a:defRPr>
            </a:pPr>
            <a:r>
              <a:rPr sz="1650" b="0">
                <a:solidFill>
                  <a:srgbClr val="FFFFFF"/>
                </a:solidFill>
                <a:latin typeface="Arial"/>
                <a:ea typeface="Arial"/>
                <a:cs typeface="Arial"/>
              </a:rPr>
              <a:t>Eight DTS classes. Approximately 430 students.</a:t>
            </a:r>
          </a:p>
        </p:txBody>
      </p:sp>
      <p:sp>
        <p:nvSpPr>
          <p:cNvPr id="8" name="">
            <a:extLst xmlns:a="http://schemas.openxmlformats.org/drawingml/2006/main">
              <a:ext uri="{FF2B5EF4-FFF2-40B4-BE49-F238E27FC236}">
                <a16:creationId xmlns:a16="http://schemas.microsoft.com/office/drawing/2014/main" id="{B347B107-05C1-40A0-9591-8C5AFAF5A045}"/>
              </a:ext>
            </a:extLst>
          </p:cNvPr>
          <p:cNvSpPr>
            <a:spLocks xmlns:a="http://schemas.openxmlformats.org/drawingml/2006/main" noGrp="1"/>
          </p:cNvSpPr>
          <p:nvPr/>
        </p:nvSpPr>
        <p:spPr>
          <a:xfrm xmlns:a="http://schemas.openxmlformats.org/drawingml/2006/main">
            <a:off x="609600" y="6419850"/>
            <a:ext cx="419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350" b="0">
                <a:solidFill>
                  <a:srgbClr val="D3DDD5"/>
                </a:solidFill>
                <a:latin typeface="Arial"/>
                <a:ea typeface="Arial"/>
                <a:cs typeface="Arial"/>
              </a:defRPr>
            </a:defPPr>
            <a:lvl1pPr>
              <a:defRPr sz="1350" b="0">
                <a:solidFill>
                  <a:srgbClr val="D3DDD5"/>
                </a:solidFill>
                <a:latin typeface="Arial"/>
                <a:ea typeface="Arial"/>
                <a:cs typeface="Arial"/>
              </a:defRPr>
            </a:lvl1pPr>
            <a:lvl2pPr>
              <a:defRPr sz="1350" b="0">
                <a:solidFill>
                  <a:srgbClr val="D3DDD5"/>
                </a:solidFill>
                <a:latin typeface="Arial"/>
                <a:ea typeface="Arial"/>
                <a:cs typeface="Arial"/>
              </a:defRPr>
            </a:lvl2pPr>
            <a:lvl3pPr>
              <a:defRPr sz="1350" b="0">
                <a:solidFill>
                  <a:srgbClr val="D3DDD5"/>
                </a:solidFill>
                <a:latin typeface="Arial"/>
                <a:ea typeface="Arial"/>
                <a:cs typeface="Arial"/>
              </a:defRPr>
            </a:lvl3pPr>
            <a:lvl4pPr>
              <a:defRPr sz="1350" b="0">
                <a:solidFill>
                  <a:srgbClr val="D3DDD5"/>
                </a:solidFill>
                <a:latin typeface="Arial"/>
                <a:ea typeface="Arial"/>
                <a:cs typeface="Arial"/>
              </a:defRPr>
            </a:lvl4pPr>
            <a:lvl5pPr>
              <a:defRPr sz="1350" b="0">
                <a:solidFill>
                  <a:srgbClr val="D3DDD5"/>
                </a:solidFill>
                <a:latin typeface="Arial"/>
                <a:ea typeface="Arial"/>
                <a:cs typeface="Arial"/>
              </a:defRPr>
            </a:lvl5pPr>
            <a:lvl6pPr>
              <a:defRPr sz="1350" b="0">
                <a:solidFill>
                  <a:srgbClr val="D3DDD5"/>
                </a:solidFill>
                <a:latin typeface="Arial"/>
                <a:ea typeface="Arial"/>
                <a:cs typeface="Arial"/>
              </a:defRPr>
            </a:lvl6pPr>
            <a:lvl7pPr>
              <a:defRPr sz="1350" b="0">
                <a:solidFill>
                  <a:srgbClr val="D3DDD5"/>
                </a:solidFill>
                <a:latin typeface="Arial"/>
                <a:ea typeface="Arial"/>
                <a:cs typeface="Arial"/>
              </a:defRPr>
            </a:lvl7pPr>
            <a:lvl8pPr>
              <a:defRPr sz="1350" b="0">
                <a:solidFill>
                  <a:srgbClr val="D3DDD5"/>
                </a:solidFill>
                <a:latin typeface="Arial"/>
                <a:ea typeface="Arial"/>
                <a:cs typeface="Arial"/>
              </a:defRPr>
            </a:lvl8pPr>
            <a:lvl9pPr>
              <a:defRPr sz="1350" b="0">
                <a:solidFill>
                  <a:srgbClr val="D3DDD5"/>
                </a:solidFill>
                <a:latin typeface="Arial"/>
                <a:ea typeface="Arial"/>
                <a:cs typeface="Arial"/>
              </a:defRPr>
            </a:lvl9pPr>
          </a:lstStyle>
          <a:p xmlns:a="http://schemas.openxmlformats.org/drawingml/2006/main">
            <a:pPr>
              <a:defRPr sz="1350" b="0">
                <a:solidFill>
                  <a:srgbClr val="D3DDD5"/>
                </a:solidFill>
                <a:latin typeface="Arial"/>
                <a:ea typeface="Arial"/>
                <a:cs typeface="Arial"/>
              </a:defRPr>
            </a:pPr>
            <a:r>
              <a:rPr sz="1350" b="0">
                <a:solidFill>
                  <a:srgbClr val="D3DDD5"/>
                </a:solidFill>
                <a:latin typeface="Arial"/>
                <a:ea typeface="Arial"/>
                <a:cs typeface="Arial"/>
              </a:rPr>
              <a:t>19 October 2026</a:t>
            </a:r>
          </a:p>
        </p:txBody>
      </p:sp>
      <p:sp>
        <p:nvSpPr>
          <p:cNvPr id="9" name="">
            <a:extLst xmlns:a="http://schemas.openxmlformats.org/drawingml/2006/main">
              <a:ext uri="{FF2B5EF4-FFF2-40B4-BE49-F238E27FC236}">
                <a16:creationId xmlns:a16="http://schemas.microsoft.com/office/drawing/2014/main" id="{DE4C199B-75CD-416D-B74C-E063365A4E0E}"/>
              </a:ext>
            </a:extLst>
          </p:cNvPr>
          <p:cNvSpPr>
            <a:spLocks xmlns:a="http://schemas.openxmlformats.org/drawingml/2006/main" noGrp="1"/>
          </p:cNvSpPr>
          <p:nvPr/>
        </p:nvSpPr>
        <p:spPr>
          <a:xfrm xmlns:a="http://schemas.openxmlformats.org/drawingml/2006/main">
            <a:off x="10839450" y="6486525"/>
            <a:ext cx="742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350" b="0">
                <a:solidFill>
                  <a:srgbClr val="FFFFFF"/>
                </a:solidFill>
                <a:latin typeface="Arial"/>
                <a:ea typeface="Arial"/>
                <a:cs typeface="Arial"/>
              </a:defRPr>
            </a:defPPr>
            <a:lvl1pPr>
              <a:defRPr sz="1350" b="0">
                <a:solidFill>
                  <a:srgbClr val="FFFFFF"/>
                </a:solidFill>
                <a:latin typeface="Arial"/>
                <a:ea typeface="Arial"/>
                <a:cs typeface="Arial"/>
              </a:defRPr>
            </a:lvl1pPr>
            <a:lvl2pPr>
              <a:defRPr sz="1350" b="0">
                <a:solidFill>
                  <a:srgbClr val="FFFFFF"/>
                </a:solidFill>
                <a:latin typeface="Arial"/>
                <a:ea typeface="Arial"/>
                <a:cs typeface="Arial"/>
              </a:defRPr>
            </a:lvl2pPr>
            <a:lvl3pPr>
              <a:defRPr sz="1350" b="0">
                <a:solidFill>
                  <a:srgbClr val="FFFFFF"/>
                </a:solidFill>
                <a:latin typeface="Arial"/>
                <a:ea typeface="Arial"/>
                <a:cs typeface="Arial"/>
              </a:defRPr>
            </a:lvl3pPr>
            <a:lvl4pPr>
              <a:defRPr sz="1350" b="0">
                <a:solidFill>
                  <a:srgbClr val="FFFFFF"/>
                </a:solidFill>
                <a:latin typeface="Arial"/>
                <a:ea typeface="Arial"/>
                <a:cs typeface="Arial"/>
              </a:defRPr>
            </a:lvl4pPr>
            <a:lvl5pPr>
              <a:defRPr sz="1350" b="0">
                <a:solidFill>
                  <a:srgbClr val="FFFFFF"/>
                </a:solidFill>
                <a:latin typeface="Arial"/>
                <a:ea typeface="Arial"/>
                <a:cs typeface="Arial"/>
              </a:defRPr>
            </a:lvl5pPr>
            <a:lvl6pPr>
              <a:defRPr sz="1350" b="0">
                <a:solidFill>
                  <a:srgbClr val="FFFFFF"/>
                </a:solidFill>
                <a:latin typeface="Arial"/>
                <a:ea typeface="Arial"/>
                <a:cs typeface="Arial"/>
              </a:defRPr>
            </a:lvl6pPr>
            <a:lvl7pPr>
              <a:defRPr sz="1350" b="0">
                <a:solidFill>
                  <a:srgbClr val="FFFFFF"/>
                </a:solidFill>
                <a:latin typeface="Arial"/>
                <a:ea typeface="Arial"/>
                <a:cs typeface="Arial"/>
              </a:defRPr>
            </a:lvl7pPr>
            <a:lvl8pPr>
              <a:defRPr sz="1350" b="0">
                <a:solidFill>
                  <a:srgbClr val="FFFFFF"/>
                </a:solidFill>
                <a:latin typeface="Arial"/>
                <a:ea typeface="Arial"/>
                <a:cs typeface="Arial"/>
              </a:defRPr>
            </a:lvl8pPr>
            <a:lvl9pPr>
              <a:defRPr sz="1350" b="0">
                <a:solidFill>
                  <a:srgbClr val="FFFFFF"/>
                </a:solidFill>
                <a:latin typeface="Arial"/>
                <a:ea typeface="Arial"/>
                <a:cs typeface="Arial"/>
              </a:defRPr>
            </a:lvl9pPr>
          </a:lstStyle>
          <a:p xmlns:a="http://schemas.openxmlformats.org/drawingml/2006/main">
            <a:pPr>
              <a:defRPr sz="1350" b="0">
                <a:solidFill>
                  <a:srgbClr val="FFFFFF"/>
                </a:solidFill>
                <a:latin typeface="Arial"/>
                <a:ea typeface="Arial"/>
                <a:cs typeface="Arial"/>
              </a:defRPr>
            </a:pPr>
            <a:r>
              <a:rPr sz="1350" b="0">
                <a:solidFill>
                  <a:srgbClr val="FFFFFF"/>
                </a:solidFill>
                <a:latin typeface="Arial"/>
                <a:ea typeface="Arial"/>
                <a:cs typeface="Arial"/>
              </a:rPr>
              <a:t>1 / 6</a:t>
            </a:r>
          </a:p>
        </p:txBody>
      </p:sp>
    </p:spTree>
    <p:extLst>
      <p:ext uri="{BB962C8B-B14F-4D97-AF65-F5344CB8AC3E}">
        <p14:creationId xmlns:p14="http://schemas.microsoft.com/office/powerpoint/2010/main" val="194778171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B486FAF4-EF81-4CDD-A36A-58D62E883E65}"/>
              </a:ext>
            </a:extLst>
          </p:cNvPr>
          <p:cNvSpPr>
            <a:spLocks xmlns:a="http://schemas.openxmlformats.org/drawingml/2006/main" noGrp="1"/>
          </p:cNvSpPr>
          <p:nvPr/>
        </p:nvSpPr>
        <p:spPr>
          <a:xfrm xmlns:a="http://schemas.openxmlformats.org/drawingml/2006/main">
            <a:off x="609600" y="266700"/>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500" b="1">
                <a:solidFill>
                  <a:srgbClr val="24634D"/>
                </a:solidFill>
                <a:latin typeface="Arial"/>
                <a:ea typeface="Arial"/>
                <a:cs typeface="Arial"/>
              </a:defRPr>
            </a:defPPr>
            <a:lvl1pPr>
              <a:defRPr sz="1500" b="1">
                <a:solidFill>
                  <a:srgbClr val="24634D"/>
                </a:solidFill>
                <a:latin typeface="Arial"/>
                <a:ea typeface="Arial"/>
                <a:cs typeface="Arial"/>
              </a:defRPr>
            </a:lvl1pPr>
            <a:lvl2pPr>
              <a:defRPr sz="1500" b="1">
                <a:solidFill>
                  <a:srgbClr val="24634D"/>
                </a:solidFill>
                <a:latin typeface="Arial"/>
                <a:ea typeface="Arial"/>
                <a:cs typeface="Arial"/>
              </a:defRPr>
            </a:lvl2pPr>
            <a:lvl3pPr>
              <a:defRPr sz="1500" b="1">
                <a:solidFill>
                  <a:srgbClr val="24634D"/>
                </a:solidFill>
                <a:latin typeface="Arial"/>
                <a:ea typeface="Arial"/>
                <a:cs typeface="Arial"/>
              </a:defRPr>
            </a:lvl3pPr>
            <a:lvl4pPr>
              <a:defRPr sz="1500" b="1">
                <a:solidFill>
                  <a:srgbClr val="24634D"/>
                </a:solidFill>
                <a:latin typeface="Arial"/>
                <a:ea typeface="Arial"/>
                <a:cs typeface="Arial"/>
              </a:defRPr>
            </a:lvl4pPr>
            <a:lvl5pPr>
              <a:defRPr sz="1500" b="1">
                <a:solidFill>
                  <a:srgbClr val="24634D"/>
                </a:solidFill>
                <a:latin typeface="Arial"/>
                <a:ea typeface="Arial"/>
                <a:cs typeface="Arial"/>
              </a:defRPr>
            </a:lvl5pPr>
            <a:lvl6pPr>
              <a:defRPr sz="1500" b="1">
                <a:solidFill>
                  <a:srgbClr val="24634D"/>
                </a:solidFill>
                <a:latin typeface="Arial"/>
                <a:ea typeface="Arial"/>
                <a:cs typeface="Arial"/>
              </a:defRPr>
            </a:lvl6pPr>
            <a:lvl7pPr>
              <a:defRPr sz="1500" b="1">
                <a:solidFill>
                  <a:srgbClr val="24634D"/>
                </a:solidFill>
                <a:latin typeface="Arial"/>
                <a:ea typeface="Arial"/>
                <a:cs typeface="Arial"/>
              </a:defRPr>
            </a:lvl7pPr>
            <a:lvl8pPr>
              <a:defRPr sz="1500" b="1">
                <a:solidFill>
                  <a:srgbClr val="24634D"/>
                </a:solidFill>
                <a:latin typeface="Arial"/>
                <a:ea typeface="Arial"/>
                <a:cs typeface="Arial"/>
              </a:defRPr>
            </a:lvl8pPr>
            <a:lvl9pPr>
              <a:defRPr sz="1500" b="1">
                <a:solidFill>
                  <a:srgbClr val="24634D"/>
                </a:solidFill>
                <a:latin typeface="Arial"/>
                <a:ea typeface="Arial"/>
                <a:cs typeface="Arial"/>
              </a:defRPr>
            </a:lvl9pPr>
          </a:lstStyle>
          <a:p xmlns:a="http://schemas.openxmlformats.org/drawingml/2006/main">
            <a:pPr>
              <a:defRPr sz="1500" b="1">
                <a:solidFill>
                  <a:srgbClr val="24634D"/>
                </a:solidFill>
                <a:latin typeface="Arial"/>
                <a:ea typeface="Arial"/>
                <a:cs typeface="Arial"/>
              </a:defRPr>
            </a:pPr>
            <a:r>
              <a:rPr sz="1500" b="1">
                <a:solidFill>
                  <a:srgbClr val="24634D"/>
                </a:solidFill>
                <a:latin typeface="Arial"/>
                <a:ea typeface="Arial"/>
                <a:cs typeface="Arial"/>
              </a:rPr>
              <a:t>U Use</a:t>
            </a:r>
          </a:p>
        </p:txBody>
      </p:sp>
      <p:sp>
        <p:nvSpPr>
          <p:cNvPr id="2" name="">
            <a:extLst xmlns:a="http://schemas.openxmlformats.org/drawingml/2006/main">
              <a:ext uri="{FF2B5EF4-FFF2-40B4-BE49-F238E27FC236}">
                <a16:creationId xmlns:a16="http://schemas.microsoft.com/office/drawing/2014/main" id="{6C8A99FA-FE63-4623-875A-BB670B4DC539}"/>
              </a:ext>
            </a:extLst>
          </p:cNvPr>
          <p:cNvSpPr>
            <a:spLocks xmlns:a="http://schemas.openxmlformats.org/drawingml/2006/main" noGrp="1"/>
          </p:cNvSpPr>
          <p:nvPr/>
        </p:nvSpPr>
        <p:spPr>
          <a:xfrm xmlns:a="http://schemas.openxmlformats.org/drawingml/2006/main">
            <a:off x="609600" y="82867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900" b="1">
                <a:solidFill>
                  <a:srgbClr val="172B24"/>
                </a:solidFill>
                <a:latin typeface="Arial"/>
                <a:ea typeface="Arial"/>
                <a:cs typeface="Arial"/>
              </a:defRPr>
            </a:defPPr>
            <a:lvl1pPr>
              <a:defRPr sz="3900" b="1">
                <a:solidFill>
                  <a:srgbClr val="172B24"/>
                </a:solidFill>
                <a:latin typeface="Arial"/>
                <a:ea typeface="Arial"/>
                <a:cs typeface="Arial"/>
              </a:defRPr>
            </a:lvl1pPr>
            <a:lvl2pPr>
              <a:defRPr sz="3900" b="1">
                <a:solidFill>
                  <a:srgbClr val="172B24"/>
                </a:solidFill>
                <a:latin typeface="Arial"/>
                <a:ea typeface="Arial"/>
                <a:cs typeface="Arial"/>
              </a:defRPr>
            </a:lvl2pPr>
            <a:lvl3pPr>
              <a:defRPr sz="3900" b="1">
                <a:solidFill>
                  <a:srgbClr val="172B24"/>
                </a:solidFill>
                <a:latin typeface="Arial"/>
                <a:ea typeface="Arial"/>
                <a:cs typeface="Arial"/>
              </a:defRPr>
            </a:lvl3pPr>
            <a:lvl4pPr>
              <a:defRPr sz="3900" b="1">
                <a:solidFill>
                  <a:srgbClr val="172B24"/>
                </a:solidFill>
                <a:latin typeface="Arial"/>
                <a:ea typeface="Arial"/>
                <a:cs typeface="Arial"/>
              </a:defRPr>
            </a:lvl4pPr>
            <a:lvl5pPr>
              <a:defRPr sz="3900" b="1">
                <a:solidFill>
                  <a:srgbClr val="172B24"/>
                </a:solidFill>
                <a:latin typeface="Arial"/>
                <a:ea typeface="Arial"/>
                <a:cs typeface="Arial"/>
              </a:defRPr>
            </a:lvl5pPr>
            <a:lvl6pPr>
              <a:defRPr sz="3900" b="1">
                <a:solidFill>
                  <a:srgbClr val="172B24"/>
                </a:solidFill>
                <a:latin typeface="Arial"/>
                <a:ea typeface="Arial"/>
                <a:cs typeface="Arial"/>
              </a:defRPr>
            </a:lvl6pPr>
            <a:lvl7pPr>
              <a:defRPr sz="3900" b="1">
                <a:solidFill>
                  <a:srgbClr val="172B24"/>
                </a:solidFill>
                <a:latin typeface="Arial"/>
                <a:ea typeface="Arial"/>
                <a:cs typeface="Arial"/>
              </a:defRPr>
            </a:lvl7pPr>
            <a:lvl8pPr>
              <a:defRPr sz="3900" b="1">
                <a:solidFill>
                  <a:srgbClr val="172B24"/>
                </a:solidFill>
                <a:latin typeface="Arial"/>
                <a:ea typeface="Arial"/>
                <a:cs typeface="Arial"/>
              </a:defRPr>
            </a:lvl8pPr>
            <a:lvl9pPr>
              <a:defRPr sz="3900" b="1">
                <a:solidFill>
                  <a:srgbClr val="172B24"/>
                </a:solidFill>
                <a:latin typeface="Arial"/>
                <a:ea typeface="Arial"/>
                <a:cs typeface="Arial"/>
              </a:defRPr>
            </a:lvl9pPr>
          </a:lstStyle>
          <a:p xmlns:a="http://schemas.openxmlformats.org/drawingml/2006/main">
            <a:pPr>
              <a:defRPr sz="3900" b="1">
                <a:solidFill>
                  <a:srgbClr val="172B24"/>
                </a:solidFill>
                <a:latin typeface="Arial"/>
                <a:ea typeface="Arial"/>
                <a:cs typeface="Arial"/>
              </a:defRPr>
            </a:pPr>
            <a:r>
              <a:rPr sz="3900" b="1">
                <a:solidFill>
                  <a:srgbClr val="172B24"/>
                </a:solidFill>
                <a:latin typeface="Arial"/>
                <a:ea typeface="Arial"/>
                <a:cs typeface="Arial"/>
              </a:rPr>
              <a:t>Student needs and design</a:t>
            </a:r>
          </a:p>
        </p:txBody>
      </p:sp>
      <p:sp>
        <p:nvSpPr>
          <p:cNvPr id="3" name="">
            <a:extLst xmlns:a="http://schemas.openxmlformats.org/drawingml/2006/main">
              <a:ext uri="{FF2B5EF4-FFF2-40B4-BE49-F238E27FC236}">
                <a16:creationId xmlns:a16="http://schemas.microsoft.com/office/drawing/2014/main" id="{D2027FE4-B047-4678-B5CC-29EEEBDC1D8F}"/>
              </a:ext>
            </a:extLst>
          </p:cNvPr>
          <p:cNvSpPr>
            <a:spLocks xmlns:a="http://schemas.openxmlformats.org/drawingml/2006/main" noGrp="1"/>
          </p:cNvSpPr>
          <p:nvPr/>
        </p:nvSpPr>
        <p:spPr>
          <a:xfrm xmlns:a="http://schemas.openxmlformats.org/drawingml/2006/main">
            <a:off x="609600" y="157162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725" b="0">
                <a:solidFill>
                  <a:srgbClr val="5C6A63"/>
                </a:solidFill>
                <a:latin typeface="Arial"/>
                <a:ea typeface="Arial"/>
                <a:cs typeface="Arial"/>
              </a:defRPr>
            </a:defPPr>
            <a:lvl1pPr>
              <a:defRPr sz="1725" b="0">
                <a:solidFill>
                  <a:srgbClr val="5C6A63"/>
                </a:solidFill>
                <a:latin typeface="Arial"/>
                <a:ea typeface="Arial"/>
                <a:cs typeface="Arial"/>
              </a:defRPr>
            </a:lvl1pPr>
            <a:lvl2pPr>
              <a:defRPr sz="1725" b="0">
                <a:solidFill>
                  <a:srgbClr val="5C6A63"/>
                </a:solidFill>
                <a:latin typeface="Arial"/>
                <a:ea typeface="Arial"/>
                <a:cs typeface="Arial"/>
              </a:defRPr>
            </a:lvl2pPr>
            <a:lvl3pPr>
              <a:defRPr sz="1725" b="0">
                <a:solidFill>
                  <a:srgbClr val="5C6A63"/>
                </a:solidFill>
                <a:latin typeface="Arial"/>
                <a:ea typeface="Arial"/>
                <a:cs typeface="Arial"/>
              </a:defRPr>
            </a:lvl3pPr>
            <a:lvl4pPr>
              <a:defRPr sz="1725" b="0">
                <a:solidFill>
                  <a:srgbClr val="5C6A63"/>
                </a:solidFill>
                <a:latin typeface="Arial"/>
                <a:ea typeface="Arial"/>
                <a:cs typeface="Arial"/>
              </a:defRPr>
            </a:lvl4pPr>
            <a:lvl5pPr>
              <a:defRPr sz="1725" b="0">
                <a:solidFill>
                  <a:srgbClr val="5C6A63"/>
                </a:solidFill>
                <a:latin typeface="Arial"/>
                <a:ea typeface="Arial"/>
                <a:cs typeface="Arial"/>
              </a:defRPr>
            </a:lvl5pPr>
            <a:lvl6pPr>
              <a:defRPr sz="1725" b="0">
                <a:solidFill>
                  <a:srgbClr val="5C6A63"/>
                </a:solidFill>
                <a:latin typeface="Arial"/>
                <a:ea typeface="Arial"/>
                <a:cs typeface="Arial"/>
              </a:defRPr>
            </a:lvl6pPr>
            <a:lvl7pPr>
              <a:defRPr sz="1725" b="0">
                <a:solidFill>
                  <a:srgbClr val="5C6A63"/>
                </a:solidFill>
                <a:latin typeface="Arial"/>
                <a:ea typeface="Arial"/>
                <a:cs typeface="Arial"/>
              </a:defRPr>
            </a:lvl7pPr>
            <a:lvl8pPr>
              <a:defRPr sz="1725" b="0">
                <a:solidFill>
                  <a:srgbClr val="5C6A63"/>
                </a:solidFill>
                <a:latin typeface="Arial"/>
                <a:ea typeface="Arial"/>
                <a:cs typeface="Arial"/>
              </a:defRPr>
            </a:lvl8pPr>
            <a:lvl9pPr>
              <a:defRPr sz="1725" b="0">
                <a:solidFill>
                  <a:srgbClr val="5C6A63"/>
                </a:solidFill>
                <a:latin typeface="Arial"/>
                <a:ea typeface="Arial"/>
                <a:cs typeface="Arial"/>
              </a:defRPr>
            </a:lvl9pPr>
          </a:lstStyle>
          <a:p xmlns:a="http://schemas.openxmlformats.org/drawingml/2006/main">
            <a:pPr>
              <a:defRPr sz="1725" b="0">
                <a:solidFill>
                  <a:srgbClr val="5C6A63"/>
                </a:solidFill>
                <a:latin typeface="Arial"/>
                <a:ea typeface="Arial"/>
                <a:cs typeface="Arial"/>
              </a:defRPr>
            </a:pPr>
            <a:r>
              <a:rPr sz="1725" b="0">
                <a:solidFill>
                  <a:srgbClr val="5C6A63"/>
                </a:solidFill>
                <a:latin typeface="Arial"/>
                <a:ea typeface="Arial"/>
                <a:cs typeface="Arial"/>
              </a:rPr>
              <a:t>Team-reported interview summaries, n = 15. Qualitative input.</a:t>
            </a:r>
          </a:p>
        </p:txBody>
      </p:sp>
      <p:sp>
        <p:nvSpPr>
          <p:cNvPr id="4" name="">
            <a:extLst xmlns:a="http://schemas.openxmlformats.org/drawingml/2006/main">
              <a:ext uri="{FF2B5EF4-FFF2-40B4-BE49-F238E27FC236}">
                <a16:creationId xmlns:a16="http://schemas.microsoft.com/office/drawing/2014/main" id="{781A8EEA-5683-4D2F-8D90-BFF712F3293D}"/>
              </a:ext>
            </a:extLst>
          </p:cNvPr>
          <p:cNvSpPr>
            <a:spLocks xmlns:a="http://schemas.openxmlformats.org/drawingml/2006/main" noGrp="1"/>
          </p:cNvSpPr>
          <p:nvPr/>
        </p:nvSpPr>
        <p:spPr>
          <a:xfrm xmlns:a="http://schemas.openxmlformats.org/drawingml/2006/main">
            <a:off x="609600" y="2066925"/>
            <a:ext cx="285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1">
                <a:solidFill>
                  <a:srgbClr val="24634D"/>
                </a:solidFill>
                <a:latin typeface="Arial"/>
                <a:ea typeface="Arial"/>
                <a:cs typeface="Arial"/>
              </a:defRPr>
            </a:defPPr>
            <a:lvl1pPr>
              <a:defRPr sz="3300" b="1">
                <a:solidFill>
                  <a:srgbClr val="24634D"/>
                </a:solidFill>
                <a:latin typeface="Arial"/>
                <a:ea typeface="Arial"/>
                <a:cs typeface="Arial"/>
              </a:defRPr>
            </a:lvl1pPr>
            <a:lvl2pPr>
              <a:defRPr sz="3300" b="1">
                <a:solidFill>
                  <a:srgbClr val="24634D"/>
                </a:solidFill>
                <a:latin typeface="Arial"/>
                <a:ea typeface="Arial"/>
                <a:cs typeface="Arial"/>
              </a:defRPr>
            </a:lvl2pPr>
            <a:lvl3pPr>
              <a:defRPr sz="3300" b="1">
                <a:solidFill>
                  <a:srgbClr val="24634D"/>
                </a:solidFill>
                <a:latin typeface="Arial"/>
                <a:ea typeface="Arial"/>
                <a:cs typeface="Arial"/>
              </a:defRPr>
            </a:lvl3pPr>
            <a:lvl4pPr>
              <a:defRPr sz="3300" b="1">
                <a:solidFill>
                  <a:srgbClr val="24634D"/>
                </a:solidFill>
                <a:latin typeface="Arial"/>
                <a:ea typeface="Arial"/>
                <a:cs typeface="Arial"/>
              </a:defRPr>
            </a:lvl4pPr>
            <a:lvl5pPr>
              <a:defRPr sz="3300" b="1">
                <a:solidFill>
                  <a:srgbClr val="24634D"/>
                </a:solidFill>
                <a:latin typeface="Arial"/>
                <a:ea typeface="Arial"/>
                <a:cs typeface="Arial"/>
              </a:defRPr>
            </a:lvl5pPr>
            <a:lvl6pPr>
              <a:defRPr sz="3300" b="1">
                <a:solidFill>
                  <a:srgbClr val="24634D"/>
                </a:solidFill>
                <a:latin typeface="Arial"/>
                <a:ea typeface="Arial"/>
                <a:cs typeface="Arial"/>
              </a:defRPr>
            </a:lvl6pPr>
            <a:lvl7pPr>
              <a:defRPr sz="3300" b="1">
                <a:solidFill>
                  <a:srgbClr val="24634D"/>
                </a:solidFill>
                <a:latin typeface="Arial"/>
                <a:ea typeface="Arial"/>
                <a:cs typeface="Arial"/>
              </a:defRPr>
            </a:lvl7pPr>
            <a:lvl8pPr>
              <a:defRPr sz="3300" b="1">
                <a:solidFill>
                  <a:srgbClr val="24634D"/>
                </a:solidFill>
                <a:latin typeface="Arial"/>
                <a:ea typeface="Arial"/>
                <a:cs typeface="Arial"/>
              </a:defRPr>
            </a:lvl8pPr>
            <a:lvl9pPr>
              <a:defRPr sz="3300" b="1">
                <a:solidFill>
                  <a:srgbClr val="24634D"/>
                </a:solidFill>
                <a:latin typeface="Arial"/>
                <a:ea typeface="Arial"/>
                <a:cs typeface="Arial"/>
              </a:defRPr>
            </a:lvl9pPr>
          </a:lstStyle>
          <a:p xmlns:a="http://schemas.openxmlformats.org/drawingml/2006/main">
            <a:pPr>
              <a:defRPr sz="3300" b="1">
                <a:solidFill>
                  <a:srgbClr val="24634D"/>
                </a:solidFill>
                <a:latin typeface="Arial"/>
                <a:ea typeface="Arial"/>
                <a:cs typeface="Arial"/>
              </a:defRPr>
            </a:pPr>
            <a:r>
              <a:rPr sz="3300" b="1">
                <a:solidFill>
                  <a:srgbClr val="24634D"/>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F9CFDD09-2312-49AC-AC48-7FCBFA55DD47}"/>
              </a:ext>
            </a:extLst>
          </p:cNvPr>
          <p:cNvSpPr>
            <a:spLocks xmlns:a="http://schemas.openxmlformats.org/drawingml/2006/main" noGrp="1"/>
          </p:cNvSpPr>
          <p:nvPr/>
        </p:nvSpPr>
        <p:spPr>
          <a:xfrm xmlns:a="http://schemas.openxmlformats.org/drawingml/2006/main">
            <a:off x="609600" y="2657475"/>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00" b="1">
                <a:solidFill>
                  <a:srgbClr val="172B24"/>
                </a:solidFill>
                <a:latin typeface="Arial"/>
                <a:ea typeface="Arial"/>
                <a:cs typeface="Arial"/>
              </a:defRPr>
            </a:defPPr>
            <a:lvl1pPr>
              <a:defRPr sz="2100" b="1">
                <a:solidFill>
                  <a:srgbClr val="172B24"/>
                </a:solidFill>
                <a:latin typeface="Arial"/>
                <a:ea typeface="Arial"/>
                <a:cs typeface="Arial"/>
              </a:defRPr>
            </a:lvl1pPr>
            <a:lvl2pPr>
              <a:defRPr sz="2100" b="1">
                <a:solidFill>
                  <a:srgbClr val="172B24"/>
                </a:solidFill>
                <a:latin typeface="Arial"/>
                <a:ea typeface="Arial"/>
                <a:cs typeface="Arial"/>
              </a:defRPr>
            </a:lvl2pPr>
            <a:lvl3pPr>
              <a:defRPr sz="2100" b="1">
                <a:solidFill>
                  <a:srgbClr val="172B24"/>
                </a:solidFill>
                <a:latin typeface="Arial"/>
                <a:ea typeface="Arial"/>
                <a:cs typeface="Arial"/>
              </a:defRPr>
            </a:lvl3pPr>
            <a:lvl4pPr>
              <a:defRPr sz="2100" b="1">
                <a:solidFill>
                  <a:srgbClr val="172B24"/>
                </a:solidFill>
                <a:latin typeface="Arial"/>
                <a:ea typeface="Arial"/>
                <a:cs typeface="Arial"/>
              </a:defRPr>
            </a:lvl4pPr>
            <a:lvl5pPr>
              <a:defRPr sz="2100" b="1">
                <a:solidFill>
                  <a:srgbClr val="172B24"/>
                </a:solidFill>
                <a:latin typeface="Arial"/>
                <a:ea typeface="Arial"/>
                <a:cs typeface="Arial"/>
              </a:defRPr>
            </a:lvl5pPr>
            <a:lvl6pPr>
              <a:defRPr sz="2100" b="1">
                <a:solidFill>
                  <a:srgbClr val="172B24"/>
                </a:solidFill>
                <a:latin typeface="Arial"/>
                <a:ea typeface="Arial"/>
                <a:cs typeface="Arial"/>
              </a:defRPr>
            </a:lvl6pPr>
            <a:lvl7pPr>
              <a:defRPr sz="2100" b="1">
                <a:solidFill>
                  <a:srgbClr val="172B24"/>
                </a:solidFill>
                <a:latin typeface="Arial"/>
                <a:ea typeface="Arial"/>
                <a:cs typeface="Arial"/>
              </a:defRPr>
            </a:lvl7pPr>
            <a:lvl8pPr>
              <a:defRPr sz="2100" b="1">
                <a:solidFill>
                  <a:srgbClr val="172B24"/>
                </a:solidFill>
                <a:latin typeface="Arial"/>
                <a:ea typeface="Arial"/>
                <a:cs typeface="Arial"/>
              </a:defRPr>
            </a:lvl8pPr>
            <a:lvl9pPr>
              <a:defRPr sz="2100" b="1">
                <a:solidFill>
                  <a:srgbClr val="172B24"/>
                </a:solidFill>
                <a:latin typeface="Arial"/>
                <a:ea typeface="Arial"/>
                <a:cs typeface="Arial"/>
              </a:defRPr>
            </a:lvl9pPr>
          </a:lstStyle>
          <a:p xmlns:a="http://schemas.openxmlformats.org/drawingml/2006/main">
            <a:pPr>
              <a:defRPr sz="2100" b="1">
                <a:solidFill>
                  <a:srgbClr val="172B24"/>
                </a:solidFill>
                <a:latin typeface="Arial"/>
                <a:ea typeface="Arial"/>
                <a:cs typeface="Arial"/>
              </a:defRPr>
            </a:pPr>
            <a:r>
              <a:rPr sz="2100" b="1">
                <a:solidFill>
                  <a:srgbClr val="172B24"/>
                </a:solidFill>
                <a:latin typeface="Arial"/>
                <a:ea typeface="Arial"/>
                <a:cs typeface="Arial"/>
              </a:rPr>
              <a:t>Occasional demand</a:t>
            </a:r>
          </a:p>
        </p:txBody>
      </p:sp>
      <p:sp>
        <p:nvSpPr>
          <p:cNvPr id="6" name="">
            <a:extLst xmlns:a="http://schemas.openxmlformats.org/drawingml/2006/main">
              <a:ext uri="{FF2B5EF4-FFF2-40B4-BE49-F238E27FC236}">
                <a16:creationId xmlns:a16="http://schemas.microsoft.com/office/drawing/2014/main" id="{8DB5830A-96F2-4B3B-8693-D94714D9D3FC}"/>
              </a:ext>
            </a:extLst>
          </p:cNvPr>
          <p:cNvSpPr>
            <a:spLocks xmlns:a="http://schemas.openxmlformats.org/drawingml/2006/main" noGrp="1"/>
          </p:cNvSpPr>
          <p:nvPr/>
        </p:nvSpPr>
        <p:spPr>
          <a:xfrm xmlns:a="http://schemas.openxmlformats.org/drawingml/2006/main">
            <a:off x="609600" y="3181350"/>
            <a:ext cx="335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650" b="0">
                <a:solidFill>
                  <a:srgbClr val="172B24"/>
                </a:solidFill>
                <a:latin typeface="Arial"/>
                <a:ea typeface="Arial"/>
                <a:cs typeface="Arial"/>
              </a:defRPr>
            </a:defPPr>
            <a:lvl1pPr>
              <a:defRPr sz="1650" b="0">
                <a:solidFill>
                  <a:srgbClr val="172B24"/>
                </a:solidFill>
                <a:latin typeface="Arial"/>
                <a:ea typeface="Arial"/>
                <a:cs typeface="Arial"/>
              </a:defRPr>
            </a:lvl1pPr>
            <a:lvl2pPr>
              <a:defRPr sz="1650" b="0">
                <a:solidFill>
                  <a:srgbClr val="172B24"/>
                </a:solidFill>
                <a:latin typeface="Arial"/>
                <a:ea typeface="Arial"/>
                <a:cs typeface="Arial"/>
              </a:defRPr>
            </a:lvl2pPr>
            <a:lvl3pPr>
              <a:defRPr sz="1650" b="0">
                <a:solidFill>
                  <a:srgbClr val="172B24"/>
                </a:solidFill>
                <a:latin typeface="Arial"/>
                <a:ea typeface="Arial"/>
                <a:cs typeface="Arial"/>
              </a:defRPr>
            </a:lvl3pPr>
            <a:lvl4pPr>
              <a:defRPr sz="1650" b="0">
                <a:solidFill>
                  <a:srgbClr val="172B24"/>
                </a:solidFill>
                <a:latin typeface="Arial"/>
                <a:ea typeface="Arial"/>
                <a:cs typeface="Arial"/>
              </a:defRPr>
            </a:lvl4pPr>
            <a:lvl5pPr>
              <a:defRPr sz="1650" b="0">
                <a:solidFill>
                  <a:srgbClr val="172B24"/>
                </a:solidFill>
                <a:latin typeface="Arial"/>
                <a:ea typeface="Arial"/>
                <a:cs typeface="Arial"/>
              </a:defRPr>
            </a:lvl5pPr>
            <a:lvl6pPr>
              <a:defRPr sz="1650" b="0">
                <a:solidFill>
                  <a:srgbClr val="172B24"/>
                </a:solidFill>
                <a:latin typeface="Arial"/>
                <a:ea typeface="Arial"/>
                <a:cs typeface="Arial"/>
              </a:defRPr>
            </a:lvl6pPr>
            <a:lvl7pPr>
              <a:defRPr sz="1650" b="0">
                <a:solidFill>
                  <a:srgbClr val="172B24"/>
                </a:solidFill>
                <a:latin typeface="Arial"/>
                <a:ea typeface="Arial"/>
                <a:cs typeface="Arial"/>
              </a:defRPr>
            </a:lvl7pPr>
            <a:lvl8pPr>
              <a:defRPr sz="1650" b="0">
                <a:solidFill>
                  <a:srgbClr val="172B24"/>
                </a:solidFill>
                <a:latin typeface="Arial"/>
                <a:ea typeface="Arial"/>
                <a:cs typeface="Arial"/>
              </a:defRPr>
            </a:lvl8pPr>
            <a:lvl9pPr>
              <a:defRPr sz="1650" b="0">
                <a:solidFill>
                  <a:srgbClr val="172B24"/>
                </a:solidFill>
                <a:latin typeface="Arial"/>
                <a:ea typeface="Arial"/>
                <a:cs typeface="Arial"/>
              </a:defRPr>
            </a:lvl9pPr>
          </a:lstStyle>
          <a:p xmlns:a="http://schemas.openxmlformats.org/drawingml/2006/main">
            <a:pPr>
              <a:defRPr sz="1650" b="0">
                <a:solidFill>
                  <a:srgbClr val="172B24"/>
                </a:solidFill>
                <a:latin typeface="Arial"/>
                <a:ea typeface="Arial"/>
                <a:cs typeface="Arial"/>
              </a:defRPr>
            </a:pPr>
            <a:r>
              <a:rPr sz="1650" b="0">
                <a:solidFill>
                  <a:srgbClr val="172B24"/>
                </a:solidFill>
                <a:latin typeface="Arial"/>
                <a:ea typeface="Arial"/>
                <a:cs typeface="Arial"/>
              </a:rPr>
              <a:t>Students first ask friends or use existing services. Urgent low-value needs may not justify a separate handoff.</a:t>
            </a:r>
          </a:p>
        </p:txBody>
      </p:sp>
      <p:sp>
        <p:nvSpPr>
          <p:cNvPr id="7" name="">
            <a:extLst xmlns:a="http://schemas.openxmlformats.org/drawingml/2006/main">
              <a:ext uri="{FF2B5EF4-FFF2-40B4-BE49-F238E27FC236}">
                <a16:creationId xmlns:a16="http://schemas.microsoft.com/office/drawing/2014/main" id="{B879DCA4-E188-4F8A-9289-DC9045E6A584}"/>
              </a:ext>
            </a:extLst>
          </p:cNvPr>
          <p:cNvSpPr>
            <a:spLocks xmlns:a="http://schemas.openxmlformats.org/drawingml/2006/main" noGrp="1"/>
          </p:cNvSpPr>
          <p:nvPr/>
        </p:nvSpPr>
        <p:spPr>
          <a:xfrm xmlns:a="http://schemas.openxmlformats.org/drawingml/2006/main">
            <a:off x="609600" y="4276725"/>
            <a:ext cx="3352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350" b="1">
                <a:solidFill>
                  <a:srgbClr val="24634D"/>
                </a:solidFill>
                <a:latin typeface="Arial"/>
                <a:ea typeface="Arial"/>
                <a:cs typeface="Arial"/>
              </a:defRPr>
            </a:defPPr>
            <a:lvl1pPr>
              <a:defRPr sz="1350" b="1">
                <a:solidFill>
                  <a:srgbClr val="24634D"/>
                </a:solidFill>
                <a:latin typeface="Arial"/>
                <a:ea typeface="Arial"/>
                <a:cs typeface="Arial"/>
              </a:defRPr>
            </a:lvl1pPr>
            <a:lvl2pPr>
              <a:defRPr sz="1350" b="1">
                <a:solidFill>
                  <a:srgbClr val="24634D"/>
                </a:solidFill>
                <a:latin typeface="Arial"/>
                <a:ea typeface="Arial"/>
                <a:cs typeface="Arial"/>
              </a:defRPr>
            </a:lvl2pPr>
            <a:lvl3pPr>
              <a:defRPr sz="1350" b="1">
                <a:solidFill>
                  <a:srgbClr val="24634D"/>
                </a:solidFill>
                <a:latin typeface="Arial"/>
                <a:ea typeface="Arial"/>
                <a:cs typeface="Arial"/>
              </a:defRPr>
            </a:lvl3pPr>
            <a:lvl4pPr>
              <a:defRPr sz="1350" b="1">
                <a:solidFill>
                  <a:srgbClr val="24634D"/>
                </a:solidFill>
                <a:latin typeface="Arial"/>
                <a:ea typeface="Arial"/>
                <a:cs typeface="Arial"/>
              </a:defRPr>
            </a:lvl4pPr>
            <a:lvl5pPr>
              <a:defRPr sz="1350" b="1">
                <a:solidFill>
                  <a:srgbClr val="24634D"/>
                </a:solidFill>
                <a:latin typeface="Arial"/>
                <a:ea typeface="Arial"/>
                <a:cs typeface="Arial"/>
              </a:defRPr>
            </a:lvl5pPr>
            <a:lvl6pPr>
              <a:defRPr sz="1350" b="1">
                <a:solidFill>
                  <a:srgbClr val="24634D"/>
                </a:solidFill>
                <a:latin typeface="Arial"/>
                <a:ea typeface="Arial"/>
                <a:cs typeface="Arial"/>
              </a:defRPr>
            </a:lvl6pPr>
            <a:lvl7pPr>
              <a:defRPr sz="1350" b="1">
                <a:solidFill>
                  <a:srgbClr val="24634D"/>
                </a:solidFill>
                <a:latin typeface="Arial"/>
                <a:ea typeface="Arial"/>
                <a:cs typeface="Arial"/>
              </a:defRPr>
            </a:lvl7pPr>
            <a:lvl8pPr>
              <a:defRPr sz="1350" b="1">
                <a:solidFill>
                  <a:srgbClr val="24634D"/>
                </a:solidFill>
                <a:latin typeface="Arial"/>
                <a:ea typeface="Arial"/>
                <a:cs typeface="Arial"/>
              </a:defRPr>
            </a:lvl8pPr>
            <a:lvl9pPr>
              <a:defRPr sz="1350" b="1">
                <a:solidFill>
                  <a:srgbClr val="24634D"/>
                </a:solidFill>
                <a:latin typeface="Arial"/>
                <a:ea typeface="Arial"/>
                <a:cs typeface="Arial"/>
              </a:defRPr>
            </a:lvl9pPr>
          </a:lstStyle>
          <a:p xmlns:a="http://schemas.openxmlformats.org/drawingml/2006/main">
            <a:pPr>
              <a:defRPr sz="1350" b="1">
                <a:solidFill>
                  <a:srgbClr val="24634D"/>
                </a:solidFill>
                <a:latin typeface="Arial"/>
                <a:ea typeface="Arial"/>
                <a:cs typeface="Arial"/>
              </a:defRPr>
            </a:pPr>
            <a:r>
              <a:rPr sz="1350" b="1">
                <a:solidFill>
                  <a:srgbClr val="24634D"/>
                </a:solidFill>
                <a:latin typeface="Arial"/>
                <a:ea typeface="Arial"/>
                <a:cs typeface="Arial"/>
              </a:rPr>
              <a:t>Product response</a:t>
            </a:r>
          </a:p>
        </p:txBody>
      </p:sp>
      <p:sp>
        <p:nvSpPr>
          <p:cNvPr id="8" name="">
            <a:extLst xmlns:a="http://schemas.openxmlformats.org/drawingml/2006/main">
              <a:ext uri="{FF2B5EF4-FFF2-40B4-BE49-F238E27FC236}">
                <a16:creationId xmlns:a16="http://schemas.microsoft.com/office/drawing/2014/main" id="{2A976F87-5654-4F50-9AF0-3D117E4ED34B}"/>
              </a:ext>
            </a:extLst>
          </p:cNvPr>
          <p:cNvSpPr>
            <a:spLocks xmlns:a="http://schemas.openxmlformats.org/drawingml/2006/main" noGrp="1"/>
          </p:cNvSpPr>
          <p:nvPr/>
        </p:nvSpPr>
        <p:spPr>
          <a:xfrm xmlns:a="http://schemas.openxmlformats.org/drawingml/2006/main">
            <a:off x="609600" y="461010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575" b="0">
                <a:solidFill>
                  <a:srgbClr val="172B24"/>
                </a:solidFill>
                <a:latin typeface="Arial"/>
                <a:ea typeface="Arial"/>
                <a:cs typeface="Arial"/>
              </a:defRPr>
            </a:defPPr>
            <a:lvl1pPr>
              <a:defRPr sz="1575" b="0">
                <a:solidFill>
                  <a:srgbClr val="172B24"/>
                </a:solidFill>
                <a:latin typeface="Arial"/>
                <a:ea typeface="Arial"/>
                <a:cs typeface="Arial"/>
              </a:defRPr>
            </a:lvl1pPr>
            <a:lvl2pPr>
              <a:defRPr sz="1575" b="0">
                <a:solidFill>
                  <a:srgbClr val="172B24"/>
                </a:solidFill>
                <a:latin typeface="Arial"/>
                <a:ea typeface="Arial"/>
                <a:cs typeface="Arial"/>
              </a:defRPr>
            </a:lvl2pPr>
            <a:lvl3pPr>
              <a:defRPr sz="1575" b="0">
                <a:solidFill>
                  <a:srgbClr val="172B24"/>
                </a:solidFill>
                <a:latin typeface="Arial"/>
                <a:ea typeface="Arial"/>
                <a:cs typeface="Arial"/>
              </a:defRPr>
            </a:lvl3pPr>
            <a:lvl4pPr>
              <a:defRPr sz="1575" b="0">
                <a:solidFill>
                  <a:srgbClr val="172B24"/>
                </a:solidFill>
                <a:latin typeface="Arial"/>
                <a:ea typeface="Arial"/>
                <a:cs typeface="Arial"/>
              </a:defRPr>
            </a:lvl4pPr>
            <a:lvl5pPr>
              <a:defRPr sz="1575" b="0">
                <a:solidFill>
                  <a:srgbClr val="172B24"/>
                </a:solidFill>
                <a:latin typeface="Arial"/>
                <a:ea typeface="Arial"/>
                <a:cs typeface="Arial"/>
              </a:defRPr>
            </a:lvl5pPr>
            <a:lvl6pPr>
              <a:defRPr sz="1575" b="0">
                <a:solidFill>
                  <a:srgbClr val="172B24"/>
                </a:solidFill>
                <a:latin typeface="Arial"/>
                <a:ea typeface="Arial"/>
                <a:cs typeface="Arial"/>
              </a:defRPr>
            </a:lvl6pPr>
            <a:lvl7pPr>
              <a:defRPr sz="1575" b="0">
                <a:solidFill>
                  <a:srgbClr val="172B24"/>
                </a:solidFill>
                <a:latin typeface="Arial"/>
                <a:ea typeface="Arial"/>
                <a:cs typeface="Arial"/>
              </a:defRPr>
            </a:lvl7pPr>
            <a:lvl8pPr>
              <a:defRPr sz="1575" b="0">
                <a:solidFill>
                  <a:srgbClr val="172B24"/>
                </a:solidFill>
                <a:latin typeface="Arial"/>
                <a:ea typeface="Arial"/>
                <a:cs typeface="Arial"/>
              </a:defRPr>
            </a:lvl8pPr>
            <a:lvl9pPr>
              <a:defRPr sz="1575" b="0">
                <a:solidFill>
                  <a:srgbClr val="172B24"/>
                </a:solidFill>
                <a:latin typeface="Arial"/>
                <a:ea typeface="Arial"/>
                <a:cs typeface="Arial"/>
              </a:defRPr>
            </a:lvl9pPr>
          </a:lstStyle>
          <a:p xmlns:a="http://schemas.openxmlformats.org/drawingml/2006/main">
            <a:pPr>
              <a:defRPr sz="1575" b="0">
                <a:solidFill>
                  <a:srgbClr val="172B24"/>
                </a:solidFill>
                <a:latin typeface="Arial"/>
                <a:ea typeface="Arial"/>
                <a:cs typeface="Arial"/>
              </a:defRPr>
            </a:pPr>
            <a:r>
              <a:rPr sz="1575" b="0">
                <a:solidFill>
                  <a:srgbClr val="172B24"/>
                </a:solidFill>
                <a:latin typeface="Arial"/>
                <a:ea typeface="Arial"/>
                <a:cs typeface="Arial"/>
              </a:rPr>
              <a:t>Prioritise a planned need with dates. Expect occasional use.</a:t>
            </a:r>
          </a:p>
        </p:txBody>
      </p:sp>
      <p:sp>
        <p:nvSpPr>
          <p:cNvPr id="9" name="">
            <a:extLst xmlns:a="http://schemas.openxmlformats.org/drawingml/2006/main">
              <a:ext uri="{FF2B5EF4-FFF2-40B4-BE49-F238E27FC236}">
                <a16:creationId xmlns:a16="http://schemas.microsoft.com/office/drawing/2014/main" id="{55903CF4-F2AA-4BB0-A1D9-E1CF081C742C}"/>
              </a:ext>
            </a:extLst>
          </p:cNvPr>
          <p:cNvSpPr>
            <a:spLocks xmlns:a="http://schemas.openxmlformats.org/drawingml/2006/main" noGrp="1"/>
          </p:cNvSpPr>
          <p:nvPr/>
        </p:nvSpPr>
        <p:spPr>
          <a:xfrm xmlns:a="http://schemas.openxmlformats.org/drawingml/2006/main">
            <a:off x="609600" y="5267325"/>
            <a:ext cx="33528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b="0">
                <a:solidFill>
                  <a:srgbClr val="5C6A63"/>
                </a:solidFill>
                <a:latin typeface="Arial"/>
                <a:ea typeface="Arial"/>
                <a:cs typeface="Arial"/>
              </a:defRPr>
            </a:defPPr>
            <a:lvl1pPr>
              <a:defRPr sz="1200" b="0">
                <a:solidFill>
                  <a:srgbClr val="5C6A63"/>
                </a:solidFill>
                <a:latin typeface="Arial"/>
                <a:ea typeface="Arial"/>
                <a:cs typeface="Arial"/>
              </a:defRPr>
            </a:lvl1pPr>
            <a:lvl2pPr>
              <a:defRPr sz="1200" b="0">
                <a:solidFill>
                  <a:srgbClr val="5C6A63"/>
                </a:solidFill>
                <a:latin typeface="Arial"/>
                <a:ea typeface="Arial"/>
                <a:cs typeface="Arial"/>
              </a:defRPr>
            </a:lvl2pPr>
            <a:lvl3pPr>
              <a:defRPr sz="1200" b="0">
                <a:solidFill>
                  <a:srgbClr val="5C6A63"/>
                </a:solidFill>
                <a:latin typeface="Arial"/>
                <a:ea typeface="Arial"/>
                <a:cs typeface="Arial"/>
              </a:defRPr>
            </a:lvl3pPr>
            <a:lvl4pPr>
              <a:defRPr sz="1200" b="0">
                <a:solidFill>
                  <a:srgbClr val="5C6A63"/>
                </a:solidFill>
                <a:latin typeface="Arial"/>
                <a:ea typeface="Arial"/>
                <a:cs typeface="Arial"/>
              </a:defRPr>
            </a:lvl4pPr>
            <a:lvl5pPr>
              <a:defRPr sz="1200" b="0">
                <a:solidFill>
                  <a:srgbClr val="5C6A63"/>
                </a:solidFill>
                <a:latin typeface="Arial"/>
                <a:ea typeface="Arial"/>
                <a:cs typeface="Arial"/>
              </a:defRPr>
            </a:lvl5pPr>
            <a:lvl6pPr>
              <a:defRPr sz="1200" b="0">
                <a:solidFill>
                  <a:srgbClr val="5C6A63"/>
                </a:solidFill>
                <a:latin typeface="Arial"/>
                <a:ea typeface="Arial"/>
                <a:cs typeface="Arial"/>
              </a:defRPr>
            </a:lvl6pPr>
            <a:lvl7pPr>
              <a:defRPr sz="1200" b="0">
                <a:solidFill>
                  <a:srgbClr val="5C6A63"/>
                </a:solidFill>
                <a:latin typeface="Arial"/>
                <a:ea typeface="Arial"/>
                <a:cs typeface="Arial"/>
              </a:defRPr>
            </a:lvl7pPr>
            <a:lvl8pPr>
              <a:defRPr sz="1200" b="0">
                <a:solidFill>
                  <a:srgbClr val="5C6A63"/>
                </a:solidFill>
                <a:latin typeface="Arial"/>
                <a:ea typeface="Arial"/>
                <a:cs typeface="Arial"/>
              </a:defRPr>
            </a:lvl8pPr>
            <a:lvl9pPr>
              <a:defRPr sz="1200" b="0">
                <a:solidFill>
                  <a:srgbClr val="5C6A63"/>
                </a:solidFill>
                <a:latin typeface="Arial"/>
                <a:ea typeface="Arial"/>
                <a:cs typeface="Arial"/>
              </a:defRPr>
            </a:lvl9pPr>
          </a:lstStyle>
          <a:p xmlns:a="http://schemas.openxmlformats.org/drawingml/2006/main">
            <a:pPr>
              <a:defRPr sz="1200" b="0">
                <a:solidFill>
                  <a:srgbClr val="5C6A63"/>
                </a:solidFill>
                <a:latin typeface="Arial"/>
                <a:ea typeface="Arial"/>
                <a:cs typeface="Arial"/>
              </a:defRPr>
            </a:pPr>
            <a:r>
              <a:rPr sz="1200" b="0">
                <a:solidFill>
                  <a:srgbClr val="5C6A63"/>
                </a:solidFill>
                <a:latin typeface="Arial"/>
                <a:ea typeface="Arial"/>
                <a:cs typeface="Arial"/>
              </a:rPr>
              <a:t>V002, V005, V008, V015</a:t>
            </a:r>
          </a:p>
        </p:txBody>
      </p:sp>
      <p:sp>
        <p:nvSpPr>
          <p:cNvPr id="10" name="">
            <a:extLst xmlns:a="http://schemas.openxmlformats.org/drawingml/2006/main">
              <a:ext uri="{FF2B5EF4-FFF2-40B4-BE49-F238E27FC236}">
                <a16:creationId xmlns:a16="http://schemas.microsoft.com/office/drawing/2014/main" id="{F4DF265E-2DDA-4F3B-8A78-C67ADC6DF06F}"/>
              </a:ext>
            </a:extLst>
          </p:cNvPr>
          <p:cNvSpPr>
            <a:spLocks xmlns:a="http://schemas.openxmlformats.org/drawingml/2006/main" noGrp="1"/>
          </p:cNvSpPr>
          <p:nvPr/>
        </p:nvSpPr>
        <p:spPr>
          <a:xfrm xmlns:a="http://schemas.openxmlformats.org/drawingml/2006/main">
            <a:off x="4419600" y="2066925"/>
            <a:ext cx="285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1">
                <a:solidFill>
                  <a:srgbClr val="C26D55"/>
                </a:solidFill>
                <a:latin typeface="Arial"/>
                <a:ea typeface="Arial"/>
                <a:cs typeface="Arial"/>
              </a:defRPr>
            </a:defPPr>
            <a:lvl1pPr>
              <a:defRPr sz="3300" b="1">
                <a:solidFill>
                  <a:srgbClr val="C26D55"/>
                </a:solidFill>
                <a:latin typeface="Arial"/>
                <a:ea typeface="Arial"/>
                <a:cs typeface="Arial"/>
              </a:defRPr>
            </a:lvl1pPr>
            <a:lvl2pPr>
              <a:defRPr sz="3300" b="1">
                <a:solidFill>
                  <a:srgbClr val="C26D55"/>
                </a:solidFill>
                <a:latin typeface="Arial"/>
                <a:ea typeface="Arial"/>
                <a:cs typeface="Arial"/>
              </a:defRPr>
            </a:lvl2pPr>
            <a:lvl3pPr>
              <a:defRPr sz="3300" b="1">
                <a:solidFill>
                  <a:srgbClr val="C26D55"/>
                </a:solidFill>
                <a:latin typeface="Arial"/>
                <a:ea typeface="Arial"/>
                <a:cs typeface="Arial"/>
              </a:defRPr>
            </a:lvl3pPr>
            <a:lvl4pPr>
              <a:defRPr sz="3300" b="1">
                <a:solidFill>
                  <a:srgbClr val="C26D55"/>
                </a:solidFill>
                <a:latin typeface="Arial"/>
                <a:ea typeface="Arial"/>
                <a:cs typeface="Arial"/>
              </a:defRPr>
            </a:lvl4pPr>
            <a:lvl5pPr>
              <a:defRPr sz="3300" b="1">
                <a:solidFill>
                  <a:srgbClr val="C26D55"/>
                </a:solidFill>
                <a:latin typeface="Arial"/>
                <a:ea typeface="Arial"/>
                <a:cs typeface="Arial"/>
              </a:defRPr>
            </a:lvl5pPr>
            <a:lvl6pPr>
              <a:defRPr sz="3300" b="1">
                <a:solidFill>
                  <a:srgbClr val="C26D55"/>
                </a:solidFill>
                <a:latin typeface="Arial"/>
                <a:ea typeface="Arial"/>
                <a:cs typeface="Arial"/>
              </a:defRPr>
            </a:lvl6pPr>
            <a:lvl7pPr>
              <a:defRPr sz="3300" b="1">
                <a:solidFill>
                  <a:srgbClr val="C26D55"/>
                </a:solidFill>
                <a:latin typeface="Arial"/>
                <a:ea typeface="Arial"/>
                <a:cs typeface="Arial"/>
              </a:defRPr>
            </a:lvl7pPr>
            <a:lvl8pPr>
              <a:defRPr sz="3300" b="1">
                <a:solidFill>
                  <a:srgbClr val="C26D55"/>
                </a:solidFill>
                <a:latin typeface="Arial"/>
                <a:ea typeface="Arial"/>
                <a:cs typeface="Arial"/>
              </a:defRPr>
            </a:lvl8pPr>
            <a:lvl9pPr>
              <a:defRPr sz="3300" b="1">
                <a:solidFill>
                  <a:srgbClr val="C26D55"/>
                </a:solidFill>
                <a:latin typeface="Arial"/>
                <a:ea typeface="Arial"/>
                <a:cs typeface="Arial"/>
              </a:defRPr>
            </a:lvl9pPr>
          </a:lstStyle>
          <a:p xmlns:a="http://schemas.openxmlformats.org/drawingml/2006/main">
            <a:pPr>
              <a:defRPr sz="3300" b="1">
                <a:solidFill>
                  <a:srgbClr val="C26D55"/>
                </a:solidFill>
                <a:latin typeface="Arial"/>
                <a:ea typeface="Arial"/>
                <a:cs typeface="Arial"/>
              </a:defRPr>
            </a:pPr>
            <a:r>
              <a:rPr sz="3300" b="1">
                <a:solidFill>
                  <a:srgbClr val="C26D55"/>
                </a:solidFill>
                <a:latin typeface="Arial"/>
                <a:ea typeface="Arial"/>
                <a:cs typeface="Arial"/>
              </a:rPr>
              <a:t>02</a:t>
            </a:r>
          </a:p>
        </p:txBody>
      </p:sp>
      <p:sp>
        <p:nvSpPr>
          <p:cNvPr id="11" name="">
            <a:extLst xmlns:a="http://schemas.openxmlformats.org/drawingml/2006/main">
              <a:ext uri="{FF2B5EF4-FFF2-40B4-BE49-F238E27FC236}">
                <a16:creationId xmlns:a16="http://schemas.microsoft.com/office/drawing/2014/main" id="{65957D80-4ACC-4CD7-9224-C5E9170BC029}"/>
              </a:ext>
            </a:extLst>
          </p:cNvPr>
          <p:cNvSpPr>
            <a:spLocks xmlns:a="http://schemas.openxmlformats.org/drawingml/2006/main" noGrp="1"/>
          </p:cNvSpPr>
          <p:nvPr/>
        </p:nvSpPr>
        <p:spPr>
          <a:xfrm xmlns:a="http://schemas.openxmlformats.org/drawingml/2006/main">
            <a:off x="4419600" y="2657475"/>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00" b="1">
                <a:solidFill>
                  <a:srgbClr val="172B24"/>
                </a:solidFill>
                <a:latin typeface="Arial"/>
                <a:ea typeface="Arial"/>
                <a:cs typeface="Arial"/>
              </a:defRPr>
            </a:defPPr>
            <a:lvl1pPr>
              <a:defRPr sz="2100" b="1">
                <a:solidFill>
                  <a:srgbClr val="172B24"/>
                </a:solidFill>
                <a:latin typeface="Arial"/>
                <a:ea typeface="Arial"/>
                <a:cs typeface="Arial"/>
              </a:defRPr>
            </a:lvl1pPr>
            <a:lvl2pPr>
              <a:defRPr sz="2100" b="1">
                <a:solidFill>
                  <a:srgbClr val="172B24"/>
                </a:solidFill>
                <a:latin typeface="Arial"/>
                <a:ea typeface="Arial"/>
                <a:cs typeface="Arial"/>
              </a:defRPr>
            </a:lvl2pPr>
            <a:lvl3pPr>
              <a:defRPr sz="2100" b="1">
                <a:solidFill>
                  <a:srgbClr val="172B24"/>
                </a:solidFill>
                <a:latin typeface="Arial"/>
                <a:ea typeface="Arial"/>
                <a:cs typeface="Arial"/>
              </a:defRPr>
            </a:lvl3pPr>
            <a:lvl4pPr>
              <a:defRPr sz="2100" b="1">
                <a:solidFill>
                  <a:srgbClr val="172B24"/>
                </a:solidFill>
                <a:latin typeface="Arial"/>
                <a:ea typeface="Arial"/>
                <a:cs typeface="Arial"/>
              </a:defRPr>
            </a:lvl4pPr>
            <a:lvl5pPr>
              <a:defRPr sz="2100" b="1">
                <a:solidFill>
                  <a:srgbClr val="172B24"/>
                </a:solidFill>
                <a:latin typeface="Arial"/>
                <a:ea typeface="Arial"/>
                <a:cs typeface="Arial"/>
              </a:defRPr>
            </a:lvl5pPr>
            <a:lvl6pPr>
              <a:defRPr sz="2100" b="1">
                <a:solidFill>
                  <a:srgbClr val="172B24"/>
                </a:solidFill>
                <a:latin typeface="Arial"/>
                <a:ea typeface="Arial"/>
                <a:cs typeface="Arial"/>
              </a:defRPr>
            </a:lvl6pPr>
            <a:lvl7pPr>
              <a:defRPr sz="2100" b="1">
                <a:solidFill>
                  <a:srgbClr val="172B24"/>
                </a:solidFill>
                <a:latin typeface="Arial"/>
                <a:ea typeface="Arial"/>
                <a:cs typeface="Arial"/>
              </a:defRPr>
            </a:lvl7pPr>
            <a:lvl8pPr>
              <a:defRPr sz="2100" b="1">
                <a:solidFill>
                  <a:srgbClr val="172B24"/>
                </a:solidFill>
                <a:latin typeface="Arial"/>
                <a:ea typeface="Arial"/>
                <a:cs typeface="Arial"/>
              </a:defRPr>
            </a:lvl8pPr>
            <a:lvl9pPr>
              <a:defRPr sz="2100" b="1">
                <a:solidFill>
                  <a:srgbClr val="172B24"/>
                </a:solidFill>
                <a:latin typeface="Arial"/>
                <a:ea typeface="Arial"/>
                <a:cs typeface="Arial"/>
              </a:defRPr>
            </a:lvl9pPr>
          </a:lstStyle>
          <a:p xmlns:a="http://schemas.openxmlformats.org/drawingml/2006/main">
            <a:pPr>
              <a:defRPr sz="2100" b="1">
                <a:solidFill>
                  <a:srgbClr val="172B24"/>
                </a:solidFill>
                <a:latin typeface="Arial"/>
                <a:ea typeface="Arial"/>
                <a:cs typeface="Arial"/>
              </a:defRPr>
            </a:pPr>
            <a:r>
              <a:rPr sz="2100" b="1">
                <a:solidFill>
                  <a:srgbClr val="172B24"/>
                </a:solidFill>
                <a:latin typeface="Arial"/>
                <a:ea typeface="Arial"/>
                <a:cs typeface="Arial"/>
              </a:rPr>
              <a:t>Owner commitment</a:t>
            </a:r>
          </a:p>
        </p:txBody>
      </p:sp>
      <p:sp>
        <p:nvSpPr>
          <p:cNvPr id="12" name="">
            <a:extLst xmlns:a="http://schemas.openxmlformats.org/drawingml/2006/main">
              <a:ext uri="{FF2B5EF4-FFF2-40B4-BE49-F238E27FC236}">
                <a16:creationId xmlns:a16="http://schemas.microsoft.com/office/drawing/2014/main" id="{59522592-56E2-47B8-91CD-62C541E17872}"/>
              </a:ext>
            </a:extLst>
          </p:cNvPr>
          <p:cNvSpPr>
            <a:spLocks xmlns:a="http://schemas.openxmlformats.org/drawingml/2006/main" noGrp="1"/>
          </p:cNvSpPr>
          <p:nvPr/>
        </p:nvSpPr>
        <p:spPr>
          <a:xfrm xmlns:a="http://schemas.openxmlformats.org/drawingml/2006/main">
            <a:off x="4419600" y="3181350"/>
            <a:ext cx="335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650" b="0">
                <a:solidFill>
                  <a:srgbClr val="172B24"/>
                </a:solidFill>
                <a:latin typeface="Arial"/>
                <a:ea typeface="Arial"/>
                <a:cs typeface="Arial"/>
              </a:defRPr>
            </a:defPPr>
            <a:lvl1pPr>
              <a:defRPr sz="1650" b="0">
                <a:solidFill>
                  <a:srgbClr val="172B24"/>
                </a:solidFill>
                <a:latin typeface="Arial"/>
                <a:ea typeface="Arial"/>
                <a:cs typeface="Arial"/>
              </a:defRPr>
            </a:lvl1pPr>
            <a:lvl2pPr>
              <a:defRPr sz="1650" b="0">
                <a:solidFill>
                  <a:srgbClr val="172B24"/>
                </a:solidFill>
                <a:latin typeface="Arial"/>
                <a:ea typeface="Arial"/>
                <a:cs typeface="Arial"/>
              </a:defRPr>
            </a:lvl2pPr>
            <a:lvl3pPr>
              <a:defRPr sz="1650" b="0">
                <a:solidFill>
                  <a:srgbClr val="172B24"/>
                </a:solidFill>
                <a:latin typeface="Arial"/>
                <a:ea typeface="Arial"/>
                <a:cs typeface="Arial"/>
              </a:defRPr>
            </a:lvl3pPr>
            <a:lvl4pPr>
              <a:defRPr sz="1650" b="0">
                <a:solidFill>
                  <a:srgbClr val="172B24"/>
                </a:solidFill>
                <a:latin typeface="Arial"/>
                <a:ea typeface="Arial"/>
                <a:cs typeface="Arial"/>
              </a:defRPr>
            </a:lvl4pPr>
            <a:lvl5pPr>
              <a:defRPr sz="1650" b="0">
                <a:solidFill>
                  <a:srgbClr val="172B24"/>
                </a:solidFill>
                <a:latin typeface="Arial"/>
                <a:ea typeface="Arial"/>
                <a:cs typeface="Arial"/>
              </a:defRPr>
            </a:lvl5pPr>
            <a:lvl6pPr>
              <a:defRPr sz="1650" b="0">
                <a:solidFill>
                  <a:srgbClr val="172B24"/>
                </a:solidFill>
                <a:latin typeface="Arial"/>
                <a:ea typeface="Arial"/>
                <a:cs typeface="Arial"/>
              </a:defRPr>
            </a:lvl6pPr>
            <a:lvl7pPr>
              <a:defRPr sz="1650" b="0">
                <a:solidFill>
                  <a:srgbClr val="172B24"/>
                </a:solidFill>
                <a:latin typeface="Arial"/>
                <a:ea typeface="Arial"/>
                <a:cs typeface="Arial"/>
              </a:defRPr>
            </a:lvl7pPr>
            <a:lvl8pPr>
              <a:defRPr sz="1650" b="0">
                <a:solidFill>
                  <a:srgbClr val="172B24"/>
                </a:solidFill>
                <a:latin typeface="Arial"/>
                <a:ea typeface="Arial"/>
                <a:cs typeface="Arial"/>
              </a:defRPr>
            </a:lvl8pPr>
            <a:lvl9pPr>
              <a:defRPr sz="1650" b="0">
                <a:solidFill>
                  <a:srgbClr val="172B24"/>
                </a:solidFill>
                <a:latin typeface="Arial"/>
                <a:ea typeface="Arial"/>
                <a:cs typeface="Arial"/>
              </a:defRPr>
            </a:lvl9pPr>
          </a:lstStyle>
          <a:p xmlns:a="http://schemas.openxmlformats.org/drawingml/2006/main">
            <a:pPr>
              <a:defRPr sz="1650" b="0">
                <a:solidFill>
                  <a:srgbClr val="172B24"/>
                </a:solidFill>
                <a:latin typeface="Arial"/>
                <a:ea typeface="Arial"/>
                <a:cs typeface="Arial"/>
              </a:defRPr>
            </a:pPr>
            <a:r>
              <a:rPr sz="1650" b="0">
                <a:solidFill>
                  <a:srgbClr val="172B24"/>
                </a:solidFill>
                <a:latin typeface="Arial"/>
                <a:ea typeface="Arial"/>
                <a:cs typeface="Arial"/>
              </a:rPr>
              <a:t>An idle item is not guaranteed supply. Dates, accessories and return responsibility affect willingness.</a:t>
            </a:r>
          </a:p>
        </p:txBody>
      </p:sp>
      <p:sp>
        <p:nvSpPr>
          <p:cNvPr id="13" name="">
            <a:extLst xmlns:a="http://schemas.openxmlformats.org/drawingml/2006/main">
              <a:ext uri="{FF2B5EF4-FFF2-40B4-BE49-F238E27FC236}">
                <a16:creationId xmlns:a16="http://schemas.microsoft.com/office/drawing/2014/main" id="{A743D52A-8C53-464B-8B71-41D8CD32591B}"/>
              </a:ext>
            </a:extLst>
          </p:cNvPr>
          <p:cNvSpPr>
            <a:spLocks xmlns:a="http://schemas.openxmlformats.org/drawingml/2006/main" noGrp="1"/>
          </p:cNvSpPr>
          <p:nvPr/>
        </p:nvSpPr>
        <p:spPr>
          <a:xfrm xmlns:a="http://schemas.openxmlformats.org/drawingml/2006/main">
            <a:off x="4419600" y="4276725"/>
            <a:ext cx="3352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350" b="1">
                <a:solidFill>
                  <a:srgbClr val="C26D55"/>
                </a:solidFill>
                <a:latin typeface="Arial"/>
                <a:ea typeface="Arial"/>
                <a:cs typeface="Arial"/>
              </a:defRPr>
            </a:defPPr>
            <a:lvl1pPr>
              <a:defRPr sz="1350" b="1">
                <a:solidFill>
                  <a:srgbClr val="C26D55"/>
                </a:solidFill>
                <a:latin typeface="Arial"/>
                <a:ea typeface="Arial"/>
                <a:cs typeface="Arial"/>
              </a:defRPr>
            </a:lvl1pPr>
            <a:lvl2pPr>
              <a:defRPr sz="1350" b="1">
                <a:solidFill>
                  <a:srgbClr val="C26D55"/>
                </a:solidFill>
                <a:latin typeface="Arial"/>
                <a:ea typeface="Arial"/>
                <a:cs typeface="Arial"/>
              </a:defRPr>
            </a:lvl2pPr>
            <a:lvl3pPr>
              <a:defRPr sz="1350" b="1">
                <a:solidFill>
                  <a:srgbClr val="C26D55"/>
                </a:solidFill>
                <a:latin typeface="Arial"/>
                <a:ea typeface="Arial"/>
                <a:cs typeface="Arial"/>
              </a:defRPr>
            </a:lvl3pPr>
            <a:lvl4pPr>
              <a:defRPr sz="1350" b="1">
                <a:solidFill>
                  <a:srgbClr val="C26D55"/>
                </a:solidFill>
                <a:latin typeface="Arial"/>
                <a:ea typeface="Arial"/>
                <a:cs typeface="Arial"/>
              </a:defRPr>
            </a:lvl4pPr>
            <a:lvl5pPr>
              <a:defRPr sz="1350" b="1">
                <a:solidFill>
                  <a:srgbClr val="C26D55"/>
                </a:solidFill>
                <a:latin typeface="Arial"/>
                <a:ea typeface="Arial"/>
                <a:cs typeface="Arial"/>
              </a:defRPr>
            </a:lvl5pPr>
            <a:lvl6pPr>
              <a:defRPr sz="1350" b="1">
                <a:solidFill>
                  <a:srgbClr val="C26D55"/>
                </a:solidFill>
                <a:latin typeface="Arial"/>
                <a:ea typeface="Arial"/>
                <a:cs typeface="Arial"/>
              </a:defRPr>
            </a:lvl6pPr>
            <a:lvl7pPr>
              <a:defRPr sz="1350" b="1">
                <a:solidFill>
                  <a:srgbClr val="C26D55"/>
                </a:solidFill>
                <a:latin typeface="Arial"/>
                <a:ea typeface="Arial"/>
                <a:cs typeface="Arial"/>
              </a:defRPr>
            </a:lvl7pPr>
            <a:lvl8pPr>
              <a:defRPr sz="1350" b="1">
                <a:solidFill>
                  <a:srgbClr val="C26D55"/>
                </a:solidFill>
                <a:latin typeface="Arial"/>
                <a:ea typeface="Arial"/>
                <a:cs typeface="Arial"/>
              </a:defRPr>
            </a:lvl8pPr>
            <a:lvl9pPr>
              <a:defRPr sz="1350" b="1">
                <a:solidFill>
                  <a:srgbClr val="C26D55"/>
                </a:solidFill>
                <a:latin typeface="Arial"/>
                <a:ea typeface="Arial"/>
                <a:cs typeface="Arial"/>
              </a:defRPr>
            </a:lvl9pPr>
          </a:lstStyle>
          <a:p xmlns:a="http://schemas.openxmlformats.org/drawingml/2006/main">
            <a:pPr>
              <a:defRPr sz="1350" b="1">
                <a:solidFill>
                  <a:srgbClr val="C26D55"/>
                </a:solidFill>
                <a:latin typeface="Arial"/>
                <a:ea typeface="Arial"/>
                <a:cs typeface="Arial"/>
              </a:defRPr>
            </a:pPr>
            <a:r>
              <a:rPr sz="1350" b="1">
                <a:solidFill>
                  <a:srgbClr val="C26D55"/>
                </a:solidFill>
                <a:latin typeface="Arial"/>
                <a:ea typeface="Arial"/>
                <a:cs typeface="Arial"/>
              </a:rPr>
              <a:t>Product response</a:t>
            </a:r>
          </a:p>
        </p:txBody>
      </p:sp>
      <p:sp>
        <p:nvSpPr>
          <p:cNvPr id="14" name="">
            <a:extLst xmlns:a="http://schemas.openxmlformats.org/drawingml/2006/main">
              <a:ext uri="{FF2B5EF4-FFF2-40B4-BE49-F238E27FC236}">
                <a16:creationId xmlns:a16="http://schemas.microsoft.com/office/drawing/2014/main" id="{05365225-38DD-4B3C-B438-E87438D81C65}"/>
              </a:ext>
            </a:extLst>
          </p:cNvPr>
          <p:cNvSpPr>
            <a:spLocks xmlns:a="http://schemas.openxmlformats.org/drawingml/2006/main" noGrp="1"/>
          </p:cNvSpPr>
          <p:nvPr/>
        </p:nvSpPr>
        <p:spPr>
          <a:xfrm xmlns:a="http://schemas.openxmlformats.org/drawingml/2006/main">
            <a:off x="4419600" y="461010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575" b="0">
                <a:solidFill>
                  <a:srgbClr val="172B24"/>
                </a:solidFill>
                <a:latin typeface="Arial"/>
                <a:ea typeface="Arial"/>
                <a:cs typeface="Arial"/>
              </a:defRPr>
            </a:defPPr>
            <a:lvl1pPr>
              <a:defRPr sz="1575" b="0">
                <a:solidFill>
                  <a:srgbClr val="172B24"/>
                </a:solidFill>
                <a:latin typeface="Arial"/>
                <a:ea typeface="Arial"/>
                <a:cs typeface="Arial"/>
              </a:defRPr>
            </a:lvl1pPr>
            <a:lvl2pPr>
              <a:defRPr sz="1575" b="0">
                <a:solidFill>
                  <a:srgbClr val="172B24"/>
                </a:solidFill>
                <a:latin typeface="Arial"/>
                <a:ea typeface="Arial"/>
                <a:cs typeface="Arial"/>
              </a:defRPr>
            </a:lvl2pPr>
            <a:lvl3pPr>
              <a:defRPr sz="1575" b="0">
                <a:solidFill>
                  <a:srgbClr val="172B24"/>
                </a:solidFill>
                <a:latin typeface="Arial"/>
                <a:ea typeface="Arial"/>
                <a:cs typeface="Arial"/>
              </a:defRPr>
            </a:lvl3pPr>
            <a:lvl4pPr>
              <a:defRPr sz="1575" b="0">
                <a:solidFill>
                  <a:srgbClr val="172B24"/>
                </a:solidFill>
                <a:latin typeface="Arial"/>
                <a:ea typeface="Arial"/>
                <a:cs typeface="Arial"/>
              </a:defRPr>
            </a:lvl4pPr>
            <a:lvl5pPr>
              <a:defRPr sz="1575" b="0">
                <a:solidFill>
                  <a:srgbClr val="172B24"/>
                </a:solidFill>
                <a:latin typeface="Arial"/>
                <a:ea typeface="Arial"/>
                <a:cs typeface="Arial"/>
              </a:defRPr>
            </a:lvl5pPr>
            <a:lvl6pPr>
              <a:defRPr sz="1575" b="0">
                <a:solidFill>
                  <a:srgbClr val="172B24"/>
                </a:solidFill>
                <a:latin typeface="Arial"/>
                <a:ea typeface="Arial"/>
                <a:cs typeface="Arial"/>
              </a:defRPr>
            </a:lvl6pPr>
            <a:lvl7pPr>
              <a:defRPr sz="1575" b="0">
                <a:solidFill>
                  <a:srgbClr val="172B24"/>
                </a:solidFill>
                <a:latin typeface="Arial"/>
                <a:ea typeface="Arial"/>
                <a:cs typeface="Arial"/>
              </a:defRPr>
            </a:lvl7pPr>
            <a:lvl8pPr>
              <a:defRPr sz="1575" b="0">
                <a:solidFill>
                  <a:srgbClr val="172B24"/>
                </a:solidFill>
                <a:latin typeface="Arial"/>
                <a:ea typeface="Arial"/>
                <a:cs typeface="Arial"/>
              </a:defRPr>
            </a:lvl8pPr>
            <a:lvl9pPr>
              <a:defRPr sz="1575" b="0">
                <a:solidFill>
                  <a:srgbClr val="172B24"/>
                </a:solidFill>
                <a:latin typeface="Arial"/>
                <a:ea typeface="Arial"/>
                <a:cs typeface="Arial"/>
              </a:defRPr>
            </a:lvl9pPr>
          </a:lstStyle>
          <a:p xmlns:a="http://schemas.openxmlformats.org/drawingml/2006/main">
            <a:pPr>
              <a:defRPr sz="1575" b="0">
                <a:solidFill>
                  <a:srgbClr val="172B24"/>
                </a:solidFill>
                <a:latin typeface="Arial"/>
                <a:ea typeface="Arial"/>
                <a:cs typeface="Arial"/>
              </a:defRPr>
            </a:pPr>
            <a:r>
              <a:rPr sz="1575" b="0">
                <a:solidFill>
                  <a:srgbClr val="172B24"/>
                </a:solidFill>
                <a:latin typeface="Arial"/>
                <a:ea typeface="Arial"/>
                <a:cs typeface="Arial"/>
              </a:rPr>
              <a:t>Require owner acceptance, plus handoff and return confirmations.</a:t>
            </a:r>
          </a:p>
        </p:txBody>
      </p:sp>
      <p:sp>
        <p:nvSpPr>
          <p:cNvPr id="15" name="">
            <a:extLst xmlns:a="http://schemas.openxmlformats.org/drawingml/2006/main">
              <a:ext uri="{FF2B5EF4-FFF2-40B4-BE49-F238E27FC236}">
                <a16:creationId xmlns:a16="http://schemas.microsoft.com/office/drawing/2014/main" id="{35DB33E6-A5ED-454B-A380-77F9F7467BB6}"/>
              </a:ext>
            </a:extLst>
          </p:cNvPr>
          <p:cNvSpPr>
            <a:spLocks xmlns:a="http://schemas.openxmlformats.org/drawingml/2006/main" noGrp="1"/>
          </p:cNvSpPr>
          <p:nvPr/>
        </p:nvSpPr>
        <p:spPr>
          <a:xfrm xmlns:a="http://schemas.openxmlformats.org/drawingml/2006/main">
            <a:off x="4419600" y="5267325"/>
            <a:ext cx="33528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b="0">
                <a:solidFill>
                  <a:srgbClr val="5C6A63"/>
                </a:solidFill>
                <a:latin typeface="Arial"/>
                <a:ea typeface="Arial"/>
                <a:cs typeface="Arial"/>
              </a:defRPr>
            </a:defPPr>
            <a:lvl1pPr>
              <a:defRPr sz="1200" b="0">
                <a:solidFill>
                  <a:srgbClr val="5C6A63"/>
                </a:solidFill>
                <a:latin typeface="Arial"/>
                <a:ea typeface="Arial"/>
                <a:cs typeface="Arial"/>
              </a:defRPr>
            </a:lvl1pPr>
            <a:lvl2pPr>
              <a:defRPr sz="1200" b="0">
                <a:solidFill>
                  <a:srgbClr val="5C6A63"/>
                </a:solidFill>
                <a:latin typeface="Arial"/>
                <a:ea typeface="Arial"/>
                <a:cs typeface="Arial"/>
              </a:defRPr>
            </a:lvl2pPr>
            <a:lvl3pPr>
              <a:defRPr sz="1200" b="0">
                <a:solidFill>
                  <a:srgbClr val="5C6A63"/>
                </a:solidFill>
                <a:latin typeface="Arial"/>
                <a:ea typeface="Arial"/>
                <a:cs typeface="Arial"/>
              </a:defRPr>
            </a:lvl3pPr>
            <a:lvl4pPr>
              <a:defRPr sz="1200" b="0">
                <a:solidFill>
                  <a:srgbClr val="5C6A63"/>
                </a:solidFill>
                <a:latin typeface="Arial"/>
                <a:ea typeface="Arial"/>
                <a:cs typeface="Arial"/>
              </a:defRPr>
            </a:lvl4pPr>
            <a:lvl5pPr>
              <a:defRPr sz="1200" b="0">
                <a:solidFill>
                  <a:srgbClr val="5C6A63"/>
                </a:solidFill>
                <a:latin typeface="Arial"/>
                <a:ea typeface="Arial"/>
                <a:cs typeface="Arial"/>
              </a:defRPr>
            </a:lvl5pPr>
            <a:lvl6pPr>
              <a:defRPr sz="1200" b="0">
                <a:solidFill>
                  <a:srgbClr val="5C6A63"/>
                </a:solidFill>
                <a:latin typeface="Arial"/>
                <a:ea typeface="Arial"/>
                <a:cs typeface="Arial"/>
              </a:defRPr>
            </a:lvl6pPr>
            <a:lvl7pPr>
              <a:defRPr sz="1200" b="0">
                <a:solidFill>
                  <a:srgbClr val="5C6A63"/>
                </a:solidFill>
                <a:latin typeface="Arial"/>
                <a:ea typeface="Arial"/>
                <a:cs typeface="Arial"/>
              </a:defRPr>
            </a:lvl7pPr>
            <a:lvl8pPr>
              <a:defRPr sz="1200" b="0">
                <a:solidFill>
                  <a:srgbClr val="5C6A63"/>
                </a:solidFill>
                <a:latin typeface="Arial"/>
                <a:ea typeface="Arial"/>
                <a:cs typeface="Arial"/>
              </a:defRPr>
            </a:lvl8pPr>
            <a:lvl9pPr>
              <a:defRPr sz="1200" b="0">
                <a:solidFill>
                  <a:srgbClr val="5C6A63"/>
                </a:solidFill>
                <a:latin typeface="Arial"/>
                <a:ea typeface="Arial"/>
                <a:cs typeface="Arial"/>
              </a:defRPr>
            </a:lvl9pPr>
          </a:lstStyle>
          <a:p xmlns:a="http://schemas.openxmlformats.org/drawingml/2006/main">
            <a:pPr>
              <a:defRPr sz="1200" b="0">
                <a:solidFill>
                  <a:srgbClr val="5C6A63"/>
                </a:solidFill>
                <a:latin typeface="Arial"/>
                <a:ea typeface="Arial"/>
                <a:cs typeface="Arial"/>
              </a:defRPr>
            </a:pPr>
            <a:r>
              <a:rPr sz="1200" b="0">
                <a:solidFill>
                  <a:srgbClr val="5C6A63"/>
                </a:solidFill>
                <a:latin typeface="Arial"/>
                <a:ea typeface="Arial"/>
                <a:cs typeface="Arial"/>
              </a:rPr>
              <a:t>V001, V003, V009, V012, V014</a:t>
            </a:r>
          </a:p>
        </p:txBody>
      </p:sp>
      <p:sp>
        <p:nvSpPr>
          <p:cNvPr id="16" name="">
            <a:extLst xmlns:a="http://schemas.openxmlformats.org/drawingml/2006/main">
              <a:ext uri="{FF2B5EF4-FFF2-40B4-BE49-F238E27FC236}">
                <a16:creationId xmlns:a16="http://schemas.microsoft.com/office/drawing/2014/main" id="{4A240781-8F3A-409C-80A4-74ED0C3DAE87}"/>
              </a:ext>
            </a:extLst>
          </p:cNvPr>
          <p:cNvSpPr>
            <a:spLocks xmlns:a="http://schemas.openxmlformats.org/drawingml/2006/main" noGrp="1"/>
          </p:cNvSpPr>
          <p:nvPr/>
        </p:nvSpPr>
        <p:spPr>
          <a:xfrm xmlns:a="http://schemas.openxmlformats.org/drawingml/2006/main">
            <a:off x="8229600" y="2066925"/>
            <a:ext cx="285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1">
                <a:solidFill>
                  <a:srgbClr val="426D91"/>
                </a:solidFill>
                <a:latin typeface="Arial"/>
                <a:ea typeface="Arial"/>
                <a:cs typeface="Arial"/>
              </a:defRPr>
            </a:defPPr>
            <a:lvl1pPr>
              <a:defRPr sz="3300" b="1">
                <a:solidFill>
                  <a:srgbClr val="426D91"/>
                </a:solidFill>
                <a:latin typeface="Arial"/>
                <a:ea typeface="Arial"/>
                <a:cs typeface="Arial"/>
              </a:defRPr>
            </a:lvl1pPr>
            <a:lvl2pPr>
              <a:defRPr sz="3300" b="1">
                <a:solidFill>
                  <a:srgbClr val="426D91"/>
                </a:solidFill>
                <a:latin typeface="Arial"/>
                <a:ea typeface="Arial"/>
                <a:cs typeface="Arial"/>
              </a:defRPr>
            </a:lvl2pPr>
            <a:lvl3pPr>
              <a:defRPr sz="3300" b="1">
                <a:solidFill>
                  <a:srgbClr val="426D91"/>
                </a:solidFill>
                <a:latin typeface="Arial"/>
                <a:ea typeface="Arial"/>
                <a:cs typeface="Arial"/>
              </a:defRPr>
            </a:lvl3pPr>
            <a:lvl4pPr>
              <a:defRPr sz="3300" b="1">
                <a:solidFill>
                  <a:srgbClr val="426D91"/>
                </a:solidFill>
                <a:latin typeface="Arial"/>
                <a:ea typeface="Arial"/>
                <a:cs typeface="Arial"/>
              </a:defRPr>
            </a:lvl4pPr>
            <a:lvl5pPr>
              <a:defRPr sz="3300" b="1">
                <a:solidFill>
                  <a:srgbClr val="426D91"/>
                </a:solidFill>
                <a:latin typeface="Arial"/>
                <a:ea typeface="Arial"/>
                <a:cs typeface="Arial"/>
              </a:defRPr>
            </a:lvl5pPr>
            <a:lvl6pPr>
              <a:defRPr sz="3300" b="1">
                <a:solidFill>
                  <a:srgbClr val="426D91"/>
                </a:solidFill>
                <a:latin typeface="Arial"/>
                <a:ea typeface="Arial"/>
                <a:cs typeface="Arial"/>
              </a:defRPr>
            </a:lvl6pPr>
            <a:lvl7pPr>
              <a:defRPr sz="3300" b="1">
                <a:solidFill>
                  <a:srgbClr val="426D91"/>
                </a:solidFill>
                <a:latin typeface="Arial"/>
                <a:ea typeface="Arial"/>
                <a:cs typeface="Arial"/>
              </a:defRPr>
            </a:lvl7pPr>
            <a:lvl8pPr>
              <a:defRPr sz="3300" b="1">
                <a:solidFill>
                  <a:srgbClr val="426D91"/>
                </a:solidFill>
                <a:latin typeface="Arial"/>
                <a:ea typeface="Arial"/>
                <a:cs typeface="Arial"/>
              </a:defRPr>
            </a:lvl8pPr>
            <a:lvl9pPr>
              <a:defRPr sz="3300" b="1">
                <a:solidFill>
                  <a:srgbClr val="426D91"/>
                </a:solidFill>
                <a:latin typeface="Arial"/>
                <a:ea typeface="Arial"/>
                <a:cs typeface="Arial"/>
              </a:defRPr>
            </a:lvl9pPr>
          </a:lstStyle>
          <a:p xmlns:a="http://schemas.openxmlformats.org/drawingml/2006/main">
            <a:pPr>
              <a:defRPr sz="3300" b="1">
                <a:solidFill>
                  <a:srgbClr val="426D91"/>
                </a:solidFill>
                <a:latin typeface="Arial"/>
                <a:ea typeface="Arial"/>
                <a:cs typeface="Arial"/>
              </a:defRPr>
            </a:pPr>
            <a:r>
              <a:rPr sz="3300" b="1">
                <a:solidFill>
                  <a:srgbClr val="426D91"/>
                </a:solidFill>
                <a:latin typeface="Arial"/>
                <a:ea typeface="Arial"/>
                <a:cs typeface="Arial"/>
              </a:rPr>
              <a:t>03</a:t>
            </a:r>
          </a:p>
        </p:txBody>
      </p:sp>
      <p:sp>
        <p:nvSpPr>
          <p:cNvPr id="17" name="">
            <a:extLst xmlns:a="http://schemas.openxmlformats.org/drawingml/2006/main">
              <a:ext uri="{FF2B5EF4-FFF2-40B4-BE49-F238E27FC236}">
                <a16:creationId xmlns:a16="http://schemas.microsoft.com/office/drawing/2014/main" id="{F53BD5EF-ACA8-49CF-8C81-B4429D83A1DD}"/>
              </a:ext>
            </a:extLst>
          </p:cNvPr>
          <p:cNvSpPr>
            <a:spLocks xmlns:a="http://schemas.openxmlformats.org/drawingml/2006/main" noGrp="1"/>
          </p:cNvSpPr>
          <p:nvPr/>
        </p:nvSpPr>
        <p:spPr>
          <a:xfrm xmlns:a="http://schemas.openxmlformats.org/drawingml/2006/main">
            <a:off x="8229600" y="2657475"/>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00" b="1">
                <a:solidFill>
                  <a:srgbClr val="172B24"/>
                </a:solidFill>
                <a:latin typeface="Arial"/>
                <a:ea typeface="Arial"/>
                <a:cs typeface="Arial"/>
              </a:defRPr>
            </a:defPPr>
            <a:lvl1pPr>
              <a:defRPr sz="2100" b="1">
                <a:solidFill>
                  <a:srgbClr val="172B24"/>
                </a:solidFill>
                <a:latin typeface="Arial"/>
                <a:ea typeface="Arial"/>
                <a:cs typeface="Arial"/>
              </a:defRPr>
            </a:lvl1pPr>
            <a:lvl2pPr>
              <a:defRPr sz="2100" b="1">
                <a:solidFill>
                  <a:srgbClr val="172B24"/>
                </a:solidFill>
                <a:latin typeface="Arial"/>
                <a:ea typeface="Arial"/>
                <a:cs typeface="Arial"/>
              </a:defRPr>
            </a:lvl2pPr>
            <a:lvl3pPr>
              <a:defRPr sz="2100" b="1">
                <a:solidFill>
                  <a:srgbClr val="172B24"/>
                </a:solidFill>
                <a:latin typeface="Arial"/>
                <a:ea typeface="Arial"/>
                <a:cs typeface="Arial"/>
              </a:defRPr>
            </a:lvl3pPr>
            <a:lvl4pPr>
              <a:defRPr sz="2100" b="1">
                <a:solidFill>
                  <a:srgbClr val="172B24"/>
                </a:solidFill>
                <a:latin typeface="Arial"/>
                <a:ea typeface="Arial"/>
                <a:cs typeface="Arial"/>
              </a:defRPr>
            </a:lvl4pPr>
            <a:lvl5pPr>
              <a:defRPr sz="2100" b="1">
                <a:solidFill>
                  <a:srgbClr val="172B24"/>
                </a:solidFill>
                <a:latin typeface="Arial"/>
                <a:ea typeface="Arial"/>
                <a:cs typeface="Arial"/>
              </a:defRPr>
            </a:lvl5pPr>
            <a:lvl6pPr>
              <a:defRPr sz="2100" b="1">
                <a:solidFill>
                  <a:srgbClr val="172B24"/>
                </a:solidFill>
                <a:latin typeface="Arial"/>
                <a:ea typeface="Arial"/>
                <a:cs typeface="Arial"/>
              </a:defRPr>
            </a:lvl6pPr>
            <a:lvl7pPr>
              <a:defRPr sz="2100" b="1">
                <a:solidFill>
                  <a:srgbClr val="172B24"/>
                </a:solidFill>
                <a:latin typeface="Arial"/>
                <a:ea typeface="Arial"/>
                <a:cs typeface="Arial"/>
              </a:defRPr>
            </a:lvl7pPr>
            <a:lvl8pPr>
              <a:defRPr sz="2100" b="1">
                <a:solidFill>
                  <a:srgbClr val="172B24"/>
                </a:solidFill>
                <a:latin typeface="Arial"/>
                <a:ea typeface="Arial"/>
                <a:cs typeface="Arial"/>
              </a:defRPr>
            </a:lvl8pPr>
            <a:lvl9pPr>
              <a:defRPr sz="2100" b="1">
                <a:solidFill>
                  <a:srgbClr val="172B24"/>
                </a:solidFill>
                <a:latin typeface="Arial"/>
                <a:ea typeface="Arial"/>
                <a:cs typeface="Arial"/>
              </a:defRPr>
            </a:lvl9pPr>
          </a:lstStyle>
          <a:p xmlns:a="http://schemas.openxmlformats.org/drawingml/2006/main">
            <a:pPr>
              <a:defRPr sz="2100" b="1">
                <a:solidFill>
                  <a:srgbClr val="172B24"/>
                </a:solidFill>
                <a:latin typeface="Arial"/>
                <a:ea typeface="Arial"/>
                <a:cs typeface="Arial"/>
              </a:defRPr>
            </a:pPr>
            <a:r>
              <a:rPr sz="2100" b="1">
                <a:solidFill>
                  <a:srgbClr val="172B24"/>
                </a:solidFill>
                <a:latin typeface="Arial"/>
                <a:ea typeface="Arial"/>
                <a:cs typeface="Arial"/>
              </a:rPr>
              <a:t>Privacy choice</a:t>
            </a:r>
          </a:p>
        </p:txBody>
      </p:sp>
      <p:sp>
        <p:nvSpPr>
          <p:cNvPr id="18" name="">
            <a:extLst xmlns:a="http://schemas.openxmlformats.org/drawingml/2006/main">
              <a:ext uri="{FF2B5EF4-FFF2-40B4-BE49-F238E27FC236}">
                <a16:creationId xmlns:a16="http://schemas.microsoft.com/office/drawing/2014/main" id="{0C16FBDD-2507-4239-9AAD-AA5D9EABDD0A}"/>
              </a:ext>
            </a:extLst>
          </p:cNvPr>
          <p:cNvSpPr>
            <a:spLocks xmlns:a="http://schemas.openxmlformats.org/drawingml/2006/main" noGrp="1"/>
          </p:cNvSpPr>
          <p:nvPr/>
        </p:nvSpPr>
        <p:spPr>
          <a:xfrm xmlns:a="http://schemas.openxmlformats.org/drawingml/2006/main">
            <a:off x="8229600" y="3181350"/>
            <a:ext cx="335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650" b="0">
                <a:solidFill>
                  <a:srgbClr val="172B24"/>
                </a:solidFill>
                <a:latin typeface="Arial"/>
                <a:ea typeface="Arial"/>
                <a:cs typeface="Arial"/>
              </a:defRPr>
            </a:defPPr>
            <a:lvl1pPr>
              <a:defRPr sz="1650" b="0">
                <a:solidFill>
                  <a:srgbClr val="172B24"/>
                </a:solidFill>
                <a:latin typeface="Arial"/>
                <a:ea typeface="Arial"/>
                <a:cs typeface="Arial"/>
              </a:defRPr>
            </a:lvl1pPr>
            <a:lvl2pPr>
              <a:defRPr sz="1650" b="0">
                <a:solidFill>
                  <a:srgbClr val="172B24"/>
                </a:solidFill>
                <a:latin typeface="Arial"/>
                <a:ea typeface="Arial"/>
                <a:cs typeface="Arial"/>
              </a:defRPr>
            </a:lvl2pPr>
            <a:lvl3pPr>
              <a:defRPr sz="1650" b="0">
                <a:solidFill>
                  <a:srgbClr val="172B24"/>
                </a:solidFill>
                <a:latin typeface="Arial"/>
                <a:ea typeface="Arial"/>
                <a:cs typeface="Arial"/>
              </a:defRPr>
            </a:lvl3pPr>
            <a:lvl4pPr>
              <a:defRPr sz="1650" b="0">
                <a:solidFill>
                  <a:srgbClr val="172B24"/>
                </a:solidFill>
                <a:latin typeface="Arial"/>
                <a:ea typeface="Arial"/>
                <a:cs typeface="Arial"/>
              </a:defRPr>
            </a:lvl4pPr>
            <a:lvl5pPr>
              <a:defRPr sz="1650" b="0">
                <a:solidFill>
                  <a:srgbClr val="172B24"/>
                </a:solidFill>
                <a:latin typeface="Arial"/>
                <a:ea typeface="Arial"/>
                <a:cs typeface="Arial"/>
              </a:defRPr>
            </a:lvl5pPr>
            <a:lvl6pPr>
              <a:defRPr sz="1650" b="0">
                <a:solidFill>
                  <a:srgbClr val="172B24"/>
                </a:solidFill>
                <a:latin typeface="Arial"/>
                <a:ea typeface="Arial"/>
                <a:cs typeface="Arial"/>
              </a:defRPr>
            </a:lvl6pPr>
            <a:lvl7pPr>
              <a:defRPr sz="1650" b="0">
                <a:solidFill>
                  <a:srgbClr val="172B24"/>
                </a:solidFill>
                <a:latin typeface="Arial"/>
                <a:ea typeface="Arial"/>
                <a:cs typeface="Arial"/>
              </a:defRPr>
            </a:lvl7pPr>
            <a:lvl8pPr>
              <a:defRPr sz="1650" b="0">
                <a:solidFill>
                  <a:srgbClr val="172B24"/>
                </a:solidFill>
                <a:latin typeface="Arial"/>
                <a:ea typeface="Arial"/>
                <a:cs typeface="Arial"/>
              </a:defRPr>
            </a:lvl8pPr>
            <a:lvl9pPr>
              <a:defRPr sz="1650" b="0">
                <a:solidFill>
                  <a:srgbClr val="172B24"/>
                </a:solidFill>
                <a:latin typeface="Arial"/>
                <a:ea typeface="Arial"/>
                <a:cs typeface="Arial"/>
              </a:defRPr>
            </a:lvl9pPr>
          </a:lstStyle>
          <a:p xmlns:a="http://schemas.openxmlformats.org/drawingml/2006/main">
            <a:pPr>
              <a:defRPr sz="1650" b="0">
                <a:solidFill>
                  <a:srgbClr val="172B24"/>
                </a:solidFill>
                <a:latin typeface="Arial"/>
                <a:ea typeface="Arial"/>
                <a:cs typeface="Arial"/>
              </a:defRPr>
            </a:pPr>
            <a:r>
              <a:rPr sz="1650" b="0">
                <a:solidFill>
                  <a:srgbClr val="172B24"/>
                </a:solidFill>
                <a:latin typeface="Arial"/>
                <a:ea typeface="Arial"/>
                <a:cs typeface="Arial"/>
              </a:rPr>
              <a:t>A suggested time does not replace consent. Live location and a full timetable need not be public.</a:t>
            </a:r>
          </a:p>
        </p:txBody>
      </p:sp>
      <p:sp>
        <p:nvSpPr>
          <p:cNvPr id="19" name="">
            <a:extLst xmlns:a="http://schemas.openxmlformats.org/drawingml/2006/main">
              <a:ext uri="{FF2B5EF4-FFF2-40B4-BE49-F238E27FC236}">
                <a16:creationId xmlns:a16="http://schemas.microsoft.com/office/drawing/2014/main" id="{4F08852D-886D-4968-8DC7-10B77A0DA697}"/>
              </a:ext>
            </a:extLst>
          </p:cNvPr>
          <p:cNvSpPr>
            <a:spLocks xmlns:a="http://schemas.openxmlformats.org/drawingml/2006/main" noGrp="1"/>
          </p:cNvSpPr>
          <p:nvPr/>
        </p:nvSpPr>
        <p:spPr>
          <a:xfrm xmlns:a="http://schemas.openxmlformats.org/drawingml/2006/main">
            <a:off x="8229600" y="4276725"/>
            <a:ext cx="3352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350" b="1">
                <a:solidFill>
                  <a:srgbClr val="426D91"/>
                </a:solidFill>
                <a:latin typeface="Arial"/>
                <a:ea typeface="Arial"/>
                <a:cs typeface="Arial"/>
              </a:defRPr>
            </a:defPPr>
            <a:lvl1pPr>
              <a:defRPr sz="1350" b="1">
                <a:solidFill>
                  <a:srgbClr val="426D91"/>
                </a:solidFill>
                <a:latin typeface="Arial"/>
                <a:ea typeface="Arial"/>
                <a:cs typeface="Arial"/>
              </a:defRPr>
            </a:lvl1pPr>
            <a:lvl2pPr>
              <a:defRPr sz="1350" b="1">
                <a:solidFill>
                  <a:srgbClr val="426D91"/>
                </a:solidFill>
                <a:latin typeface="Arial"/>
                <a:ea typeface="Arial"/>
                <a:cs typeface="Arial"/>
              </a:defRPr>
            </a:lvl2pPr>
            <a:lvl3pPr>
              <a:defRPr sz="1350" b="1">
                <a:solidFill>
                  <a:srgbClr val="426D91"/>
                </a:solidFill>
                <a:latin typeface="Arial"/>
                <a:ea typeface="Arial"/>
                <a:cs typeface="Arial"/>
              </a:defRPr>
            </a:lvl3pPr>
            <a:lvl4pPr>
              <a:defRPr sz="1350" b="1">
                <a:solidFill>
                  <a:srgbClr val="426D91"/>
                </a:solidFill>
                <a:latin typeface="Arial"/>
                <a:ea typeface="Arial"/>
                <a:cs typeface="Arial"/>
              </a:defRPr>
            </a:lvl4pPr>
            <a:lvl5pPr>
              <a:defRPr sz="1350" b="1">
                <a:solidFill>
                  <a:srgbClr val="426D91"/>
                </a:solidFill>
                <a:latin typeface="Arial"/>
                <a:ea typeface="Arial"/>
                <a:cs typeface="Arial"/>
              </a:defRPr>
            </a:lvl5pPr>
            <a:lvl6pPr>
              <a:defRPr sz="1350" b="1">
                <a:solidFill>
                  <a:srgbClr val="426D91"/>
                </a:solidFill>
                <a:latin typeface="Arial"/>
                <a:ea typeface="Arial"/>
                <a:cs typeface="Arial"/>
              </a:defRPr>
            </a:lvl6pPr>
            <a:lvl7pPr>
              <a:defRPr sz="1350" b="1">
                <a:solidFill>
                  <a:srgbClr val="426D91"/>
                </a:solidFill>
                <a:latin typeface="Arial"/>
                <a:ea typeface="Arial"/>
                <a:cs typeface="Arial"/>
              </a:defRPr>
            </a:lvl7pPr>
            <a:lvl8pPr>
              <a:defRPr sz="1350" b="1">
                <a:solidFill>
                  <a:srgbClr val="426D91"/>
                </a:solidFill>
                <a:latin typeface="Arial"/>
                <a:ea typeface="Arial"/>
                <a:cs typeface="Arial"/>
              </a:defRPr>
            </a:lvl8pPr>
            <a:lvl9pPr>
              <a:defRPr sz="1350" b="1">
                <a:solidFill>
                  <a:srgbClr val="426D91"/>
                </a:solidFill>
                <a:latin typeface="Arial"/>
                <a:ea typeface="Arial"/>
                <a:cs typeface="Arial"/>
              </a:defRPr>
            </a:lvl9pPr>
          </a:lstStyle>
          <a:p xmlns:a="http://schemas.openxmlformats.org/drawingml/2006/main">
            <a:pPr>
              <a:defRPr sz="1350" b="1">
                <a:solidFill>
                  <a:srgbClr val="426D91"/>
                </a:solidFill>
                <a:latin typeface="Arial"/>
                <a:ea typeface="Arial"/>
                <a:cs typeface="Arial"/>
              </a:defRPr>
            </a:pPr>
            <a:r>
              <a:rPr sz="1350" b="1">
                <a:solidFill>
                  <a:srgbClr val="426D91"/>
                </a:solidFill>
                <a:latin typeface="Arial"/>
                <a:ea typeface="Arial"/>
                <a:cs typeface="Arial"/>
              </a:rPr>
              <a:t>Product response</a:t>
            </a:r>
          </a:p>
        </p:txBody>
      </p:sp>
      <p:sp>
        <p:nvSpPr>
          <p:cNvPr id="20" name="">
            <a:extLst xmlns:a="http://schemas.openxmlformats.org/drawingml/2006/main">
              <a:ext uri="{FF2B5EF4-FFF2-40B4-BE49-F238E27FC236}">
                <a16:creationId xmlns:a16="http://schemas.microsoft.com/office/drawing/2014/main" id="{304D8DDB-3EF0-4853-9C2C-D2095A3DE449}"/>
              </a:ext>
            </a:extLst>
          </p:cNvPr>
          <p:cNvSpPr>
            <a:spLocks xmlns:a="http://schemas.openxmlformats.org/drawingml/2006/main" noGrp="1"/>
          </p:cNvSpPr>
          <p:nvPr/>
        </p:nvSpPr>
        <p:spPr>
          <a:xfrm xmlns:a="http://schemas.openxmlformats.org/drawingml/2006/main">
            <a:off x="8229600" y="461010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575" b="0">
                <a:solidFill>
                  <a:srgbClr val="172B24"/>
                </a:solidFill>
                <a:latin typeface="Arial"/>
                <a:ea typeface="Arial"/>
                <a:cs typeface="Arial"/>
              </a:defRPr>
            </a:defPPr>
            <a:lvl1pPr>
              <a:defRPr sz="1575" b="0">
                <a:solidFill>
                  <a:srgbClr val="172B24"/>
                </a:solidFill>
                <a:latin typeface="Arial"/>
                <a:ea typeface="Arial"/>
                <a:cs typeface="Arial"/>
              </a:defRPr>
            </a:lvl1pPr>
            <a:lvl2pPr>
              <a:defRPr sz="1575" b="0">
                <a:solidFill>
                  <a:srgbClr val="172B24"/>
                </a:solidFill>
                <a:latin typeface="Arial"/>
                <a:ea typeface="Arial"/>
                <a:cs typeface="Arial"/>
              </a:defRPr>
            </a:lvl2pPr>
            <a:lvl3pPr>
              <a:defRPr sz="1575" b="0">
                <a:solidFill>
                  <a:srgbClr val="172B24"/>
                </a:solidFill>
                <a:latin typeface="Arial"/>
                <a:ea typeface="Arial"/>
                <a:cs typeface="Arial"/>
              </a:defRPr>
            </a:lvl3pPr>
            <a:lvl4pPr>
              <a:defRPr sz="1575" b="0">
                <a:solidFill>
                  <a:srgbClr val="172B24"/>
                </a:solidFill>
                <a:latin typeface="Arial"/>
                <a:ea typeface="Arial"/>
                <a:cs typeface="Arial"/>
              </a:defRPr>
            </a:lvl4pPr>
            <a:lvl5pPr>
              <a:defRPr sz="1575" b="0">
                <a:solidFill>
                  <a:srgbClr val="172B24"/>
                </a:solidFill>
                <a:latin typeface="Arial"/>
                <a:ea typeface="Arial"/>
                <a:cs typeface="Arial"/>
              </a:defRPr>
            </a:lvl5pPr>
            <a:lvl6pPr>
              <a:defRPr sz="1575" b="0">
                <a:solidFill>
                  <a:srgbClr val="172B24"/>
                </a:solidFill>
                <a:latin typeface="Arial"/>
                <a:ea typeface="Arial"/>
                <a:cs typeface="Arial"/>
              </a:defRPr>
            </a:lvl6pPr>
            <a:lvl7pPr>
              <a:defRPr sz="1575" b="0">
                <a:solidFill>
                  <a:srgbClr val="172B24"/>
                </a:solidFill>
                <a:latin typeface="Arial"/>
                <a:ea typeface="Arial"/>
                <a:cs typeface="Arial"/>
              </a:defRPr>
            </a:lvl7pPr>
            <a:lvl8pPr>
              <a:defRPr sz="1575" b="0">
                <a:solidFill>
                  <a:srgbClr val="172B24"/>
                </a:solidFill>
                <a:latin typeface="Arial"/>
                <a:ea typeface="Arial"/>
                <a:cs typeface="Arial"/>
              </a:defRPr>
            </a:lvl8pPr>
            <a:lvl9pPr>
              <a:defRPr sz="1575" b="0">
                <a:solidFill>
                  <a:srgbClr val="172B24"/>
                </a:solidFill>
                <a:latin typeface="Arial"/>
                <a:ea typeface="Arial"/>
                <a:cs typeface="Arial"/>
              </a:defRPr>
            </a:lvl9pPr>
          </a:lstStyle>
          <a:p xmlns:a="http://schemas.openxmlformats.org/drawingml/2006/main">
            <a:pPr>
              <a:defRPr sz="1575" b="0">
                <a:solidFill>
                  <a:srgbClr val="172B24"/>
                </a:solidFill>
                <a:latin typeface="Arial"/>
                <a:ea typeface="Arial"/>
                <a:cs typeface="Arial"/>
              </a:defRPr>
            </a:pPr>
            <a:r>
              <a:rPr sz="1575" b="0">
                <a:solidFill>
                  <a:srgbClr val="172B24"/>
                </a:solidFill>
                <a:latin typeface="Arial"/>
                <a:ea typeface="Arial"/>
                <a:cs typeface="Arial"/>
              </a:rPr>
              <a:t>Keep maps optional. Review classes and allow manual time entry.</a:t>
            </a:r>
          </a:p>
        </p:txBody>
      </p:sp>
      <p:sp>
        <p:nvSpPr>
          <p:cNvPr id="21" name="">
            <a:extLst xmlns:a="http://schemas.openxmlformats.org/drawingml/2006/main">
              <a:ext uri="{FF2B5EF4-FFF2-40B4-BE49-F238E27FC236}">
                <a16:creationId xmlns:a16="http://schemas.microsoft.com/office/drawing/2014/main" id="{0C642AAB-D5E3-450B-B635-9FB7F713DA3A}"/>
              </a:ext>
            </a:extLst>
          </p:cNvPr>
          <p:cNvSpPr>
            <a:spLocks xmlns:a="http://schemas.openxmlformats.org/drawingml/2006/main" noGrp="1"/>
          </p:cNvSpPr>
          <p:nvPr/>
        </p:nvSpPr>
        <p:spPr>
          <a:xfrm xmlns:a="http://schemas.openxmlformats.org/drawingml/2006/main">
            <a:off x="8229600" y="5267325"/>
            <a:ext cx="33528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b="0">
                <a:solidFill>
                  <a:srgbClr val="5C6A63"/>
                </a:solidFill>
                <a:latin typeface="Arial"/>
                <a:ea typeface="Arial"/>
                <a:cs typeface="Arial"/>
              </a:defRPr>
            </a:defPPr>
            <a:lvl1pPr>
              <a:defRPr sz="1200" b="0">
                <a:solidFill>
                  <a:srgbClr val="5C6A63"/>
                </a:solidFill>
                <a:latin typeface="Arial"/>
                <a:ea typeface="Arial"/>
                <a:cs typeface="Arial"/>
              </a:defRPr>
            </a:lvl1pPr>
            <a:lvl2pPr>
              <a:defRPr sz="1200" b="0">
                <a:solidFill>
                  <a:srgbClr val="5C6A63"/>
                </a:solidFill>
                <a:latin typeface="Arial"/>
                <a:ea typeface="Arial"/>
                <a:cs typeface="Arial"/>
              </a:defRPr>
            </a:lvl2pPr>
            <a:lvl3pPr>
              <a:defRPr sz="1200" b="0">
                <a:solidFill>
                  <a:srgbClr val="5C6A63"/>
                </a:solidFill>
                <a:latin typeface="Arial"/>
                <a:ea typeface="Arial"/>
                <a:cs typeface="Arial"/>
              </a:defRPr>
            </a:lvl3pPr>
            <a:lvl4pPr>
              <a:defRPr sz="1200" b="0">
                <a:solidFill>
                  <a:srgbClr val="5C6A63"/>
                </a:solidFill>
                <a:latin typeface="Arial"/>
                <a:ea typeface="Arial"/>
                <a:cs typeface="Arial"/>
              </a:defRPr>
            </a:lvl4pPr>
            <a:lvl5pPr>
              <a:defRPr sz="1200" b="0">
                <a:solidFill>
                  <a:srgbClr val="5C6A63"/>
                </a:solidFill>
                <a:latin typeface="Arial"/>
                <a:ea typeface="Arial"/>
                <a:cs typeface="Arial"/>
              </a:defRPr>
            </a:lvl5pPr>
            <a:lvl6pPr>
              <a:defRPr sz="1200" b="0">
                <a:solidFill>
                  <a:srgbClr val="5C6A63"/>
                </a:solidFill>
                <a:latin typeface="Arial"/>
                <a:ea typeface="Arial"/>
                <a:cs typeface="Arial"/>
              </a:defRPr>
            </a:lvl6pPr>
            <a:lvl7pPr>
              <a:defRPr sz="1200" b="0">
                <a:solidFill>
                  <a:srgbClr val="5C6A63"/>
                </a:solidFill>
                <a:latin typeface="Arial"/>
                <a:ea typeface="Arial"/>
                <a:cs typeface="Arial"/>
              </a:defRPr>
            </a:lvl7pPr>
            <a:lvl8pPr>
              <a:defRPr sz="1200" b="0">
                <a:solidFill>
                  <a:srgbClr val="5C6A63"/>
                </a:solidFill>
                <a:latin typeface="Arial"/>
                <a:ea typeface="Arial"/>
                <a:cs typeface="Arial"/>
              </a:defRPr>
            </a:lvl8pPr>
            <a:lvl9pPr>
              <a:defRPr sz="1200" b="0">
                <a:solidFill>
                  <a:srgbClr val="5C6A63"/>
                </a:solidFill>
                <a:latin typeface="Arial"/>
                <a:ea typeface="Arial"/>
                <a:cs typeface="Arial"/>
              </a:defRPr>
            </a:lvl9pPr>
          </a:lstStyle>
          <a:p xmlns:a="http://schemas.openxmlformats.org/drawingml/2006/main">
            <a:pPr>
              <a:defRPr sz="1200" b="0">
                <a:solidFill>
                  <a:srgbClr val="5C6A63"/>
                </a:solidFill>
                <a:latin typeface="Arial"/>
                <a:ea typeface="Arial"/>
                <a:cs typeface="Arial"/>
              </a:defRPr>
            </a:pPr>
            <a:r>
              <a:rPr sz="1200" b="0">
                <a:solidFill>
                  <a:srgbClr val="5C6A63"/>
                </a:solidFill>
                <a:latin typeface="Arial"/>
                <a:ea typeface="Arial"/>
                <a:cs typeface="Arial"/>
              </a:rPr>
              <a:t>V001, V004, V005, V013</a:t>
            </a:r>
          </a:p>
        </p:txBody>
      </p:sp>
      <p:sp>
        <p:nvSpPr>
          <p:cNvPr id="22" name="">
            <a:extLst xmlns:a="http://schemas.openxmlformats.org/drawingml/2006/main">
              <a:ext uri="{FF2B5EF4-FFF2-40B4-BE49-F238E27FC236}">
                <a16:creationId xmlns:a16="http://schemas.microsoft.com/office/drawing/2014/main" id="{F3958547-4F26-4333-8BB7-B8FCDE0315BD}"/>
              </a:ext>
            </a:extLst>
          </p:cNvPr>
          <p:cNvSpPr>
            <a:spLocks xmlns:a="http://schemas.openxmlformats.org/drawingml/2006/main" noGrp="1"/>
          </p:cNvSpPr>
          <p:nvPr/>
        </p:nvSpPr>
        <p:spPr>
          <a:xfrm xmlns:a="http://schemas.openxmlformats.org/drawingml/2006/main">
            <a:off x="0" y="5619750"/>
            <a:ext cx="12192000" cy="1238250"/>
          </a:xfrm>
          <a:prstGeom xmlns:a="http://schemas.openxmlformats.org/drawingml/2006/main" prst="rect">
            <a:avLst/>
          </a:prstGeom>
          <a:solidFill xmlns:a="http://schemas.openxmlformats.org/drawingml/2006/main">
            <a:srgbClr val="1C4536"/>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E7261DE4-F164-47CC-9DD3-798BEAE87216}"/>
              </a:ext>
            </a:extLst>
          </p:cNvPr>
          <p:cNvSpPr>
            <a:spLocks xmlns:a="http://schemas.openxmlformats.org/drawingml/2006/main" noGrp="1"/>
          </p:cNvSpPr>
          <p:nvPr/>
        </p:nvSpPr>
        <p:spPr>
          <a:xfrm xmlns:a="http://schemas.openxmlformats.org/drawingml/2006/main">
            <a:off x="609600" y="5772150"/>
            <a:ext cx="3619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425" b="1">
                <a:solidFill>
                  <a:srgbClr val="D6E58A"/>
                </a:solidFill>
                <a:latin typeface="Arial"/>
                <a:ea typeface="Arial"/>
                <a:cs typeface="Arial"/>
              </a:defRPr>
            </a:defPPr>
            <a:lvl1pPr>
              <a:defRPr sz="1425" b="1">
                <a:solidFill>
                  <a:srgbClr val="D6E58A"/>
                </a:solidFill>
                <a:latin typeface="Arial"/>
                <a:ea typeface="Arial"/>
                <a:cs typeface="Arial"/>
              </a:defRPr>
            </a:lvl1pPr>
            <a:lvl2pPr>
              <a:defRPr sz="1425" b="1">
                <a:solidFill>
                  <a:srgbClr val="D6E58A"/>
                </a:solidFill>
                <a:latin typeface="Arial"/>
                <a:ea typeface="Arial"/>
                <a:cs typeface="Arial"/>
              </a:defRPr>
            </a:lvl2pPr>
            <a:lvl3pPr>
              <a:defRPr sz="1425" b="1">
                <a:solidFill>
                  <a:srgbClr val="D6E58A"/>
                </a:solidFill>
                <a:latin typeface="Arial"/>
                <a:ea typeface="Arial"/>
                <a:cs typeface="Arial"/>
              </a:defRPr>
            </a:lvl3pPr>
            <a:lvl4pPr>
              <a:defRPr sz="1425" b="1">
                <a:solidFill>
                  <a:srgbClr val="D6E58A"/>
                </a:solidFill>
                <a:latin typeface="Arial"/>
                <a:ea typeface="Arial"/>
                <a:cs typeface="Arial"/>
              </a:defRPr>
            </a:lvl4pPr>
            <a:lvl5pPr>
              <a:defRPr sz="1425" b="1">
                <a:solidFill>
                  <a:srgbClr val="D6E58A"/>
                </a:solidFill>
                <a:latin typeface="Arial"/>
                <a:ea typeface="Arial"/>
                <a:cs typeface="Arial"/>
              </a:defRPr>
            </a:lvl5pPr>
            <a:lvl6pPr>
              <a:defRPr sz="1425" b="1">
                <a:solidFill>
                  <a:srgbClr val="D6E58A"/>
                </a:solidFill>
                <a:latin typeface="Arial"/>
                <a:ea typeface="Arial"/>
                <a:cs typeface="Arial"/>
              </a:defRPr>
            </a:lvl6pPr>
            <a:lvl7pPr>
              <a:defRPr sz="1425" b="1">
                <a:solidFill>
                  <a:srgbClr val="D6E58A"/>
                </a:solidFill>
                <a:latin typeface="Arial"/>
                <a:ea typeface="Arial"/>
                <a:cs typeface="Arial"/>
              </a:defRPr>
            </a:lvl7pPr>
            <a:lvl8pPr>
              <a:defRPr sz="1425" b="1">
                <a:solidFill>
                  <a:srgbClr val="D6E58A"/>
                </a:solidFill>
                <a:latin typeface="Arial"/>
                <a:ea typeface="Arial"/>
                <a:cs typeface="Arial"/>
              </a:defRPr>
            </a:lvl8pPr>
            <a:lvl9pPr>
              <a:defRPr sz="1425" b="1">
                <a:solidFill>
                  <a:srgbClr val="D6E58A"/>
                </a:solidFill>
                <a:latin typeface="Arial"/>
                <a:ea typeface="Arial"/>
                <a:cs typeface="Arial"/>
              </a:defRPr>
            </a:lvl9pPr>
          </a:lstStyle>
          <a:p xmlns:a="http://schemas.openxmlformats.org/drawingml/2006/main">
            <a:pPr>
              <a:defRPr sz="1425" b="1">
                <a:solidFill>
                  <a:srgbClr val="D6E58A"/>
                </a:solidFill>
                <a:latin typeface="Arial"/>
                <a:ea typeface="Arial"/>
                <a:cs typeface="Arial"/>
              </a:defRPr>
            </a:pPr>
            <a:r>
              <a:rPr sz="1425" b="1">
                <a:solidFill>
                  <a:srgbClr val="D6E58A"/>
                </a:solidFill>
                <a:latin typeface="Arial"/>
                <a:ea typeface="Arial"/>
                <a:cs typeface="Arial"/>
              </a:rPr>
              <a:t>First target user</a:t>
            </a:r>
          </a:p>
        </p:txBody>
      </p:sp>
      <p:sp>
        <p:nvSpPr>
          <p:cNvPr id="24" name="">
            <a:extLst xmlns:a="http://schemas.openxmlformats.org/drawingml/2006/main">
              <a:ext uri="{FF2B5EF4-FFF2-40B4-BE49-F238E27FC236}">
                <a16:creationId xmlns:a16="http://schemas.microsoft.com/office/drawing/2014/main" id="{4259D678-2BCD-455C-B1D5-7347D8055465}"/>
              </a:ext>
            </a:extLst>
          </p:cNvPr>
          <p:cNvSpPr>
            <a:spLocks xmlns:a="http://schemas.openxmlformats.org/drawingml/2006/main" noGrp="1"/>
          </p:cNvSpPr>
          <p:nvPr/>
        </p:nvSpPr>
        <p:spPr>
          <a:xfrm xmlns:a="http://schemas.openxmlformats.org/drawingml/2006/main">
            <a:off x="609600" y="6124575"/>
            <a:ext cx="3733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500" b="0">
                <a:solidFill>
                  <a:srgbClr val="FFFFFF"/>
                </a:solidFill>
                <a:latin typeface="Arial"/>
                <a:ea typeface="Arial"/>
                <a:cs typeface="Arial"/>
              </a:defRPr>
            </a:defPPr>
            <a:lvl1pPr>
              <a:defRPr sz="1500" b="0">
                <a:solidFill>
                  <a:srgbClr val="FFFFFF"/>
                </a:solidFill>
                <a:latin typeface="Arial"/>
                <a:ea typeface="Arial"/>
                <a:cs typeface="Arial"/>
              </a:defRPr>
            </a:lvl1pPr>
            <a:lvl2pPr>
              <a:defRPr sz="1500" b="0">
                <a:solidFill>
                  <a:srgbClr val="FFFFFF"/>
                </a:solidFill>
                <a:latin typeface="Arial"/>
                <a:ea typeface="Arial"/>
                <a:cs typeface="Arial"/>
              </a:defRPr>
            </a:lvl2pPr>
            <a:lvl3pPr>
              <a:defRPr sz="1500" b="0">
                <a:solidFill>
                  <a:srgbClr val="FFFFFF"/>
                </a:solidFill>
                <a:latin typeface="Arial"/>
                <a:ea typeface="Arial"/>
                <a:cs typeface="Arial"/>
              </a:defRPr>
            </a:lvl3pPr>
            <a:lvl4pPr>
              <a:defRPr sz="1500" b="0">
                <a:solidFill>
                  <a:srgbClr val="FFFFFF"/>
                </a:solidFill>
                <a:latin typeface="Arial"/>
                <a:ea typeface="Arial"/>
                <a:cs typeface="Arial"/>
              </a:defRPr>
            </a:lvl4pPr>
            <a:lvl5pPr>
              <a:defRPr sz="1500" b="0">
                <a:solidFill>
                  <a:srgbClr val="FFFFFF"/>
                </a:solidFill>
                <a:latin typeface="Arial"/>
                <a:ea typeface="Arial"/>
                <a:cs typeface="Arial"/>
              </a:defRPr>
            </a:lvl5pPr>
            <a:lvl6pPr>
              <a:defRPr sz="1500" b="0">
                <a:solidFill>
                  <a:srgbClr val="FFFFFF"/>
                </a:solidFill>
                <a:latin typeface="Arial"/>
                <a:ea typeface="Arial"/>
                <a:cs typeface="Arial"/>
              </a:defRPr>
            </a:lvl6pPr>
            <a:lvl7pPr>
              <a:defRPr sz="1500" b="0">
                <a:solidFill>
                  <a:srgbClr val="FFFFFF"/>
                </a:solidFill>
                <a:latin typeface="Arial"/>
                <a:ea typeface="Arial"/>
                <a:cs typeface="Arial"/>
              </a:defRPr>
            </a:lvl7pPr>
            <a:lvl8pPr>
              <a:defRPr sz="1500" b="0">
                <a:solidFill>
                  <a:srgbClr val="FFFFFF"/>
                </a:solidFill>
                <a:latin typeface="Arial"/>
                <a:ea typeface="Arial"/>
                <a:cs typeface="Arial"/>
              </a:defRPr>
            </a:lvl8pPr>
            <a:lvl9pPr>
              <a:defRPr sz="1500" b="0">
                <a:solidFill>
                  <a:srgbClr val="FFFFFF"/>
                </a:solidFill>
                <a:latin typeface="Arial"/>
                <a:ea typeface="Arial"/>
                <a:cs typeface="Arial"/>
              </a:defRPr>
            </a:lvl9pPr>
          </a:lstStyle>
          <a:p xmlns:a="http://schemas.openxmlformats.org/drawingml/2006/main">
            <a:pPr>
              <a:defRPr sz="1500" b="0">
                <a:solidFill>
                  <a:srgbClr val="FFFFFF"/>
                </a:solidFill>
                <a:latin typeface="Arial"/>
                <a:ea typeface="Arial"/>
                <a:cs typeface="Arial"/>
              </a:defRPr>
            </a:pPr>
            <a:r>
              <a:rPr sz="1500" b="0">
                <a:solidFill>
                  <a:srgbClr val="FFFFFF"/>
                </a:solidFill>
                <a:latin typeface="Arial"/>
                <a:ea typeface="Arial"/>
                <a:cs typeface="Arial"/>
              </a:rPr>
              <a:t>DTS student with a planned need,</a:t>
            </a:r>
          </a:p>
          <a:p xmlns:a="http://schemas.openxmlformats.org/drawingml/2006/main">
            <a:pPr>
              <a:defRPr sz="1500" b="0">
                <a:solidFill>
                  <a:srgbClr val="FFFFFF"/>
                </a:solidFill>
                <a:latin typeface="Arial"/>
                <a:ea typeface="Arial"/>
                <a:cs typeface="Arial"/>
              </a:defRPr>
            </a:pPr>
            <a:r>
              <a:rPr sz="1500" b="0">
                <a:solidFill>
                  <a:srgbClr val="FFFFFF"/>
                </a:solidFill>
                <a:latin typeface="Arial"/>
                <a:ea typeface="Arial"/>
                <a:cs typeface="Arial"/>
              </a:rPr>
              <a:t>without a suitable item from a peer.</a:t>
            </a:r>
          </a:p>
        </p:txBody>
      </p:sp>
      <p:sp>
        <p:nvSpPr>
          <p:cNvPr id="25" name="">
            <a:extLst xmlns:a="http://schemas.openxmlformats.org/drawingml/2006/main">
              <a:ext uri="{FF2B5EF4-FFF2-40B4-BE49-F238E27FC236}">
                <a16:creationId xmlns:a16="http://schemas.microsoft.com/office/drawing/2014/main" id="{19906A74-5321-4A31-954F-FBEC17BF44E2}"/>
              </a:ext>
            </a:extLst>
          </p:cNvPr>
          <p:cNvSpPr>
            <a:spLocks xmlns:a="http://schemas.openxmlformats.org/drawingml/2006/main" noGrp="1"/>
          </p:cNvSpPr>
          <p:nvPr/>
        </p:nvSpPr>
        <p:spPr>
          <a:xfrm xmlns:a="http://schemas.openxmlformats.org/drawingml/2006/main">
            <a:off x="4772025" y="5895975"/>
            <a:ext cx="6134100" cy="0"/>
          </a:xfrm>
          <a:prstGeom xmlns:a="http://schemas.openxmlformats.org/drawingml/2006/main" prst="line">
            <a:avLst/>
          </a:prstGeom>
          <a:noFill xmlns:a="http://schemas.openxmlformats.org/drawingml/2006/main"/>
          <a:ln xmlns:a="http://schemas.openxmlformats.org/drawingml/2006/main" w="19050">
            <a:solidFill>
              <a:srgbClr val="739982"/>
            </a:solidFill>
          </a:ln>
        </p:spPr>
      </p:sp>
      <p:sp>
        <p:nvSpPr>
          <p:cNvPr id="26" name="">
            <a:extLst xmlns:a="http://schemas.openxmlformats.org/drawingml/2006/main">
              <a:ext uri="{FF2B5EF4-FFF2-40B4-BE49-F238E27FC236}">
                <a16:creationId xmlns:a16="http://schemas.microsoft.com/office/drawing/2014/main" id="{5D444B5E-CCB5-40B2-B6B0-76BE471E1FD8}"/>
              </a:ext>
            </a:extLst>
          </p:cNvPr>
          <p:cNvSpPr>
            <a:spLocks xmlns:a="http://schemas.openxmlformats.org/drawingml/2006/main" noGrp="1"/>
          </p:cNvSpPr>
          <p:nvPr/>
        </p:nvSpPr>
        <p:spPr>
          <a:xfrm xmlns:a="http://schemas.openxmlformats.org/drawingml/2006/main">
            <a:off x="4724400" y="5848350"/>
            <a:ext cx="95250" cy="95250"/>
          </a:xfrm>
          <a:prstGeom xmlns:a="http://schemas.openxmlformats.org/drawingml/2006/main" prst="ellipse">
            <a:avLst/>
          </a:prstGeom>
          <a:solidFill xmlns:a="http://schemas.openxmlformats.org/drawingml/2006/main">
            <a:srgbClr val="D6E58A"/>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DA70EB8E-4EB4-4A03-A989-53DD1968958B}"/>
              </a:ext>
            </a:extLst>
          </p:cNvPr>
          <p:cNvSpPr>
            <a:spLocks xmlns:a="http://schemas.openxmlformats.org/drawingml/2006/main" noGrp="1"/>
          </p:cNvSpPr>
          <p:nvPr/>
        </p:nvSpPr>
        <p:spPr>
          <a:xfrm xmlns:a="http://schemas.openxmlformats.org/drawingml/2006/main">
            <a:off x="4724400" y="6124575"/>
            <a:ext cx="15621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425" b="1">
                <a:solidFill>
                  <a:srgbClr val="FFFFFF"/>
                </a:solidFill>
                <a:latin typeface="Arial"/>
                <a:ea typeface="Arial"/>
                <a:cs typeface="Arial"/>
              </a:defRPr>
            </a:defPPr>
            <a:lvl1pPr>
              <a:defRPr sz="1425" b="1">
                <a:solidFill>
                  <a:srgbClr val="FFFFFF"/>
                </a:solidFill>
                <a:latin typeface="Arial"/>
                <a:ea typeface="Arial"/>
                <a:cs typeface="Arial"/>
              </a:defRPr>
            </a:lvl1pPr>
            <a:lvl2pPr>
              <a:defRPr sz="1425" b="1">
                <a:solidFill>
                  <a:srgbClr val="FFFFFF"/>
                </a:solidFill>
                <a:latin typeface="Arial"/>
                <a:ea typeface="Arial"/>
                <a:cs typeface="Arial"/>
              </a:defRPr>
            </a:lvl2pPr>
            <a:lvl3pPr>
              <a:defRPr sz="1425" b="1">
                <a:solidFill>
                  <a:srgbClr val="FFFFFF"/>
                </a:solidFill>
                <a:latin typeface="Arial"/>
                <a:ea typeface="Arial"/>
                <a:cs typeface="Arial"/>
              </a:defRPr>
            </a:lvl3pPr>
            <a:lvl4pPr>
              <a:defRPr sz="1425" b="1">
                <a:solidFill>
                  <a:srgbClr val="FFFFFF"/>
                </a:solidFill>
                <a:latin typeface="Arial"/>
                <a:ea typeface="Arial"/>
                <a:cs typeface="Arial"/>
              </a:defRPr>
            </a:lvl4pPr>
            <a:lvl5pPr>
              <a:defRPr sz="1425" b="1">
                <a:solidFill>
                  <a:srgbClr val="FFFFFF"/>
                </a:solidFill>
                <a:latin typeface="Arial"/>
                <a:ea typeface="Arial"/>
                <a:cs typeface="Arial"/>
              </a:defRPr>
            </a:lvl5pPr>
            <a:lvl6pPr>
              <a:defRPr sz="1425" b="1">
                <a:solidFill>
                  <a:srgbClr val="FFFFFF"/>
                </a:solidFill>
                <a:latin typeface="Arial"/>
                <a:ea typeface="Arial"/>
                <a:cs typeface="Arial"/>
              </a:defRPr>
            </a:lvl6pPr>
            <a:lvl7pPr>
              <a:defRPr sz="1425" b="1">
                <a:solidFill>
                  <a:srgbClr val="FFFFFF"/>
                </a:solidFill>
                <a:latin typeface="Arial"/>
                <a:ea typeface="Arial"/>
                <a:cs typeface="Arial"/>
              </a:defRPr>
            </a:lvl7pPr>
            <a:lvl8pPr>
              <a:defRPr sz="1425" b="1">
                <a:solidFill>
                  <a:srgbClr val="FFFFFF"/>
                </a:solidFill>
                <a:latin typeface="Arial"/>
                <a:ea typeface="Arial"/>
                <a:cs typeface="Arial"/>
              </a:defRPr>
            </a:lvl8pPr>
            <a:lvl9pPr>
              <a:defRPr sz="1425" b="1">
                <a:solidFill>
                  <a:srgbClr val="FFFFFF"/>
                </a:solidFill>
                <a:latin typeface="Arial"/>
                <a:ea typeface="Arial"/>
                <a:cs typeface="Arial"/>
              </a:defRPr>
            </a:lvl9pPr>
          </a:lstStyle>
          <a:p xmlns:a="http://schemas.openxmlformats.org/drawingml/2006/main">
            <a:pPr>
              <a:defRPr sz="1425" b="1">
                <a:solidFill>
                  <a:srgbClr val="FFFFFF"/>
                </a:solidFill>
                <a:latin typeface="Arial"/>
                <a:ea typeface="Arial"/>
                <a:cs typeface="Arial"/>
              </a:defRPr>
            </a:pPr>
            <a:r>
              <a:rPr sz="1425" b="1">
                <a:solidFill>
                  <a:srgbClr val="FFFFFF"/>
                </a:solidFill>
                <a:latin typeface="Arial"/>
                <a:ea typeface="Arial"/>
                <a:cs typeface="Arial"/>
              </a:rPr>
              <a:t>Need and dates</a:t>
            </a:r>
          </a:p>
        </p:txBody>
      </p:sp>
      <p:sp>
        <p:nvSpPr>
          <p:cNvPr id="28" name="">
            <a:extLst xmlns:a="http://schemas.openxmlformats.org/drawingml/2006/main">
              <a:ext uri="{FF2B5EF4-FFF2-40B4-BE49-F238E27FC236}">
                <a16:creationId xmlns:a16="http://schemas.microsoft.com/office/drawing/2014/main" id="{0ACC590F-900A-407B-92C9-5FA67D77DFB1}"/>
              </a:ext>
            </a:extLst>
          </p:cNvPr>
          <p:cNvSpPr>
            <a:spLocks xmlns:a="http://schemas.openxmlformats.org/drawingml/2006/main" noGrp="1"/>
          </p:cNvSpPr>
          <p:nvPr/>
        </p:nvSpPr>
        <p:spPr>
          <a:xfrm xmlns:a="http://schemas.openxmlformats.org/drawingml/2006/main">
            <a:off x="4724400" y="6448425"/>
            <a:ext cx="1562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75" b="0">
                <a:solidFill>
                  <a:srgbClr val="BDCEC5"/>
                </a:solidFill>
                <a:latin typeface="Arial"/>
                <a:ea typeface="Arial"/>
                <a:cs typeface="Arial"/>
              </a:defRPr>
            </a:defPPr>
            <a:lvl1pPr>
              <a:defRPr sz="1275" b="0">
                <a:solidFill>
                  <a:srgbClr val="BDCEC5"/>
                </a:solidFill>
                <a:latin typeface="Arial"/>
                <a:ea typeface="Arial"/>
                <a:cs typeface="Arial"/>
              </a:defRPr>
            </a:lvl1pPr>
            <a:lvl2pPr>
              <a:defRPr sz="1275" b="0">
                <a:solidFill>
                  <a:srgbClr val="BDCEC5"/>
                </a:solidFill>
                <a:latin typeface="Arial"/>
                <a:ea typeface="Arial"/>
                <a:cs typeface="Arial"/>
              </a:defRPr>
            </a:lvl2pPr>
            <a:lvl3pPr>
              <a:defRPr sz="1275" b="0">
                <a:solidFill>
                  <a:srgbClr val="BDCEC5"/>
                </a:solidFill>
                <a:latin typeface="Arial"/>
                <a:ea typeface="Arial"/>
                <a:cs typeface="Arial"/>
              </a:defRPr>
            </a:lvl3pPr>
            <a:lvl4pPr>
              <a:defRPr sz="1275" b="0">
                <a:solidFill>
                  <a:srgbClr val="BDCEC5"/>
                </a:solidFill>
                <a:latin typeface="Arial"/>
                <a:ea typeface="Arial"/>
                <a:cs typeface="Arial"/>
              </a:defRPr>
            </a:lvl4pPr>
            <a:lvl5pPr>
              <a:defRPr sz="1275" b="0">
                <a:solidFill>
                  <a:srgbClr val="BDCEC5"/>
                </a:solidFill>
                <a:latin typeface="Arial"/>
                <a:ea typeface="Arial"/>
                <a:cs typeface="Arial"/>
              </a:defRPr>
            </a:lvl5pPr>
            <a:lvl6pPr>
              <a:defRPr sz="1275" b="0">
                <a:solidFill>
                  <a:srgbClr val="BDCEC5"/>
                </a:solidFill>
                <a:latin typeface="Arial"/>
                <a:ea typeface="Arial"/>
                <a:cs typeface="Arial"/>
              </a:defRPr>
            </a:lvl6pPr>
            <a:lvl7pPr>
              <a:defRPr sz="1275" b="0">
                <a:solidFill>
                  <a:srgbClr val="BDCEC5"/>
                </a:solidFill>
                <a:latin typeface="Arial"/>
                <a:ea typeface="Arial"/>
                <a:cs typeface="Arial"/>
              </a:defRPr>
            </a:lvl7pPr>
            <a:lvl8pPr>
              <a:defRPr sz="1275" b="0">
                <a:solidFill>
                  <a:srgbClr val="BDCEC5"/>
                </a:solidFill>
                <a:latin typeface="Arial"/>
                <a:ea typeface="Arial"/>
                <a:cs typeface="Arial"/>
              </a:defRPr>
            </a:lvl8pPr>
            <a:lvl9pPr>
              <a:defRPr sz="1275" b="0">
                <a:solidFill>
                  <a:srgbClr val="BDCEC5"/>
                </a:solidFill>
                <a:latin typeface="Arial"/>
                <a:ea typeface="Arial"/>
                <a:cs typeface="Arial"/>
              </a:defRPr>
            </a:lvl9pPr>
          </a:lstStyle>
          <a:p xmlns:a="http://schemas.openxmlformats.org/drawingml/2006/main">
            <a:pPr>
              <a:defRPr sz="1275" b="0">
                <a:solidFill>
                  <a:srgbClr val="BDCEC5"/>
                </a:solidFill>
                <a:latin typeface="Arial"/>
                <a:ea typeface="Arial"/>
                <a:cs typeface="Arial"/>
              </a:defRPr>
            </a:pPr>
            <a:r>
              <a:rPr sz="1275" b="0">
                <a:solidFill>
                  <a:srgbClr val="BDCEC5"/>
                </a:solidFill>
                <a:latin typeface="Arial"/>
                <a:ea typeface="Arial"/>
                <a:cs typeface="Arial"/>
              </a:rPr>
              <a:t>Dates and budget</a:t>
            </a:r>
          </a:p>
        </p:txBody>
      </p:sp>
      <p:sp>
        <p:nvSpPr>
          <p:cNvPr id="29" name="">
            <a:extLst xmlns:a="http://schemas.openxmlformats.org/drawingml/2006/main">
              <a:ext uri="{FF2B5EF4-FFF2-40B4-BE49-F238E27FC236}">
                <a16:creationId xmlns:a16="http://schemas.microsoft.com/office/drawing/2014/main" id="{9CF5FBF4-3868-4682-B475-A8EE35F4236B}"/>
              </a:ext>
            </a:extLst>
          </p:cNvPr>
          <p:cNvSpPr>
            <a:spLocks xmlns:a="http://schemas.openxmlformats.org/drawingml/2006/main" noGrp="1"/>
          </p:cNvSpPr>
          <p:nvPr/>
        </p:nvSpPr>
        <p:spPr>
          <a:xfrm xmlns:a="http://schemas.openxmlformats.org/drawingml/2006/main">
            <a:off x="6438900" y="5848350"/>
            <a:ext cx="95250" cy="95250"/>
          </a:xfrm>
          <a:prstGeom xmlns:a="http://schemas.openxmlformats.org/drawingml/2006/main" prst="ellipse">
            <a:avLst/>
          </a:prstGeom>
          <a:solidFill xmlns:a="http://schemas.openxmlformats.org/drawingml/2006/main">
            <a:srgbClr val="D6E58A"/>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29C17187-C24B-4289-9244-1911C84AE46A}"/>
              </a:ext>
            </a:extLst>
          </p:cNvPr>
          <p:cNvSpPr>
            <a:spLocks xmlns:a="http://schemas.openxmlformats.org/drawingml/2006/main" noGrp="1"/>
          </p:cNvSpPr>
          <p:nvPr/>
        </p:nvSpPr>
        <p:spPr>
          <a:xfrm xmlns:a="http://schemas.openxmlformats.org/drawingml/2006/main">
            <a:off x="6438900" y="6124575"/>
            <a:ext cx="15621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425" b="1">
                <a:solidFill>
                  <a:srgbClr val="FFFFFF"/>
                </a:solidFill>
                <a:latin typeface="Arial"/>
                <a:ea typeface="Arial"/>
                <a:cs typeface="Arial"/>
              </a:defRPr>
            </a:defPPr>
            <a:lvl1pPr>
              <a:defRPr sz="1425" b="1">
                <a:solidFill>
                  <a:srgbClr val="FFFFFF"/>
                </a:solidFill>
                <a:latin typeface="Arial"/>
                <a:ea typeface="Arial"/>
                <a:cs typeface="Arial"/>
              </a:defRPr>
            </a:lvl1pPr>
            <a:lvl2pPr>
              <a:defRPr sz="1425" b="1">
                <a:solidFill>
                  <a:srgbClr val="FFFFFF"/>
                </a:solidFill>
                <a:latin typeface="Arial"/>
                <a:ea typeface="Arial"/>
                <a:cs typeface="Arial"/>
              </a:defRPr>
            </a:lvl2pPr>
            <a:lvl3pPr>
              <a:defRPr sz="1425" b="1">
                <a:solidFill>
                  <a:srgbClr val="FFFFFF"/>
                </a:solidFill>
                <a:latin typeface="Arial"/>
                <a:ea typeface="Arial"/>
                <a:cs typeface="Arial"/>
              </a:defRPr>
            </a:lvl3pPr>
            <a:lvl4pPr>
              <a:defRPr sz="1425" b="1">
                <a:solidFill>
                  <a:srgbClr val="FFFFFF"/>
                </a:solidFill>
                <a:latin typeface="Arial"/>
                <a:ea typeface="Arial"/>
                <a:cs typeface="Arial"/>
              </a:defRPr>
            </a:lvl4pPr>
            <a:lvl5pPr>
              <a:defRPr sz="1425" b="1">
                <a:solidFill>
                  <a:srgbClr val="FFFFFF"/>
                </a:solidFill>
                <a:latin typeface="Arial"/>
                <a:ea typeface="Arial"/>
                <a:cs typeface="Arial"/>
              </a:defRPr>
            </a:lvl5pPr>
            <a:lvl6pPr>
              <a:defRPr sz="1425" b="1">
                <a:solidFill>
                  <a:srgbClr val="FFFFFF"/>
                </a:solidFill>
                <a:latin typeface="Arial"/>
                <a:ea typeface="Arial"/>
                <a:cs typeface="Arial"/>
              </a:defRPr>
            </a:lvl6pPr>
            <a:lvl7pPr>
              <a:defRPr sz="1425" b="1">
                <a:solidFill>
                  <a:srgbClr val="FFFFFF"/>
                </a:solidFill>
                <a:latin typeface="Arial"/>
                <a:ea typeface="Arial"/>
                <a:cs typeface="Arial"/>
              </a:defRPr>
            </a:lvl7pPr>
            <a:lvl8pPr>
              <a:defRPr sz="1425" b="1">
                <a:solidFill>
                  <a:srgbClr val="FFFFFF"/>
                </a:solidFill>
                <a:latin typeface="Arial"/>
                <a:ea typeface="Arial"/>
                <a:cs typeface="Arial"/>
              </a:defRPr>
            </a:lvl8pPr>
            <a:lvl9pPr>
              <a:defRPr sz="1425" b="1">
                <a:solidFill>
                  <a:srgbClr val="FFFFFF"/>
                </a:solidFill>
                <a:latin typeface="Arial"/>
                <a:ea typeface="Arial"/>
                <a:cs typeface="Arial"/>
              </a:defRPr>
            </a:lvl9pPr>
          </a:lstStyle>
          <a:p xmlns:a="http://schemas.openxmlformats.org/drawingml/2006/main">
            <a:pPr>
              <a:defRPr sz="1425" b="1">
                <a:solidFill>
                  <a:srgbClr val="FFFFFF"/>
                </a:solidFill>
                <a:latin typeface="Arial"/>
                <a:ea typeface="Arial"/>
                <a:cs typeface="Arial"/>
              </a:defRPr>
            </a:pPr>
            <a:r>
              <a:rPr sz="1425" b="1">
                <a:solidFill>
                  <a:srgbClr val="FFFFFF"/>
                </a:solidFill>
                <a:latin typeface="Arial"/>
                <a:ea typeface="Arial"/>
                <a:cs typeface="Arial"/>
              </a:rPr>
              <a:t>Relevant offer</a:t>
            </a:r>
          </a:p>
        </p:txBody>
      </p:sp>
      <p:sp>
        <p:nvSpPr>
          <p:cNvPr id="31" name="">
            <a:extLst xmlns:a="http://schemas.openxmlformats.org/drawingml/2006/main">
              <a:ext uri="{FF2B5EF4-FFF2-40B4-BE49-F238E27FC236}">
                <a16:creationId xmlns:a16="http://schemas.microsoft.com/office/drawing/2014/main" id="{3B1F3297-7A87-4D50-953E-533675B5F81C}"/>
              </a:ext>
            </a:extLst>
          </p:cNvPr>
          <p:cNvSpPr>
            <a:spLocks xmlns:a="http://schemas.openxmlformats.org/drawingml/2006/main" noGrp="1"/>
          </p:cNvSpPr>
          <p:nvPr/>
        </p:nvSpPr>
        <p:spPr>
          <a:xfrm xmlns:a="http://schemas.openxmlformats.org/drawingml/2006/main">
            <a:off x="6438900" y="6448425"/>
            <a:ext cx="1562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75" b="0">
                <a:solidFill>
                  <a:srgbClr val="BDCEC5"/>
                </a:solidFill>
                <a:latin typeface="Arial"/>
                <a:ea typeface="Arial"/>
                <a:cs typeface="Arial"/>
              </a:defRPr>
            </a:defPPr>
            <a:lvl1pPr>
              <a:defRPr sz="1275" b="0">
                <a:solidFill>
                  <a:srgbClr val="BDCEC5"/>
                </a:solidFill>
                <a:latin typeface="Arial"/>
                <a:ea typeface="Arial"/>
                <a:cs typeface="Arial"/>
              </a:defRPr>
            </a:lvl1pPr>
            <a:lvl2pPr>
              <a:defRPr sz="1275" b="0">
                <a:solidFill>
                  <a:srgbClr val="BDCEC5"/>
                </a:solidFill>
                <a:latin typeface="Arial"/>
                <a:ea typeface="Arial"/>
                <a:cs typeface="Arial"/>
              </a:defRPr>
            </a:lvl2pPr>
            <a:lvl3pPr>
              <a:defRPr sz="1275" b="0">
                <a:solidFill>
                  <a:srgbClr val="BDCEC5"/>
                </a:solidFill>
                <a:latin typeface="Arial"/>
                <a:ea typeface="Arial"/>
                <a:cs typeface="Arial"/>
              </a:defRPr>
            </a:lvl3pPr>
            <a:lvl4pPr>
              <a:defRPr sz="1275" b="0">
                <a:solidFill>
                  <a:srgbClr val="BDCEC5"/>
                </a:solidFill>
                <a:latin typeface="Arial"/>
                <a:ea typeface="Arial"/>
                <a:cs typeface="Arial"/>
              </a:defRPr>
            </a:lvl4pPr>
            <a:lvl5pPr>
              <a:defRPr sz="1275" b="0">
                <a:solidFill>
                  <a:srgbClr val="BDCEC5"/>
                </a:solidFill>
                <a:latin typeface="Arial"/>
                <a:ea typeface="Arial"/>
                <a:cs typeface="Arial"/>
              </a:defRPr>
            </a:lvl5pPr>
            <a:lvl6pPr>
              <a:defRPr sz="1275" b="0">
                <a:solidFill>
                  <a:srgbClr val="BDCEC5"/>
                </a:solidFill>
                <a:latin typeface="Arial"/>
                <a:ea typeface="Arial"/>
                <a:cs typeface="Arial"/>
              </a:defRPr>
            </a:lvl6pPr>
            <a:lvl7pPr>
              <a:defRPr sz="1275" b="0">
                <a:solidFill>
                  <a:srgbClr val="BDCEC5"/>
                </a:solidFill>
                <a:latin typeface="Arial"/>
                <a:ea typeface="Arial"/>
                <a:cs typeface="Arial"/>
              </a:defRPr>
            </a:lvl7pPr>
            <a:lvl8pPr>
              <a:defRPr sz="1275" b="0">
                <a:solidFill>
                  <a:srgbClr val="BDCEC5"/>
                </a:solidFill>
                <a:latin typeface="Arial"/>
                <a:ea typeface="Arial"/>
                <a:cs typeface="Arial"/>
              </a:defRPr>
            </a:lvl8pPr>
            <a:lvl9pPr>
              <a:defRPr sz="1275" b="0">
                <a:solidFill>
                  <a:srgbClr val="BDCEC5"/>
                </a:solidFill>
                <a:latin typeface="Arial"/>
                <a:ea typeface="Arial"/>
                <a:cs typeface="Arial"/>
              </a:defRPr>
            </a:lvl9pPr>
          </a:lstStyle>
          <a:p xmlns:a="http://schemas.openxmlformats.org/drawingml/2006/main">
            <a:pPr>
              <a:defRPr sz="1275" b="0">
                <a:solidFill>
                  <a:srgbClr val="BDCEC5"/>
                </a:solidFill>
                <a:latin typeface="Arial"/>
                <a:ea typeface="Arial"/>
                <a:cs typeface="Arial"/>
              </a:defRPr>
            </a:pPr>
            <a:r>
              <a:rPr sz="1275" b="0">
                <a:solidFill>
                  <a:srgbClr val="BDCEC5"/>
                </a:solidFill>
                <a:latin typeface="Arial"/>
                <a:ea typeface="Arial"/>
                <a:cs typeface="Arial"/>
              </a:rPr>
              <a:t>Owner accepts</a:t>
            </a:r>
          </a:p>
        </p:txBody>
      </p:sp>
      <p:sp>
        <p:nvSpPr>
          <p:cNvPr id="32" name="">
            <a:extLst xmlns:a="http://schemas.openxmlformats.org/drawingml/2006/main">
              <a:ext uri="{FF2B5EF4-FFF2-40B4-BE49-F238E27FC236}">
                <a16:creationId xmlns:a16="http://schemas.microsoft.com/office/drawing/2014/main" id="{1BE2EABC-5C6B-454B-B77D-817381BD2CB5}"/>
              </a:ext>
            </a:extLst>
          </p:cNvPr>
          <p:cNvSpPr>
            <a:spLocks xmlns:a="http://schemas.openxmlformats.org/drawingml/2006/main" noGrp="1"/>
          </p:cNvSpPr>
          <p:nvPr/>
        </p:nvSpPr>
        <p:spPr>
          <a:xfrm xmlns:a="http://schemas.openxmlformats.org/drawingml/2006/main">
            <a:off x="8153400" y="5848350"/>
            <a:ext cx="95250" cy="95250"/>
          </a:xfrm>
          <a:prstGeom xmlns:a="http://schemas.openxmlformats.org/drawingml/2006/main" prst="ellipse">
            <a:avLst/>
          </a:prstGeom>
          <a:solidFill xmlns:a="http://schemas.openxmlformats.org/drawingml/2006/main">
            <a:srgbClr val="D6E58A"/>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6357D890-EF07-4CA0-A378-387AABC37868}"/>
              </a:ext>
            </a:extLst>
          </p:cNvPr>
          <p:cNvSpPr>
            <a:spLocks xmlns:a="http://schemas.openxmlformats.org/drawingml/2006/main" noGrp="1"/>
          </p:cNvSpPr>
          <p:nvPr/>
        </p:nvSpPr>
        <p:spPr>
          <a:xfrm xmlns:a="http://schemas.openxmlformats.org/drawingml/2006/main">
            <a:off x="8153400" y="6124575"/>
            <a:ext cx="15621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425" b="1">
                <a:solidFill>
                  <a:srgbClr val="FFFFFF"/>
                </a:solidFill>
                <a:latin typeface="Arial"/>
                <a:ea typeface="Arial"/>
                <a:cs typeface="Arial"/>
              </a:defRPr>
            </a:defPPr>
            <a:lvl1pPr>
              <a:defRPr sz="1425" b="1">
                <a:solidFill>
                  <a:srgbClr val="FFFFFF"/>
                </a:solidFill>
                <a:latin typeface="Arial"/>
                <a:ea typeface="Arial"/>
                <a:cs typeface="Arial"/>
              </a:defRPr>
            </a:lvl1pPr>
            <a:lvl2pPr>
              <a:defRPr sz="1425" b="1">
                <a:solidFill>
                  <a:srgbClr val="FFFFFF"/>
                </a:solidFill>
                <a:latin typeface="Arial"/>
                <a:ea typeface="Arial"/>
                <a:cs typeface="Arial"/>
              </a:defRPr>
            </a:lvl2pPr>
            <a:lvl3pPr>
              <a:defRPr sz="1425" b="1">
                <a:solidFill>
                  <a:srgbClr val="FFFFFF"/>
                </a:solidFill>
                <a:latin typeface="Arial"/>
                <a:ea typeface="Arial"/>
                <a:cs typeface="Arial"/>
              </a:defRPr>
            </a:lvl3pPr>
            <a:lvl4pPr>
              <a:defRPr sz="1425" b="1">
                <a:solidFill>
                  <a:srgbClr val="FFFFFF"/>
                </a:solidFill>
                <a:latin typeface="Arial"/>
                <a:ea typeface="Arial"/>
                <a:cs typeface="Arial"/>
              </a:defRPr>
            </a:lvl4pPr>
            <a:lvl5pPr>
              <a:defRPr sz="1425" b="1">
                <a:solidFill>
                  <a:srgbClr val="FFFFFF"/>
                </a:solidFill>
                <a:latin typeface="Arial"/>
                <a:ea typeface="Arial"/>
                <a:cs typeface="Arial"/>
              </a:defRPr>
            </a:lvl5pPr>
            <a:lvl6pPr>
              <a:defRPr sz="1425" b="1">
                <a:solidFill>
                  <a:srgbClr val="FFFFFF"/>
                </a:solidFill>
                <a:latin typeface="Arial"/>
                <a:ea typeface="Arial"/>
                <a:cs typeface="Arial"/>
              </a:defRPr>
            </a:lvl6pPr>
            <a:lvl7pPr>
              <a:defRPr sz="1425" b="1">
                <a:solidFill>
                  <a:srgbClr val="FFFFFF"/>
                </a:solidFill>
                <a:latin typeface="Arial"/>
                <a:ea typeface="Arial"/>
                <a:cs typeface="Arial"/>
              </a:defRPr>
            </a:lvl7pPr>
            <a:lvl8pPr>
              <a:defRPr sz="1425" b="1">
                <a:solidFill>
                  <a:srgbClr val="FFFFFF"/>
                </a:solidFill>
                <a:latin typeface="Arial"/>
                <a:ea typeface="Arial"/>
                <a:cs typeface="Arial"/>
              </a:defRPr>
            </a:lvl8pPr>
            <a:lvl9pPr>
              <a:defRPr sz="1425" b="1">
                <a:solidFill>
                  <a:srgbClr val="FFFFFF"/>
                </a:solidFill>
                <a:latin typeface="Arial"/>
                <a:ea typeface="Arial"/>
                <a:cs typeface="Arial"/>
              </a:defRPr>
            </a:lvl9pPr>
          </a:lstStyle>
          <a:p xmlns:a="http://schemas.openxmlformats.org/drawingml/2006/main">
            <a:pPr>
              <a:defRPr sz="1425" b="1">
                <a:solidFill>
                  <a:srgbClr val="FFFFFF"/>
                </a:solidFill>
                <a:latin typeface="Arial"/>
                <a:ea typeface="Arial"/>
                <a:cs typeface="Arial"/>
              </a:defRPr>
            </a:pPr>
            <a:r>
              <a:rPr sz="1425" b="1">
                <a:solidFill>
                  <a:srgbClr val="FFFFFF"/>
                </a:solidFill>
                <a:latin typeface="Arial"/>
                <a:ea typeface="Arial"/>
                <a:cs typeface="Arial"/>
              </a:rPr>
              <a:t>Agreed handoff</a:t>
            </a:r>
          </a:p>
        </p:txBody>
      </p:sp>
      <p:sp>
        <p:nvSpPr>
          <p:cNvPr id="34" name="">
            <a:extLst xmlns:a="http://schemas.openxmlformats.org/drawingml/2006/main">
              <a:ext uri="{FF2B5EF4-FFF2-40B4-BE49-F238E27FC236}">
                <a16:creationId xmlns:a16="http://schemas.microsoft.com/office/drawing/2014/main" id="{37147D49-8380-4715-9788-5393C97CB79C}"/>
              </a:ext>
            </a:extLst>
          </p:cNvPr>
          <p:cNvSpPr>
            <a:spLocks xmlns:a="http://schemas.openxmlformats.org/drawingml/2006/main" noGrp="1"/>
          </p:cNvSpPr>
          <p:nvPr/>
        </p:nvSpPr>
        <p:spPr>
          <a:xfrm xmlns:a="http://schemas.openxmlformats.org/drawingml/2006/main">
            <a:off x="8153400" y="6448425"/>
            <a:ext cx="1562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75" b="0">
                <a:solidFill>
                  <a:srgbClr val="BDCEC5"/>
                </a:solidFill>
                <a:latin typeface="Arial"/>
                <a:ea typeface="Arial"/>
                <a:cs typeface="Arial"/>
              </a:defRPr>
            </a:defPPr>
            <a:lvl1pPr>
              <a:defRPr sz="1275" b="0">
                <a:solidFill>
                  <a:srgbClr val="BDCEC5"/>
                </a:solidFill>
                <a:latin typeface="Arial"/>
                <a:ea typeface="Arial"/>
                <a:cs typeface="Arial"/>
              </a:defRPr>
            </a:lvl1pPr>
            <a:lvl2pPr>
              <a:defRPr sz="1275" b="0">
                <a:solidFill>
                  <a:srgbClr val="BDCEC5"/>
                </a:solidFill>
                <a:latin typeface="Arial"/>
                <a:ea typeface="Arial"/>
                <a:cs typeface="Arial"/>
              </a:defRPr>
            </a:lvl2pPr>
            <a:lvl3pPr>
              <a:defRPr sz="1275" b="0">
                <a:solidFill>
                  <a:srgbClr val="BDCEC5"/>
                </a:solidFill>
                <a:latin typeface="Arial"/>
                <a:ea typeface="Arial"/>
                <a:cs typeface="Arial"/>
              </a:defRPr>
            </a:lvl3pPr>
            <a:lvl4pPr>
              <a:defRPr sz="1275" b="0">
                <a:solidFill>
                  <a:srgbClr val="BDCEC5"/>
                </a:solidFill>
                <a:latin typeface="Arial"/>
                <a:ea typeface="Arial"/>
                <a:cs typeface="Arial"/>
              </a:defRPr>
            </a:lvl4pPr>
            <a:lvl5pPr>
              <a:defRPr sz="1275" b="0">
                <a:solidFill>
                  <a:srgbClr val="BDCEC5"/>
                </a:solidFill>
                <a:latin typeface="Arial"/>
                <a:ea typeface="Arial"/>
                <a:cs typeface="Arial"/>
              </a:defRPr>
            </a:lvl5pPr>
            <a:lvl6pPr>
              <a:defRPr sz="1275" b="0">
                <a:solidFill>
                  <a:srgbClr val="BDCEC5"/>
                </a:solidFill>
                <a:latin typeface="Arial"/>
                <a:ea typeface="Arial"/>
                <a:cs typeface="Arial"/>
              </a:defRPr>
            </a:lvl6pPr>
            <a:lvl7pPr>
              <a:defRPr sz="1275" b="0">
                <a:solidFill>
                  <a:srgbClr val="BDCEC5"/>
                </a:solidFill>
                <a:latin typeface="Arial"/>
                <a:ea typeface="Arial"/>
                <a:cs typeface="Arial"/>
              </a:defRPr>
            </a:lvl7pPr>
            <a:lvl8pPr>
              <a:defRPr sz="1275" b="0">
                <a:solidFill>
                  <a:srgbClr val="BDCEC5"/>
                </a:solidFill>
                <a:latin typeface="Arial"/>
                <a:ea typeface="Arial"/>
                <a:cs typeface="Arial"/>
              </a:defRPr>
            </a:lvl8pPr>
            <a:lvl9pPr>
              <a:defRPr sz="1275" b="0">
                <a:solidFill>
                  <a:srgbClr val="BDCEC5"/>
                </a:solidFill>
                <a:latin typeface="Arial"/>
                <a:ea typeface="Arial"/>
                <a:cs typeface="Arial"/>
              </a:defRPr>
            </a:lvl9pPr>
          </a:lstStyle>
          <a:p xmlns:a="http://schemas.openxmlformats.org/drawingml/2006/main">
            <a:pPr>
              <a:defRPr sz="1275" b="0">
                <a:solidFill>
                  <a:srgbClr val="BDCEC5"/>
                </a:solidFill>
                <a:latin typeface="Arial"/>
                <a:ea typeface="Arial"/>
                <a:cs typeface="Arial"/>
              </a:defRPr>
            </a:pPr>
            <a:r>
              <a:rPr sz="1275" b="0">
                <a:solidFill>
                  <a:srgbClr val="BDCEC5"/>
                </a:solidFill>
                <a:latin typeface="Arial"/>
                <a:ea typeface="Arial"/>
                <a:cs typeface="Arial"/>
              </a:rPr>
              <a:t>Public point</a:t>
            </a:r>
          </a:p>
        </p:txBody>
      </p:sp>
      <p:sp>
        <p:nvSpPr>
          <p:cNvPr id="35" name="">
            <a:extLst xmlns:a="http://schemas.openxmlformats.org/drawingml/2006/main">
              <a:ext uri="{FF2B5EF4-FFF2-40B4-BE49-F238E27FC236}">
                <a16:creationId xmlns:a16="http://schemas.microsoft.com/office/drawing/2014/main" id="{AEA911CB-B115-49A9-B309-76867D433E37}"/>
              </a:ext>
            </a:extLst>
          </p:cNvPr>
          <p:cNvSpPr>
            <a:spLocks xmlns:a="http://schemas.openxmlformats.org/drawingml/2006/main" noGrp="1"/>
          </p:cNvSpPr>
          <p:nvPr/>
        </p:nvSpPr>
        <p:spPr>
          <a:xfrm xmlns:a="http://schemas.openxmlformats.org/drawingml/2006/main">
            <a:off x="9867900" y="5848350"/>
            <a:ext cx="95250" cy="95250"/>
          </a:xfrm>
          <a:prstGeom xmlns:a="http://schemas.openxmlformats.org/drawingml/2006/main" prst="ellipse">
            <a:avLst/>
          </a:prstGeom>
          <a:solidFill xmlns:a="http://schemas.openxmlformats.org/drawingml/2006/main">
            <a:srgbClr val="D6E58A"/>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969649A5-345E-425D-BEFE-7DC17B4F0A02}"/>
              </a:ext>
            </a:extLst>
          </p:cNvPr>
          <p:cNvSpPr>
            <a:spLocks xmlns:a="http://schemas.openxmlformats.org/drawingml/2006/main" noGrp="1"/>
          </p:cNvSpPr>
          <p:nvPr/>
        </p:nvSpPr>
        <p:spPr>
          <a:xfrm xmlns:a="http://schemas.openxmlformats.org/drawingml/2006/main">
            <a:off x="9867900" y="6124575"/>
            <a:ext cx="15621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425" b="1">
                <a:solidFill>
                  <a:srgbClr val="FFFFFF"/>
                </a:solidFill>
                <a:latin typeface="Arial"/>
                <a:ea typeface="Arial"/>
                <a:cs typeface="Arial"/>
              </a:defRPr>
            </a:defPPr>
            <a:lvl1pPr>
              <a:defRPr sz="1425" b="1">
                <a:solidFill>
                  <a:srgbClr val="FFFFFF"/>
                </a:solidFill>
                <a:latin typeface="Arial"/>
                <a:ea typeface="Arial"/>
                <a:cs typeface="Arial"/>
              </a:defRPr>
            </a:lvl1pPr>
            <a:lvl2pPr>
              <a:defRPr sz="1425" b="1">
                <a:solidFill>
                  <a:srgbClr val="FFFFFF"/>
                </a:solidFill>
                <a:latin typeface="Arial"/>
                <a:ea typeface="Arial"/>
                <a:cs typeface="Arial"/>
              </a:defRPr>
            </a:lvl2pPr>
            <a:lvl3pPr>
              <a:defRPr sz="1425" b="1">
                <a:solidFill>
                  <a:srgbClr val="FFFFFF"/>
                </a:solidFill>
                <a:latin typeface="Arial"/>
                <a:ea typeface="Arial"/>
                <a:cs typeface="Arial"/>
              </a:defRPr>
            </a:lvl3pPr>
            <a:lvl4pPr>
              <a:defRPr sz="1425" b="1">
                <a:solidFill>
                  <a:srgbClr val="FFFFFF"/>
                </a:solidFill>
                <a:latin typeface="Arial"/>
                <a:ea typeface="Arial"/>
                <a:cs typeface="Arial"/>
              </a:defRPr>
            </a:lvl4pPr>
            <a:lvl5pPr>
              <a:defRPr sz="1425" b="1">
                <a:solidFill>
                  <a:srgbClr val="FFFFFF"/>
                </a:solidFill>
                <a:latin typeface="Arial"/>
                <a:ea typeface="Arial"/>
                <a:cs typeface="Arial"/>
              </a:defRPr>
            </a:lvl5pPr>
            <a:lvl6pPr>
              <a:defRPr sz="1425" b="1">
                <a:solidFill>
                  <a:srgbClr val="FFFFFF"/>
                </a:solidFill>
                <a:latin typeface="Arial"/>
                <a:ea typeface="Arial"/>
                <a:cs typeface="Arial"/>
              </a:defRPr>
            </a:lvl6pPr>
            <a:lvl7pPr>
              <a:defRPr sz="1425" b="1">
                <a:solidFill>
                  <a:srgbClr val="FFFFFF"/>
                </a:solidFill>
                <a:latin typeface="Arial"/>
                <a:ea typeface="Arial"/>
                <a:cs typeface="Arial"/>
              </a:defRPr>
            </a:lvl7pPr>
            <a:lvl8pPr>
              <a:defRPr sz="1425" b="1">
                <a:solidFill>
                  <a:srgbClr val="FFFFFF"/>
                </a:solidFill>
                <a:latin typeface="Arial"/>
                <a:ea typeface="Arial"/>
                <a:cs typeface="Arial"/>
              </a:defRPr>
            </a:lvl8pPr>
            <a:lvl9pPr>
              <a:defRPr sz="1425" b="1">
                <a:solidFill>
                  <a:srgbClr val="FFFFFF"/>
                </a:solidFill>
                <a:latin typeface="Arial"/>
                <a:ea typeface="Arial"/>
                <a:cs typeface="Arial"/>
              </a:defRPr>
            </a:lvl9pPr>
          </a:lstStyle>
          <a:p xmlns:a="http://schemas.openxmlformats.org/drawingml/2006/main">
            <a:pPr>
              <a:defRPr sz="1425" b="1">
                <a:solidFill>
                  <a:srgbClr val="FFFFFF"/>
                </a:solidFill>
                <a:latin typeface="Arial"/>
                <a:ea typeface="Arial"/>
                <a:cs typeface="Arial"/>
              </a:defRPr>
            </a:pPr>
            <a:r>
              <a:rPr sz="1425" b="1">
                <a:solidFill>
                  <a:srgbClr val="FFFFFF"/>
                </a:solidFill>
                <a:latin typeface="Arial"/>
                <a:ea typeface="Arial"/>
                <a:cs typeface="Arial"/>
              </a:rPr>
              <a:t>Confirmed return</a:t>
            </a:r>
          </a:p>
        </p:txBody>
      </p:sp>
      <p:sp>
        <p:nvSpPr>
          <p:cNvPr id="37" name="">
            <a:extLst xmlns:a="http://schemas.openxmlformats.org/drawingml/2006/main">
              <a:ext uri="{FF2B5EF4-FFF2-40B4-BE49-F238E27FC236}">
                <a16:creationId xmlns:a16="http://schemas.microsoft.com/office/drawing/2014/main" id="{B449ECDE-217F-47FC-A1A7-2758F28CACDD}"/>
              </a:ext>
            </a:extLst>
          </p:cNvPr>
          <p:cNvSpPr>
            <a:spLocks xmlns:a="http://schemas.openxmlformats.org/drawingml/2006/main" noGrp="1"/>
          </p:cNvSpPr>
          <p:nvPr/>
        </p:nvSpPr>
        <p:spPr>
          <a:xfrm xmlns:a="http://schemas.openxmlformats.org/drawingml/2006/main">
            <a:off x="9867900" y="6448425"/>
            <a:ext cx="1562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75" b="0">
                <a:solidFill>
                  <a:srgbClr val="BDCEC5"/>
                </a:solidFill>
                <a:latin typeface="Arial"/>
                <a:ea typeface="Arial"/>
                <a:cs typeface="Arial"/>
              </a:defRPr>
            </a:defPPr>
            <a:lvl1pPr>
              <a:defRPr sz="1275" b="0">
                <a:solidFill>
                  <a:srgbClr val="BDCEC5"/>
                </a:solidFill>
                <a:latin typeface="Arial"/>
                <a:ea typeface="Arial"/>
                <a:cs typeface="Arial"/>
              </a:defRPr>
            </a:lvl1pPr>
            <a:lvl2pPr>
              <a:defRPr sz="1275" b="0">
                <a:solidFill>
                  <a:srgbClr val="BDCEC5"/>
                </a:solidFill>
                <a:latin typeface="Arial"/>
                <a:ea typeface="Arial"/>
                <a:cs typeface="Arial"/>
              </a:defRPr>
            </a:lvl2pPr>
            <a:lvl3pPr>
              <a:defRPr sz="1275" b="0">
                <a:solidFill>
                  <a:srgbClr val="BDCEC5"/>
                </a:solidFill>
                <a:latin typeface="Arial"/>
                <a:ea typeface="Arial"/>
                <a:cs typeface="Arial"/>
              </a:defRPr>
            </a:lvl3pPr>
            <a:lvl4pPr>
              <a:defRPr sz="1275" b="0">
                <a:solidFill>
                  <a:srgbClr val="BDCEC5"/>
                </a:solidFill>
                <a:latin typeface="Arial"/>
                <a:ea typeface="Arial"/>
                <a:cs typeface="Arial"/>
              </a:defRPr>
            </a:lvl4pPr>
            <a:lvl5pPr>
              <a:defRPr sz="1275" b="0">
                <a:solidFill>
                  <a:srgbClr val="BDCEC5"/>
                </a:solidFill>
                <a:latin typeface="Arial"/>
                <a:ea typeface="Arial"/>
                <a:cs typeface="Arial"/>
              </a:defRPr>
            </a:lvl5pPr>
            <a:lvl6pPr>
              <a:defRPr sz="1275" b="0">
                <a:solidFill>
                  <a:srgbClr val="BDCEC5"/>
                </a:solidFill>
                <a:latin typeface="Arial"/>
                <a:ea typeface="Arial"/>
                <a:cs typeface="Arial"/>
              </a:defRPr>
            </a:lvl6pPr>
            <a:lvl7pPr>
              <a:defRPr sz="1275" b="0">
                <a:solidFill>
                  <a:srgbClr val="BDCEC5"/>
                </a:solidFill>
                <a:latin typeface="Arial"/>
                <a:ea typeface="Arial"/>
                <a:cs typeface="Arial"/>
              </a:defRPr>
            </a:lvl7pPr>
            <a:lvl8pPr>
              <a:defRPr sz="1275" b="0">
                <a:solidFill>
                  <a:srgbClr val="BDCEC5"/>
                </a:solidFill>
                <a:latin typeface="Arial"/>
                <a:ea typeface="Arial"/>
                <a:cs typeface="Arial"/>
              </a:defRPr>
            </a:lvl8pPr>
            <a:lvl9pPr>
              <a:defRPr sz="1275" b="0">
                <a:solidFill>
                  <a:srgbClr val="BDCEC5"/>
                </a:solidFill>
                <a:latin typeface="Arial"/>
                <a:ea typeface="Arial"/>
                <a:cs typeface="Arial"/>
              </a:defRPr>
            </a:lvl9pPr>
          </a:lstStyle>
          <a:p xmlns:a="http://schemas.openxmlformats.org/drawingml/2006/main">
            <a:pPr>
              <a:defRPr sz="1275" b="0">
                <a:solidFill>
                  <a:srgbClr val="BDCEC5"/>
                </a:solidFill>
                <a:latin typeface="Arial"/>
                <a:ea typeface="Arial"/>
                <a:cs typeface="Arial"/>
              </a:defRPr>
            </a:pPr>
            <a:r>
              <a:rPr sz="1275" b="0">
                <a:solidFill>
                  <a:srgbClr val="BDCEC5"/>
                </a:solidFill>
                <a:latin typeface="Arial"/>
                <a:ea typeface="Arial"/>
                <a:cs typeface="Arial"/>
              </a:rPr>
              <a:t>Both confirm</a:t>
            </a:r>
          </a:p>
        </p:txBody>
      </p:sp>
      <p:sp>
        <p:nvSpPr>
          <p:cNvPr id="38" name="">
            <a:extLst xmlns:a="http://schemas.openxmlformats.org/drawingml/2006/main">
              <a:ext uri="{FF2B5EF4-FFF2-40B4-BE49-F238E27FC236}">
                <a16:creationId xmlns:a16="http://schemas.microsoft.com/office/drawing/2014/main" id="{1914D2B3-AE16-4577-94A0-A232D55FD69C}"/>
              </a:ext>
            </a:extLst>
          </p:cNvPr>
          <p:cNvSpPr>
            <a:spLocks xmlns:a="http://schemas.openxmlformats.org/drawingml/2006/main" noGrp="1"/>
          </p:cNvSpPr>
          <p:nvPr/>
        </p:nvSpPr>
        <p:spPr>
          <a:xfrm xmlns:a="http://schemas.openxmlformats.org/drawingml/2006/main">
            <a:off x="11239500" y="6638925"/>
            <a:ext cx="6286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125" b="0">
                <a:solidFill>
                  <a:srgbClr val="BDCEC5"/>
                </a:solidFill>
                <a:latin typeface="Arial"/>
                <a:ea typeface="Arial"/>
                <a:cs typeface="Arial"/>
              </a:defRPr>
            </a:defPPr>
            <a:lvl1pPr>
              <a:defRPr sz="1125" b="0">
                <a:solidFill>
                  <a:srgbClr val="BDCEC5"/>
                </a:solidFill>
                <a:latin typeface="Arial"/>
                <a:ea typeface="Arial"/>
                <a:cs typeface="Arial"/>
              </a:defRPr>
            </a:lvl1pPr>
            <a:lvl2pPr>
              <a:defRPr sz="1125" b="0">
                <a:solidFill>
                  <a:srgbClr val="BDCEC5"/>
                </a:solidFill>
                <a:latin typeface="Arial"/>
                <a:ea typeface="Arial"/>
                <a:cs typeface="Arial"/>
              </a:defRPr>
            </a:lvl2pPr>
            <a:lvl3pPr>
              <a:defRPr sz="1125" b="0">
                <a:solidFill>
                  <a:srgbClr val="BDCEC5"/>
                </a:solidFill>
                <a:latin typeface="Arial"/>
                <a:ea typeface="Arial"/>
                <a:cs typeface="Arial"/>
              </a:defRPr>
            </a:lvl3pPr>
            <a:lvl4pPr>
              <a:defRPr sz="1125" b="0">
                <a:solidFill>
                  <a:srgbClr val="BDCEC5"/>
                </a:solidFill>
                <a:latin typeface="Arial"/>
                <a:ea typeface="Arial"/>
                <a:cs typeface="Arial"/>
              </a:defRPr>
            </a:lvl4pPr>
            <a:lvl5pPr>
              <a:defRPr sz="1125" b="0">
                <a:solidFill>
                  <a:srgbClr val="BDCEC5"/>
                </a:solidFill>
                <a:latin typeface="Arial"/>
                <a:ea typeface="Arial"/>
                <a:cs typeface="Arial"/>
              </a:defRPr>
            </a:lvl5pPr>
            <a:lvl6pPr>
              <a:defRPr sz="1125" b="0">
                <a:solidFill>
                  <a:srgbClr val="BDCEC5"/>
                </a:solidFill>
                <a:latin typeface="Arial"/>
                <a:ea typeface="Arial"/>
                <a:cs typeface="Arial"/>
              </a:defRPr>
            </a:lvl6pPr>
            <a:lvl7pPr>
              <a:defRPr sz="1125" b="0">
                <a:solidFill>
                  <a:srgbClr val="BDCEC5"/>
                </a:solidFill>
                <a:latin typeface="Arial"/>
                <a:ea typeface="Arial"/>
                <a:cs typeface="Arial"/>
              </a:defRPr>
            </a:lvl7pPr>
            <a:lvl8pPr>
              <a:defRPr sz="1125" b="0">
                <a:solidFill>
                  <a:srgbClr val="BDCEC5"/>
                </a:solidFill>
                <a:latin typeface="Arial"/>
                <a:ea typeface="Arial"/>
                <a:cs typeface="Arial"/>
              </a:defRPr>
            </a:lvl8pPr>
            <a:lvl9pPr>
              <a:defRPr sz="1125" b="0">
                <a:solidFill>
                  <a:srgbClr val="BDCEC5"/>
                </a:solidFill>
                <a:latin typeface="Arial"/>
                <a:ea typeface="Arial"/>
                <a:cs typeface="Arial"/>
              </a:defRPr>
            </a:lvl9pPr>
          </a:lstStyle>
          <a:p xmlns:a="http://schemas.openxmlformats.org/drawingml/2006/main">
            <a:pPr>
              <a:defRPr sz="1125" b="0">
                <a:solidFill>
                  <a:srgbClr val="BDCEC5"/>
                </a:solidFill>
                <a:latin typeface="Arial"/>
                <a:ea typeface="Arial"/>
                <a:cs typeface="Arial"/>
              </a:defRPr>
            </a:pPr>
            <a:r>
              <a:rPr sz="1125" b="0">
                <a:solidFill>
                  <a:srgbClr val="BDCEC5"/>
                </a:solidFill>
                <a:latin typeface="Arial"/>
                <a:ea typeface="Arial"/>
                <a:cs typeface="Arial"/>
              </a:rPr>
              <a:t>2 / 6</a:t>
            </a:r>
          </a:p>
        </p:txBody>
      </p:sp>
    </p:spTree>
    <p:extLst>
      <p:ext uri="{BB962C8B-B14F-4D97-AF65-F5344CB8AC3E}">
        <p14:creationId xmlns:p14="http://schemas.microsoft.com/office/powerpoint/2010/main" val="164735445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41515CD0-7959-4FF7-A9E3-43E9F4ED9C9F}"/>
              </a:ext>
            </a:extLst>
          </p:cNvPr>
          <p:cNvSpPr>
            <a:spLocks xmlns:a="http://schemas.openxmlformats.org/drawingml/2006/main" noGrp="1"/>
          </p:cNvSpPr>
          <p:nvPr/>
        </p:nvSpPr>
        <p:spPr>
          <a:xfrm xmlns:a="http://schemas.openxmlformats.org/drawingml/2006/main">
            <a:off x="609600" y="266700"/>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500" b="1">
                <a:solidFill>
                  <a:srgbClr val="24634D"/>
                </a:solidFill>
                <a:latin typeface="Arial"/>
                <a:ea typeface="Arial"/>
                <a:cs typeface="Arial"/>
              </a:defRPr>
            </a:defPPr>
            <a:lvl1pPr>
              <a:defRPr sz="1500" b="1">
                <a:solidFill>
                  <a:srgbClr val="24634D"/>
                </a:solidFill>
                <a:latin typeface="Arial"/>
                <a:ea typeface="Arial"/>
                <a:cs typeface="Arial"/>
              </a:defRPr>
            </a:lvl1pPr>
            <a:lvl2pPr>
              <a:defRPr sz="1500" b="1">
                <a:solidFill>
                  <a:srgbClr val="24634D"/>
                </a:solidFill>
                <a:latin typeface="Arial"/>
                <a:ea typeface="Arial"/>
                <a:cs typeface="Arial"/>
              </a:defRPr>
            </a:lvl2pPr>
            <a:lvl3pPr>
              <a:defRPr sz="1500" b="1">
                <a:solidFill>
                  <a:srgbClr val="24634D"/>
                </a:solidFill>
                <a:latin typeface="Arial"/>
                <a:ea typeface="Arial"/>
                <a:cs typeface="Arial"/>
              </a:defRPr>
            </a:lvl3pPr>
            <a:lvl4pPr>
              <a:defRPr sz="1500" b="1">
                <a:solidFill>
                  <a:srgbClr val="24634D"/>
                </a:solidFill>
                <a:latin typeface="Arial"/>
                <a:ea typeface="Arial"/>
                <a:cs typeface="Arial"/>
              </a:defRPr>
            </a:lvl4pPr>
            <a:lvl5pPr>
              <a:defRPr sz="1500" b="1">
                <a:solidFill>
                  <a:srgbClr val="24634D"/>
                </a:solidFill>
                <a:latin typeface="Arial"/>
                <a:ea typeface="Arial"/>
                <a:cs typeface="Arial"/>
              </a:defRPr>
            </a:lvl5pPr>
            <a:lvl6pPr>
              <a:defRPr sz="1500" b="1">
                <a:solidFill>
                  <a:srgbClr val="24634D"/>
                </a:solidFill>
                <a:latin typeface="Arial"/>
                <a:ea typeface="Arial"/>
                <a:cs typeface="Arial"/>
              </a:defRPr>
            </a:lvl6pPr>
            <a:lvl7pPr>
              <a:defRPr sz="1500" b="1">
                <a:solidFill>
                  <a:srgbClr val="24634D"/>
                </a:solidFill>
                <a:latin typeface="Arial"/>
                <a:ea typeface="Arial"/>
                <a:cs typeface="Arial"/>
              </a:defRPr>
            </a:lvl7pPr>
            <a:lvl8pPr>
              <a:defRPr sz="1500" b="1">
                <a:solidFill>
                  <a:srgbClr val="24634D"/>
                </a:solidFill>
                <a:latin typeface="Arial"/>
                <a:ea typeface="Arial"/>
                <a:cs typeface="Arial"/>
              </a:defRPr>
            </a:lvl8pPr>
            <a:lvl9pPr>
              <a:defRPr sz="1500" b="1">
                <a:solidFill>
                  <a:srgbClr val="24634D"/>
                </a:solidFill>
                <a:latin typeface="Arial"/>
                <a:ea typeface="Arial"/>
                <a:cs typeface="Arial"/>
              </a:defRPr>
            </a:lvl9pPr>
          </a:lstStyle>
          <a:p xmlns:a="http://schemas.openxmlformats.org/drawingml/2006/main">
            <a:pPr>
              <a:defRPr sz="1500" b="1">
                <a:solidFill>
                  <a:srgbClr val="24634D"/>
                </a:solidFill>
                <a:latin typeface="Arial"/>
                <a:ea typeface="Arial"/>
                <a:cs typeface="Arial"/>
              </a:defRPr>
            </a:pPr>
            <a:r>
              <a:rPr sz="1500" b="1">
                <a:solidFill>
                  <a:srgbClr val="24634D"/>
                </a:solidFill>
                <a:latin typeface="Arial"/>
                <a:ea typeface="Arial"/>
                <a:cs typeface="Arial"/>
              </a:rPr>
              <a:t>U Use</a:t>
            </a:r>
          </a:p>
        </p:txBody>
      </p:sp>
      <p:sp>
        <p:nvSpPr>
          <p:cNvPr id="2" name="">
            <a:extLst xmlns:a="http://schemas.openxmlformats.org/drawingml/2006/main">
              <a:ext uri="{FF2B5EF4-FFF2-40B4-BE49-F238E27FC236}">
                <a16:creationId xmlns:a16="http://schemas.microsoft.com/office/drawing/2014/main" id="{33207D4F-6FAE-4C11-BC83-04DE93F0C7A5}"/>
              </a:ext>
            </a:extLst>
          </p:cNvPr>
          <p:cNvSpPr>
            <a:spLocks xmlns:a="http://schemas.openxmlformats.org/drawingml/2006/main" noGrp="1"/>
          </p:cNvSpPr>
          <p:nvPr/>
        </p:nvSpPr>
        <p:spPr>
          <a:xfrm xmlns:a="http://schemas.openxmlformats.org/drawingml/2006/main">
            <a:off x="609600" y="82867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900" b="1">
                <a:solidFill>
                  <a:srgbClr val="172B24"/>
                </a:solidFill>
                <a:latin typeface="Arial"/>
                <a:ea typeface="Arial"/>
                <a:cs typeface="Arial"/>
              </a:defRPr>
            </a:defPPr>
            <a:lvl1pPr>
              <a:defRPr sz="3900" b="1">
                <a:solidFill>
                  <a:srgbClr val="172B24"/>
                </a:solidFill>
                <a:latin typeface="Arial"/>
                <a:ea typeface="Arial"/>
                <a:cs typeface="Arial"/>
              </a:defRPr>
            </a:lvl1pPr>
            <a:lvl2pPr>
              <a:defRPr sz="3900" b="1">
                <a:solidFill>
                  <a:srgbClr val="172B24"/>
                </a:solidFill>
                <a:latin typeface="Arial"/>
                <a:ea typeface="Arial"/>
                <a:cs typeface="Arial"/>
              </a:defRPr>
            </a:lvl2pPr>
            <a:lvl3pPr>
              <a:defRPr sz="3900" b="1">
                <a:solidFill>
                  <a:srgbClr val="172B24"/>
                </a:solidFill>
                <a:latin typeface="Arial"/>
                <a:ea typeface="Arial"/>
                <a:cs typeface="Arial"/>
              </a:defRPr>
            </a:lvl3pPr>
            <a:lvl4pPr>
              <a:defRPr sz="3900" b="1">
                <a:solidFill>
                  <a:srgbClr val="172B24"/>
                </a:solidFill>
                <a:latin typeface="Arial"/>
                <a:ea typeface="Arial"/>
                <a:cs typeface="Arial"/>
              </a:defRPr>
            </a:lvl4pPr>
            <a:lvl5pPr>
              <a:defRPr sz="3900" b="1">
                <a:solidFill>
                  <a:srgbClr val="172B24"/>
                </a:solidFill>
                <a:latin typeface="Arial"/>
                <a:ea typeface="Arial"/>
                <a:cs typeface="Arial"/>
              </a:defRPr>
            </a:lvl5pPr>
            <a:lvl6pPr>
              <a:defRPr sz="3900" b="1">
                <a:solidFill>
                  <a:srgbClr val="172B24"/>
                </a:solidFill>
                <a:latin typeface="Arial"/>
                <a:ea typeface="Arial"/>
                <a:cs typeface="Arial"/>
              </a:defRPr>
            </a:lvl6pPr>
            <a:lvl7pPr>
              <a:defRPr sz="3900" b="1">
                <a:solidFill>
                  <a:srgbClr val="172B24"/>
                </a:solidFill>
                <a:latin typeface="Arial"/>
                <a:ea typeface="Arial"/>
                <a:cs typeface="Arial"/>
              </a:defRPr>
            </a:lvl7pPr>
            <a:lvl8pPr>
              <a:defRPr sz="3900" b="1">
                <a:solidFill>
                  <a:srgbClr val="172B24"/>
                </a:solidFill>
                <a:latin typeface="Arial"/>
                <a:ea typeface="Arial"/>
                <a:cs typeface="Arial"/>
              </a:defRPr>
            </a:lvl8pPr>
            <a:lvl9pPr>
              <a:defRPr sz="3900" b="1">
                <a:solidFill>
                  <a:srgbClr val="172B24"/>
                </a:solidFill>
                <a:latin typeface="Arial"/>
                <a:ea typeface="Arial"/>
                <a:cs typeface="Arial"/>
              </a:defRPr>
            </a:lvl9pPr>
          </a:lstStyle>
          <a:p xmlns:a="http://schemas.openxmlformats.org/drawingml/2006/main">
            <a:pPr>
              <a:defRPr sz="3900" b="1">
                <a:solidFill>
                  <a:srgbClr val="172B24"/>
                </a:solidFill>
                <a:latin typeface="Arial"/>
                <a:ea typeface="Arial"/>
                <a:cs typeface="Arial"/>
              </a:defRPr>
            </a:pPr>
            <a:r>
              <a:rPr sz="3900" b="1">
                <a:solidFill>
                  <a:srgbClr val="172B24"/>
                </a:solidFill>
                <a:latin typeface="Arial"/>
                <a:ea typeface="Arial"/>
                <a:cs typeface="Arial"/>
              </a:rPr>
              <a:t>Pilot market and alternatives</a:t>
            </a:r>
          </a:p>
        </p:txBody>
      </p:sp>
      <p:sp>
        <p:nvSpPr>
          <p:cNvPr id="3" name="">
            <a:extLst xmlns:a="http://schemas.openxmlformats.org/drawingml/2006/main">
              <a:ext uri="{FF2B5EF4-FFF2-40B4-BE49-F238E27FC236}">
                <a16:creationId xmlns:a16="http://schemas.microsoft.com/office/drawing/2014/main" id="{C7C58390-F95E-4435-8144-758F620E4D77}"/>
              </a:ext>
            </a:extLst>
          </p:cNvPr>
          <p:cNvSpPr>
            <a:spLocks xmlns:a="http://schemas.openxmlformats.org/drawingml/2006/main" noGrp="1"/>
          </p:cNvSpPr>
          <p:nvPr/>
        </p:nvSpPr>
        <p:spPr>
          <a:xfrm xmlns:a="http://schemas.openxmlformats.org/drawingml/2006/main">
            <a:off x="10839450" y="6486525"/>
            <a:ext cx="742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350" b="0">
                <a:solidFill>
                  <a:srgbClr val="5C6A63"/>
                </a:solidFill>
                <a:latin typeface="Arial"/>
                <a:ea typeface="Arial"/>
                <a:cs typeface="Arial"/>
              </a:defRPr>
            </a:defPPr>
            <a:lvl1pPr>
              <a:defRPr sz="1350" b="0">
                <a:solidFill>
                  <a:srgbClr val="5C6A63"/>
                </a:solidFill>
                <a:latin typeface="Arial"/>
                <a:ea typeface="Arial"/>
                <a:cs typeface="Arial"/>
              </a:defRPr>
            </a:lvl1pPr>
            <a:lvl2pPr>
              <a:defRPr sz="1350" b="0">
                <a:solidFill>
                  <a:srgbClr val="5C6A63"/>
                </a:solidFill>
                <a:latin typeface="Arial"/>
                <a:ea typeface="Arial"/>
                <a:cs typeface="Arial"/>
              </a:defRPr>
            </a:lvl2pPr>
            <a:lvl3pPr>
              <a:defRPr sz="1350" b="0">
                <a:solidFill>
                  <a:srgbClr val="5C6A63"/>
                </a:solidFill>
                <a:latin typeface="Arial"/>
                <a:ea typeface="Arial"/>
                <a:cs typeface="Arial"/>
              </a:defRPr>
            </a:lvl3pPr>
            <a:lvl4pPr>
              <a:defRPr sz="1350" b="0">
                <a:solidFill>
                  <a:srgbClr val="5C6A63"/>
                </a:solidFill>
                <a:latin typeface="Arial"/>
                <a:ea typeface="Arial"/>
                <a:cs typeface="Arial"/>
              </a:defRPr>
            </a:lvl4pPr>
            <a:lvl5pPr>
              <a:defRPr sz="1350" b="0">
                <a:solidFill>
                  <a:srgbClr val="5C6A63"/>
                </a:solidFill>
                <a:latin typeface="Arial"/>
                <a:ea typeface="Arial"/>
                <a:cs typeface="Arial"/>
              </a:defRPr>
            </a:lvl5pPr>
            <a:lvl6pPr>
              <a:defRPr sz="1350" b="0">
                <a:solidFill>
                  <a:srgbClr val="5C6A63"/>
                </a:solidFill>
                <a:latin typeface="Arial"/>
                <a:ea typeface="Arial"/>
                <a:cs typeface="Arial"/>
              </a:defRPr>
            </a:lvl6pPr>
            <a:lvl7pPr>
              <a:defRPr sz="1350" b="0">
                <a:solidFill>
                  <a:srgbClr val="5C6A63"/>
                </a:solidFill>
                <a:latin typeface="Arial"/>
                <a:ea typeface="Arial"/>
                <a:cs typeface="Arial"/>
              </a:defRPr>
            </a:lvl7pPr>
            <a:lvl8pPr>
              <a:defRPr sz="1350" b="0">
                <a:solidFill>
                  <a:srgbClr val="5C6A63"/>
                </a:solidFill>
                <a:latin typeface="Arial"/>
                <a:ea typeface="Arial"/>
                <a:cs typeface="Arial"/>
              </a:defRPr>
            </a:lvl8pPr>
            <a:lvl9pPr>
              <a:defRPr sz="1350" b="0">
                <a:solidFill>
                  <a:srgbClr val="5C6A63"/>
                </a:solidFill>
                <a:latin typeface="Arial"/>
                <a:ea typeface="Arial"/>
                <a:cs typeface="Arial"/>
              </a:defRPr>
            </a:lvl9pPr>
          </a:lstStyle>
          <a:p xmlns:a="http://schemas.openxmlformats.org/drawingml/2006/main">
            <a:pPr>
              <a:defRPr sz="1350" b="0">
                <a:solidFill>
                  <a:srgbClr val="5C6A63"/>
                </a:solidFill>
                <a:latin typeface="Arial"/>
                <a:ea typeface="Arial"/>
                <a:cs typeface="Arial"/>
              </a:defRPr>
            </a:pPr>
            <a:r>
              <a:rPr sz="1350" b="0">
                <a:solidFill>
                  <a:srgbClr val="5C6A63"/>
                </a:solidFill>
                <a:latin typeface="Arial"/>
                <a:ea typeface="Arial"/>
                <a:cs typeface="Arial"/>
              </a:rPr>
              <a:t>3 / 6</a:t>
            </a:r>
          </a:p>
        </p:txBody>
      </p:sp>
      <p:sp>
        <p:nvSpPr>
          <p:cNvPr id="4" name="">
            <a:extLst xmlns:a="http://schemas.openxmlformats.org/drawingml/2006/main">
              <a:ext uri="{FF2B5EF4-FFF2-40B4-BE49-F238E27FC236}">
                <a16:creationId xmlns:a16="http://schemas.microsoft.com/office/drawing/2014/main" id="{52D5257A-F88F-4D6A-B817-22A6BCBADDB0}"/>
              </a:ext>
            </a:extLst>
          </p:cNvPr>
          <p:cNvSpPr>
            <a:spLocks xmlns:a="http://schemas.openxmlformats.org/drawingml/2006/main" noGrp="1"/>
          </p:cNvSpPr>
          <p:nvPr/>
        </p:nvSpPr>
        <p:spPr>
          <a:xfrm xmlns:a="http://schemas.openxmlformats.org/drawingml/2006/main">
            <a:off x="609600" y="1743075"/>
            <a:ext cx="271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500" b="1">
                <a:solidFill>
                  <a:srgbClr val="24634D"/>
                </a:solidFill>
                <a:latin typeface="Arial"/>
                <a:ea typeface="Arial"/>
                <a:cs typeface="Arial"/>
              </a:defRPr>
            </a:defPPr>
            <a:lvl1pPr>
              <a:defRPr sz="1500" b="1">
                <a:solidFill>
                  <a:srgbClr val="24634D"/>
                </a:solidFill>
                <a:latin typeface="Arial"/>
                <a:ea typeface="Arial"/>
                <a:cs typeface="Arial"/>
              </a:defRPr>
            </a:lvl1pPr>
            <a:lvl2pPr>
              <a:defRPr sz="1500" b="1">
                <a:solidFill>
                  <a:srgbClr val="24634D"/>
                </a:solidFill>
                <a:latin typeface="Arial"/>
                <a:ea typeface="Arial"/>
                <a:cs typeface="Arial"/>
              </a:defRPr>
            </a:lvl2pPr>
            <a:lvl3pPr>
              <a:defRPr sz="1500" b="1">
                <a:solidFill>
                  <a:srgbClr val="24634D"/>
                </a:solidFill>
                <a:latin typeface="Arial"/>
                <a:ea typeface="Arial"/>
                <a:cs typeface="Arial"/>
              </a:defRPr>
            </a:lvl3pPr>
            <a:lvl4pPr>
              <a:defRPr sz="1500" b="1">
                <a:solidFill>
                  <a:srgbClr val="24634D"/>
                </a:solidFill>
                <a:latin typeface="Arial"/>
                <a:ea typeface="Arial"/>
                <a:cs typeface="Arial"/>
              </a:defRPr>
            </a:lvl4pPr>
            <a:lvl5pPr>
              <a:defRPr sz="1500" b="1">
                <a:solidFill>
                  <a:srgbClr val="24634D"/>
                </a:solidFill>
                <a:latin typeface="Arial"/>
                <a:ea typeface="Arial"/>
                <a:cs typeface="Arial"/>
              </a:defRPr>
            </a:lvl5pPr>
            <a:lvl6pPr>
              <a:defRPr sz="1500" b="1">
                <a:solidFill>
                  <a:srgbClr val="24634D"/>
                </a:solidFill>
                <a:latin typeface="Arial"/>
                <a:ea typeface="Arial"/>
                <a:cs typeface="Arial"/>
              </a:defRPr>
            </a:lvl6pPr>
            <a:lvl7pPr>
              <a:defRPr sz="1500" b="1">
                <a:solidFill>
                  <a:srgbClr val="24634D"/>
                </a:solidFill>
                <a:latin typeface="Arial"/>
                <a:ea typeface="Arial"/>
                <a:cs typeface="Arial"/>
              </a:defRPr>
            </a:lvl7pPr>
            <a:lvl8pPr>
              <a:defRPr sz="1500" b="1">
                <a:solidFill>
                  <a:srgbClr val="24634D"/>
                </a:solidFill>
                <a:latin typeface="Arial"/>
                <a:ea typeface="Arial"/>
                <a:cs typeface="Arial"/>
              </a:defRPr>
            </a:lvl8pPr>
            <a:lvl9pPr>
              <a:defRPr sz="1500" b="1">
                <a:solidFill>
                  <a:srgbClr val="24634D"/>
                </a:solidFill>
                <a:latin typeface="Arial"/>
                <a:ea typeface="Arial"/>
                <a:cs typeface="Arial"/>
              </a:defRPr>
            </a:lvl9pPr>
          </a:lstStyle>
          <a:p xmlns:a="http://schemas.openxmlformats.org/drawingml/2006/main">
            <a:pPr>
              <a:defRPr sz="1500" b="1">
                <a:solidFill>
                  <a:srgbClr val="24634D"/>
                </a:solidFill>
                <a:latin typeface="Arial"/>
                <a:ea typeface="Arial"/>
                <a:cs typeface="Arial"/>
              </a:defRPr>
            </a:pPr>
            <a:r>
              <a:rPr sz="1500" b="1">
                <a:solidFill>
                  <a:srgbClr val="24634D"/>
                </a:solidFill>
                <a:latin typeface="Arial"/>
                <a:ea typeface="Arial"/>
                <a:cs typeface="Arial"/>
              </a:rPr>
              <a:t>TAM context (XEC)</a:t>
            </a:r>
          </a:p>
        </p:txBody>
      </p:sp>
      <p:sp>
        <p:nvSpPr>
          <p:cNvPr id="5" name="">
            <a:extLst xmlns:a="http://schemas.openxmlformats.org/drawingml/2006/main">
              <a:ext uri="{FF2B5EF4-FFF2-40B4-BE49-F238E27FC236}">
                <a16:creationId xmlns:a16="http://schemas.microsoft.com/office/drawing/2014/main" id="{1A0CC834-38C7-451D-9F86-8CA9895D2352}"/>
              </a:ext>
            </a:extLst>
          </p:cNvPr>
          <p:cNvSpPr>
            <a:spLocks xmlns:a="http://schemas.openxmlformats.org/drawingml/2006/main" noGrp="1"/>
          </p:cNvSpPr>
          <p:nvPr/>
        </p:nvSpPr>
        <p:spPr>
          <a:xfrm xmlns:a="http://schemas.openxmlformats.org/drawingml/2006/main">
            <a:off x="590550" y="2133600"/>
            <a:ext cx="2714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4200" b="1">
                <a:solidFill>
                  <a:srgbClr val="172B24"/>
                </a:solidFill>
                <a:latin typeface="Arial"/>
                <a:ea typeface="Arial"/>
                <a:cs typeface="Arial"/>
              </a:defRPr>
            </a:defPPr>
            <a:lvl1pPr>
              <a:defRPr sz="4200" b="1">
                <a:solidFill>
                  <a:srgbClr val="172B24"/>
                </a:solidFill>
                <a:latin typeface="Arial"/>
                <a:ea typeface="Arial"/>
                <a:cs typeface="Arial"/>
              </a:defRPr>
            </a:lvl1pPr>
            <a:lvl2pPr>
              <a:defRPr sz="4200" b="1">
                <a:solidFill>
                  <a:srgbClr val="172B24"/>
                </a:solidFill>
                <a:latin typeface="Arial"/>
                <a:ea typeface="Arial"/>
                <a:cs typeface="Arial"/>
              </a:defRPr>
            </a:lvl2pPr>
            <a:lvl3pPr>
              <a:defRPr sz="4200" b="1">
                <a:solidFill>
                  <a:srgbClr val="172B24"/>
                </a:solidFill>
                <a:latin typeface="Arial"/>
                <a:ea typeface="Arial"/>
                <a:cs typeface="Arial"/>
              </a:defRPr>
            </a:lvl3pPr>
            <a:lvl4pPr>
              <a:defRPr sz="4200" b="1">
                <a:solidFill>
                  <a:srgbClr val="172B24"/>
                </a:solidFill>
                <a:latin typeface="Arial"/>
                <a:ea typeface="Arial"/>
                <a:cs typeface="Arial"/>
              </a:defRPr>
            </a:lvl4pPr>
            <a:lvl5pPr>
              <a:defRPr sz="4200" b="1">
                <a:solidFill>
                  <a:srgbClr val="172B24"/>
                </a:solidFill>
                <a:latin typeface="Arial"/>
                <a:ea typeface="Arial"/>
                <a:cs typeface="Arial"/>
              </a:defRPr>
            </a:lvl5pPr>
            <a:lvl6pPr>
              <a:defRPr sz="4200" b="1">
                <a:solidFill>
                  <a:srgbClr val="172B24"/>
                </a:solidFill>
                <a:latin typeface="Arial"/>
                <a:ea typeface="Arial"/>
                <a:cs typeface="Arial"/>
              </a:defRPr>
            </a:lvl6pPr>
            <a:lvl7pPr>
              <a:defRPr sz="4200" b="1">
                <a:solidFill>
                  <a:srgbClr val="172B24"/>
                </a:solidFill>
                <a:latin typeface="Arial"/>
                <a:ea typeface="Arial"/>
                <a:cs typeface="Arial"/>
              </a:defRPr>
            </a:lvl7pPr>
            <a:lvl8pPr>
              <a:defRPr sz="4200" b="1">
                <a:solidFill>
                  <a:srgbClr val="172B24"/>
                </a:solidFill>
                <a:latin typeface="Arial"/>
                <a:ea typeface="Arial"/>
                <a:cs typeface="Arial"/>
              </a:defRPr>
            </a:lvl8pPr>
            <a:lvl9pPr>
              <a:defRPr sz="4200" b="1">
                <a:solidFill>
                  <a:srgbClr val="172B24"/>
                </a:solidFill>
                <a:latin typeface="Arial"/>
                <a:ea typeface="Arial"/>
                <a:cs typeface="Arial"/>
              </a:defRPr>
            </a:lvl9pPr>
          </a:lstStyle>
          <a:p xmlns:a="http://schemas.openxmlformats.org/drawingml/2006/main">
            <a:pPr>
              <a:defRPr sz="4200" b="1">
                <a:solidFill>
                  <a:srgbClr val="172B24"/>
                </a:solidFill>
                <a:latin typeface="Arial"/>
                <a:ea typeface="Arial"/>
                <a:cs typeface="Arial"/>
              </a:defRPr>
            </a:pPr>
            <a:r>
              <a:rPr sz="4200" b="1">
                <a:solidFill>
                  <a:srgbClr val="172B24"/>
                </a:solidFill>
                <a:latin typeface="Arial"/>
                <a:ea typeface="Arial"/>
                <a:cs typeface="Arial"/>
              </a:rPr>
              <a:t>4,000+</a:t>
            </a:r>
          </a:p>
        </p:txBody>
      </p:sp>
      <p:sp>
        <p:nvSpPr>
          <p:cNvPr id="6" name="">
            <a:extLst xmlns:a="http://schemas.openxmlformats.org/drawingml/2006/main">
              <a:ext uri="{FF2B5EF4-FFF2-40B4-BE49-F238E27FC236}">
                <a16:creationId xmlns:a16="http://schemas.microsoft.com/office/drawing/2014/main" id="{06017F45-2322-4E40-B681-055E90B50582}"/>
              </a:ext>
            </a:extLst>
          </p:cNvPr>
          <p:cNvSpPr>
            <a:spLocks xmlns:a="http://schemas.openxmlformats.org/drawingml/2006/main" noGrp="1"/>
          </p:cNvSpPr>
          <p:nvPr/>
        </p:nvSpPr>
        <p:spPr>
          <a:xfrm xmlns:a="http://schemas.openxmlformats.org/drawingml/2006/main">
            <a:off x="609600" y="2847975"/>
            <a:ext cx="2714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500" b="0">
                <a:solidFill>
                  <a:srgbClr val="5C6A63"/>
                </a:solidFill>
                <a:latin typeface="Arial"/>
                <a:ea typeface="Arial"/>
                <a:cs typeface="Arial"/>
              </a:defRPr>
            </a:defPPr>
            <a:lvl1pPr>
              <a:defRPr sz="1500" b="0">
                <a:solidFill>
                  <a:srgbClr val="5C6A63"/>
                </a:solidFill>
                <a:latin typeface="Arial"/>
                <a:ea typeface="Arial"/>
                <a:cs typeface="Arial"/>
              </a:defRPr>
            </a:lvl1pPr>
            <a:lvl2pPr>
              <a:defRPr sz="1500" b="0">
                <a:solidFill>
                  <a:srgbClr val="5C6A63"/>
                </a:solidFill>
                <a:latin typeface="Arial"/>
                <a:ea typeface="Arial"/>
                <a:cs typeface="Arial"/>
              </a:defRPr>
            </a:lvl2pPr>
            <a:lvl3pPr>
              <a:defRPr sz="1500" b="0">
                <a:solidFill>
                  <a:srgbClr val="5C6A63"/>
                </a:solidFill>
                <a:latin typeface="Arial"/>
                <a:ea typeface="Arial"/>
                <a:cs typeface="Arial"/>
              </a:defRPr>
            </a:lvl3pPr>
            <a:lvl4pPr>
              <a:defRPr sz="1500" b="0">
                <a:solidFill>
                  <a:srgbClr val="5C6A63"/>
                </a:solidFill>
                <a:latin typeface="Arial"/>
                <a:ea typeface="Arial"/>
                <a:cs typeface="Arial"/>
              </a:defRPr>
            </a:lvl4pPr>
            <a:lvl5pPr>
              <a:defRPr sz="1500" b="0">
                <a:solidFill>
                  <a:srgbClr val="5C6A63"/>
                </a:solidFill>
                <a:latin typeface="Arial"/>
                <a:ea typeface="Arial"/>
                <a:cs typeface="Arial"/>
              </a:defRPr>
            </a:lvl5pPr>
            <a:lvl6pPr>
              <a:defRPr sz="1500" b="0">
                <a:solidFill>
                  <a:srgbClr val="5C6A63"/>
                </a:solidFill>
                <a:latin typeface="Arial"/>
                <a:ea typeface="Arial"/>
                <a:cs typeface="Arial"/>
              </a:defRPr>
            </a:lvl6pPr>
            <a:lvl7pPr>
              <a:defRPr sz="1500" b="0">
                <a:solidFill>
                  <a:srgbClr val="5C6A63"/>
                </a:solidFill>
                <a:latin typeface="Arial"/>
                <a:ea typeface="Arial"/>
                <a:cs typeface="Arial"/>
              </a:defRPr>
            </a:lvl7pPr>
            <a:lvl8pPr>
              <a:defRPr sz="1500" b="0">
                <a:solidFill>
                  <a:srgbClr val="5C6A63"/>
                </a:solidFill>
                <a:latin typeface="Arial"/>
                <a:ea typeface="Arial"/>
                <a:cs typeface="Arial"/>
              </a:defRPr>
            </a:lvl8pPr>
            <a:lvl9pPr>
              <a:defRPr sz="1500" b="0">
                <a:solidFill>
                  <a:srgbClr val="5C6A63"/>
                </a:solidFill>
                <a:latin typeface="Arial"/>
                <a:ea typeface="Arial"/>
                <a:cs typeface="Arial"/>
              </a:defRPr>
            </a:lvl9pPr>
          </a:lstStyle>
          <a:p xmlns:a="http://schemas.openxmlformats.org/drawingml/2006/main">
            <a:pPr>
              <a:defRPr sz="1500" b="0">
                <a:solidFill>
                  <a:srgbClr val="5C6A63"/>
                </a:solidFill>
                <a:latin typeface="Arial"/>
                <a:ea typeface="Arial"/>
                <a:cs typeface="Arial"/>
              </a:defRPr>
            </a:pPr>
            <a:r>
              <a:rPr sz="1500" b="0">
                <a:solidFill>
                  <a:srgbClr val="5C6A63"/>
                </a:solidFill>
                <a:latin typeface="Arial"/>
                <a:ea typeface="Arial"/>
                <a:cs typeface="Arial"/>
              </a:rPr>
              <a:t>May 2026 report.</a:t>
            </a:r>
          </a:p>
          <a:p xmlns:a="http://schemas.openxmlformats.org/drawingml/2006/main">
            <a:pPr>
              <a:defRPr sz="1500" b="0">
                <a:solidFill>
                  <a:srgbClr val="5C6A63"/>
                </a:solidFill>
                <a:latin typeface="Arial"/>
                <a:ea typeface="Arial"/>
                <a:cs typeface="Arial"/>
              </a:defRPr>
            </a:pPr>
            <a:r>
              <a:rPr sz="1500" b="0">
                <a:solidFill>
                  <a:srgbClr val="5C6A63"/>
                </a:solidFill>
                <a:latin typeface="Arial"/>
                <a:ea typeface="Arial"/>
                <a:cs typeface="Arial"/>
              </a:rPr>
              <a:t>Population, not demand.</a:t>
            </a:r>
          </a:p>
        </p:txBody>
      </p:sp>
      <p:sp>
        <p:nvSpPr>
          <p:cNvPr id="7" name="">
            <a:extLst xmlns:a="http://schemas.openxmlformats.org/drawingml/2006/main">
              <a:ext uri="{FF2B5EF4-FFF2-40B4-BE49-F238E27FC236}">
                <a16:creationId xmlns:a16="http://schemas.microsoft.com/office/drawing/2014/main" id="{4AE87D9E-C60E-452E-9FF2-3C92F7F21825}"/>
              </a:ext>
            </a:extLst>
          </p:cNvPr>
          <p:cNvSpPr>
            <a:spLocks xmlns:a="http://schemas.openxmlformats.org/drawingml/2006/main" noGrp="1"/>
          </p:cNvSpPr>
          <p:nvPr/>
        </p:nvSpPr>
        <p:spPr>
          <a:xfrm xmlns:a="http://schemas.openxmlformats.org/drawingml/2006/main">
            <a:off x="3552825" y="1743075"/>
            <a:ext cx="271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500" b="1">
                <a:solidFill>
                  <a:srgbClr val="24634D"/>
                </a:solidFill>
                <a:latin typeface="Arial"/>
                <a:ea typeface="Arial"/>
                <a:cs typeface="Arial"/>
              </a:defRPr>
            </a:defPPr>
            <a:lvl1pPr>
              <a:defRPr sz="1500" b="1">
                <a:solidFill>
                  <a:srgbClr val="24634D"/>
                </a:solidFill>
                <a:latin typeface="Arial"/>
                <a:ea typeface="Arial"/>
                <a:cs typeface="Arial"/>
              </a:defRPr>
            </a:lvl1pPr>
            <a:lvl2pPr>
              <a:defRPr sz="1500" b="1">
                <a:solidFill>
                  <a:srgbClr val="24634D"/>
                </a:solidFill>
                <a:latin typeface="Arial"/>
                <a:ea typeface="Arial"/>
                <a:cs typeface="Arial"/>
              </a:defRPr>
            </a:lvl2pPr>
            <a:lvl3pPr>
              <a:defRPr sz="1500" b="1">
                <a:solidFill>
                  <a:srgbClr val="24634D"/>
                </a:solidFill>
                <a:latin typeface="Arial"/>
                <a:ea typeface="Arial"/>
                <a:cs typeface="Arial"/>
              </a:defRPr>
            </a:lvl3pPr>
            <a:lvl4pPr>
              <a:defRPr sz="1500" b="1">
                <a:solidFill>
                  <a:srgbClr val="24634D"/>
                </a:solidFill>
                <a:latin typeface="Arial"/>
                <a:ea typeface="Arial"/>
                <a:cs typeface="Arial"/>
              </a:defRPr>
            </a:lvl4pPr>
            <a:lvl5pPr>
              <a:defRPr sz="1500" b="1">
                <a:solidFill>
                  <a:srgbClr val="24634D"/>
                </a:solidFill>
                <a:latin typeface="Arial"/>
                <a:ea typeface="Arial"/>
                <a:cs typeface="Arial"/>
              </a:defRPr>
            </a:lvl5pPr>
            <a:lvl6pPr>
              <a:defRPr sz="1500" b="1">
                <a:solidFill>
                  <a:srgbClr val="24634D"/>
                </a:solidFill>
                <a:latin typeface="Arial"/>
                <a:ea typeface="Arial"/>
                <a:cs typeface="Arial"/>
              </a:defRPr>
            </a:lvl6pPr>
            <a:lvl7pPr>
              <a:defRPr sz="1500" b="1">
                <a:solidFill>
                  <a:srgbClr val="24634D"/>
                </a:solidFill>
                <a:latin typeface="Arial"/>
                <a:ea typeface="Arial"/>
                <a:cs typeface="Arial"/>
              </a:defRPr>
            </a:lvl7pPr>
            <a:lvl8pPr>
              <a:defRPr sz="1500" b="1">
                <a:solidFill>
                  <a:srgbClr val="24634D"/>
                </a:solidFill>
                <a:latin typeface="Arial"/>
                <a:ea typeface="Arial"/>
                <a:cs typeface="Arial"/>
              </a:defRPr>
            </a:lvl8pPr>
            <a:lvl9pPr>
              <a:defRPr sz="1500" b="1">
                <a:solidFill>
                  <a:srgbClr val="24634D"/>
                </a:solidFill>
                <a:latin typeface="Arial"/>
                <a:ea typeface="Arial"/>
                <a:cs typeface="Arial"/>
              </a:defRPr>
            </a:lvl9pPr>
          </a:lstStyle>
          <a:p xmlns:a="http://schemas.openxmlformats.org/drawingml/2006/main">
            <a:pPr>
              <a:defRPr sz="1500" b="1">
                <a:solidFill>
                  <a:srgbClr val="24634D"/>
                </a:solidFill>
                <a:latin typeface="Arial"/>
                <a:ea typeface="Arial"/>
                <a:cs typeface="Arial"/>
              </a:defRPr>
            </a:pPr>
            <a:r>
              <a:rPr sz="1500" b="1">
                <a:solidFill>
                  <a:srgbClr val="24634D"/>
                </a:solidFill>
                <a:latin typeface="Arial"/>
                <a:ea typeface="Arial"/>
                <a:cs typeface="Arial"/>
              </a:rPr>
              <a:t>Pilot SAM boundary</a:t>
            </a:r>
          </a:p>
        </p:txBody>
      </p:sp>
      <p:sp>
        <p:nvSpPr>
          <p:cNvPr id="8" name="">
            <a:extLst xmlns:a="http://schemas.openxmlformats.org/drawingml/2006/main">
              <a:ext uri="{FF2B5EF4-FFF2-40B4-BE49-F238E27FC236}">
                <a16:creationId xmlns:a16="http://schemas.microsoft.com/office/drawing/2014/main" id="{AE354A8A-1100-4669-9335-F0CEB8EE3847}"/>
              </a:ext>
            </a:extLst>
          </p:cNvPr>
          <p:cNvSpPr>
            <a:spLocks xmlns:a="http://schemas.openxmlformats.org/drawingml/2006/main" noGrp="1"/>
          </p:cNvSpPr>
          <p:nvPr/>
        </p:nvSpPr>
        <p:spPr>
          <a:xfrm xmlns:a="http://schemas.openxmlformats.org/drawingml/2006/main">
            <a:off x="3533775" y="2133600"/>
            <a:ext cx="2714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4200" b="1">
                <a:solidFill>
                  <a:srgbClr val="172B24"/>
                </a:solidFill>
                <a:latin typeface="Arial"/>
                <a:ea typeface="Arial"/>
                <a:cs typeface="Arial"/>
              </a:defRPr>
            </a:defPPr>
            <a:lvl1pPr>
              <a:defRPr sz="4200" b="1">
                <a:solidFill>
                  <a:srgbClr val="172B24"/>
                </a:solidFill>
                <a:latin typeface="Arial"/>
                <a:ea typeface="Arial"/>
                <a:cs typeface="Arial"/>
              </a:defRPr>
            </a:lvl1pPr>
            <a:lvl2pPr>
              <a:defRPr sz="4200" b="1">
                <a:solidFill>
                  <a:srgbClr val="172B24"/>
                </a:solidFill>
                <a:latin typeface="Arial"/>
                <a:ea typeface="Arial"/>
                <a:cs typeface="Arial"/>
              </a:defRPr>
            </a:lvl2pPr>
            <a:lvl3pPr>
              <a:defRPr sz="4200" b="1">
                <a:solidFill>
                  <a:srgbClr val="172B24"/>
                </a:solidFill>
                <a:latin typeface="Arial"/>
                <a:ea typeface="Arial"/>
                <a:cs typeface="Arial"/>
              </a:defRPr>
            </a:lvl3pPr>
            <a:lvl4pPr>
              <a:defRPr sz="4200" b="1">
                <a:solidFill>
                  <a:srgbClr val="172B24"/>
                </a:solidFill>
                <a:latin typeface="Arial"/>
                <a:ea typeface="Arial"/>
                <a:cs typeface="Arial"/>
              </a:defRPr>
            </a:lvl4pPr>
            <a:lvl5pPr>
              <a:defRPr sz="4200" b="1">
                <a:solidFill>
                  <a:srgbClr val="172B24"/>
                </a:solidFill>
                <a:latin typeface="Arial"/>
                <a:ea typeface="Arial"/>
                <a:cs typeface="Arial"/>
              </a:defRPr>
            </a:lvl5pPr>
            <a:lvl6pPr>
              <a:defRPr sz="4200" b="1">
                <a:solidFill>
                  <a:srgbClr val="172B24"/>
                </a:solidFill>
                <a:latin typeface="Arial"/>
                <a:ea typeface="Arial"/>
                <a:cs typeface="Arial"/>
              </a:defRPr>
            </a:lvl6pPr>
            <a:lvl7pPr>
              <a:defRPr sz="4200" b="1">
                <a:solidFill>
                  <a:srgbClr val="172B24"/>
                </a:solidFill>
                <a:latin typeface="Arial"/>
                <a:ea typeface="Arial"/>
                <a:cs typeface="Arial"/>
              </a:defRPr>
            </a:lvl7pPr>
            <a:lvl8pPr>
              <a:defRPr sz="4200" b="1">
                <a:solidFill>
                  <a:srgbClr val="172B24"/>
                </a:solidFill>
                <a:latin typeface="Arial"/>
                <a:ea typeface="Arial"/>
                <a:cs typeface="Arial"/>
              </a:defRPr>
            </a:lvl8pPr>
            <a:lvl9pPr>
              <a:defRPr sz="4200" b="1">
                <a:solidFill>
                  <a:srgbClr val="172B24"/>
                </a:solidFill>
                <a:latin typeface="Arial"/>
                <a:ea typeface="Arial"/>
                <a:cs typeface="Arial"/>
              </a:defRPr>
            </a:lvl9pPr>
          </a:lstStyle>
          <a:p xmlns:a="http://schemas.openxmlformats.org/drawingml/2006/main">
            <a:pPr>
              <a:defRPr sz="4200" b="1">
                <a:solidFill>
                  <a:srgbClr val="172B24"/>
                </a:solidFill>
                <a:latin typeface="Arial"/>
                <a:ea typeface="Arial"/>
                <a:cs typeface="Arial"/>
              </a:defRPr>
            </a:pPr>
            <a:r>
              <a:rPr sz="4200" b="1">
                <a:solidFill>
                  <a:srgbClr val="172B24"/>
                </a:solidFill>
                <a:latin typeface="Arial"/>
                <a:ea typeface="Arial"/>
                <a:cs typeface="Arial"/>
              </a:rPr>
              <a:t>~430</a:t>
            </a:r>
          </a:p>
        </p:txBody>
      </p:sp>
      <p:sp>
        <p:nvSpPr>
          <p:cNvPr id="9" name="">
            <a:extLst xmlns:a="http://schemas.openxmlformats.org/drawingml/2006/main">
              <a:ext uri="{FF2B5EF4-FFF2-40B4-BE49-F238E27FC236}">
                <a16:creationId xmlns:a16="http://schemas.microsoft.com/office/drawing/2014/main" id="{928341CC-4F5E-4562-B4D8-7730F28628A5}"/>
              </a:ext>
            </a:extLst>
          </p:cNvPr>
          <p:cNvSpPr>
            <a:spLocks xmlns:a="http://schemas.openxmlformats.org/drawingml/2006/main" noGrp="1"/>
          </p:cNvSpPr>
          <p:nvPr/>
        </p:nvSpPr>
        <p:spPr>
          <a:xfrm xmlns:a="http://schemas.openxmlformats.org/drawingml/2006/main">
            <a:off x="3552825" y="2847975"/>
            <a:ext cx="2714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500" b="0">
                <a:solidFill>
                  <a:srgbClr val="5C6A63"/>
                </a:solidFill>
                <a:latin typeface="Arial"/>
                <a:ea typeface="Arial"/>
                <a:cs typeface="Arial"/>
              </a:defRPr>
            </a:defPPr>
            <a:lvl1pPr>
              <a:defRPr sz="1500" b="0">
                <a:solidFill>
                  <a:srgbClr val="5C6A63"/>
                </a:solidFill>
                <a:latin typeface="Arial"/>
                <a:ea typeface="Arial"/>
                <a:cs typeface="Arial"/>
              </a:defRPr>
            </a:lvl1pPr>
            <a:lvl2pPr>
              <a:defRPr sz="1500" b="0">
                <a:solidFill>
                  <a:srgbClr val="5C6A63"/>
                </a:solidFill>
                <a:latin typeface="Arial"/>
                <a:ea typeface="Arial"/>
                <a:cs typeface="Arial"/>
              </a:defRPr>
            </a:lvl2pPr>
            <a:lvl3pPr>
              <a:defRPr sz="1500" b="0">
                <a:solidFill>
                  <a:srgbClr val="5C6A63"/>
                </a:solidFill>
                <a:latin typeface="Arial"/>
                <a:ea typeface="Arial"/>
                <a:cs typeface="Arial"/>
              </a:defRPr>
            </a:lvl3pPr>
            <a:lvl4pPr>
              <a:defRPr sz="1500" b="0">
                <a:solidFill>
                  <a:srgbClr val="5C6A63"/>
                </a:solidFill>
                <a:latin typeface="Arial"/>
                <a:ea typeface="Arial"/>
                <a:cs typeface="Arial"/>
              </a:defRPr>
            </a:lvl4pPr>
            <a:lvl5pPr>
              <a:defRPr sz="1500" b="0">
                <a:solidFill>
                  <a:srgbClr val="5C6A63"/>
                </a:solidFill>
                <a:latin typeface="Arial"/>
                <a:ea typeface="Arial"/>
                <a:cs typeface="Arial"/>
              </a:defRPr>
            </a:lvl5pPr>
            <a:lvl6pPr>
              <a:defRPr sz="1500" b="0">
                <a:solidFill>
                  <a:srgbClr val="5C6A63"/>
                </a:solidFill>
                <a:latin typeface="Arial"/>
                <a:ea typeface="Arial"/>
                <a:cs typeface="Arial"/>
              </a:defRPr>
            </a:lvl6pPr>
            <a:lvl7pPr>
              <a:defRPr sz="1500" b="0">
                <a:solidFill>
                  <a:srgbClr val="5C6A63"/>
                </a:solidFill>
                <a:latin typeface="Arial"/>
                <a:ea typeface="Arial"/>
                <a:cs typeface="Arial"/>
              </a:defRPr>
            </a:lvl7pPr>
            <a:lvl8pPr>
              <a:defRPr sz="1500" b="0">
                <a:solidFill>
                  <a:srgbClr val="5C6A63"/>
                </a:solidFill>
                <a:latin typeface="Arial"/>
                <a:ea typeface="Arial"/>
                <a:cs typeface="Arial"/>
              </a:defRPr>
            </a:lvl8pPr>
            <a:lvl9pPr>
              <a:defRPr sz="1500" b="0">
                <a:solidFill>
                  <a:srgbClr val="5C6A63"/>
                </a:solidFill>
                <a:latin typeface="Arial"/>
                <a:ea typeface="Arial"/>
                <a:cs typeface="Arial"/>
              </a:defRPr>
            </a:lvl9pPr>
          </a:lstStyle>
          <a:p xmlns:a="http://schemas.openxmlformats.org/drawingml/2006/main">
            <a:pPr>
              <a:defRPr sz="1500" b="0">
                <a:solidFill>
                  <a:srgbClr val="5C6A63"/>
                </a:solidFill>
                <a:latin typeface="Arial"/>
                <a:ea typeface="Arial"/>
                <a:cs typeface="Arial"/>
              </a:defRPr>
            </a:pPr>
            <a:r>
              <a:rPr sz="1500" b="0">
                <a:solidFill>
                  <a:srgbClr val="5C6A63"/>
                </a:solidFill>
                <a:latin typeface="Arial"/>
                <a:ea typeface="Arial"/>
                <a:cs typeface="Arial"/>
              </a:rPr>
              <a:t>Eight DTS classes.</a:t>
            </a:r>
          </a:p>
          <a:p xmlns:a="http://schemas.openxmlformats.org/drawingml/2006/main">
            <a:pPr>
              <a:defRPr sz="1500" b="0">
                <a:solidFill>
                  <a:srgbClr val="5C6A63"/>
                </a:solidFill>
                <a:latin typeface="Arial"/>
                <a:ea typeface="Arial"/>
                <a:cs typeface="Arial"/>
              </a:defRPr>
            </a:pPr>
            <a:r>
              <a:rPr sz="1500" b="0">
                <a:solidFill>
                  <a:srgbClr val="5C6A63"/>
                </a:solidFill>
                <a:latin typeface="Arial"/>
                <a:ea typeface="Arial"/>
                <a:cs typeface="Arial"/>
              </a:rPr>
              <a:t>Team estimate, access to confirm.</a:t>
            </a:r>
          </a:p>
        </p:txBody>
      </p:sp>
      <p:sp>
        <p:nvSpPr>
          <p:cNvPr id="10" name="">
            <a:extLst xmlns:a="http://schemas.openxmlformats.org/drawingml/2006/main">
              <a:ext uri="{FF2B5EF4-FFF2-40B4-BE49-F238E27FC236}">
                <a16:creationId xmlns:a16="http://schemas.microsoft.com/office/drawing/2014/main" id="{F86D9D45-C27E-40BE-8ADE-9AB3007FD083}"/>
              </a:ext>
            </a:extLst>
          </p:cNvPr>
          <p:cNvSpPr>
            <a:spLocks xmlns:a="http://schemas.openxmlformats.org/drawingml/2006/main" noGrp="1"/>
          </p:cNvSpPr>
          <p:nvPr/>
        </p:nvSpPr>
        <p:spPr>
          <a:xfrm xmlns:a="http://schemas.openxmlformats.org/drawingml/2006/main">
            <a:off x="609600" y="3590925"/>
            <a:ext cx="5600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575" b="1">
                <a:solidFill>
                  <a:srgbClr val="24634D"/>
                </a:solidFill>
                <a:latin typeface="Arial"/>
                <a:ea typeface="Arial"/>
                <a:cs typeface="Arial"/>
              </a:defRPr>
            </a:defPPr>
            <a:lvl1pPr>
              <a:defRPr sz="1575" b="1">
                <a:solidFill>
                  <a:srgbClr val="24634D"/>
                </a:solidFill>
                <a:latin typeface="Arial"/>
                <a:ea typeface="Arial"/>
                <a:cs typeface="Arial"/>
              </a:defRPr>
            </a:lvl1pPr>
            <a:lvl2pPr>
              <a:defRPr sz="1575" b="1">
                <a:solidFill>
                  <a:srgbClr val="24634D"/>
                </a:solidFill>
                <a:latin typeface="Arial"/>
                <a:ea typeface="Arial"/>
                <a:cs typeface="Arial"/>
              </a:defRPr>
            </a:lvl2pPr>
            <a:lvl3pPr>
              <a:defRPr sz="1575" b="1">
                <a:solidFill>
                  <a:srgbClr val="24634D"/>
                </a:solidFill>
                <a:latin typeface="Arial"/>
                <a:ea typeface="Arial"/>
                <a:cs typeface="Arial"/>
              </a:defRPr>
            </a:lvl3pPr>
            <a:lvl4pPr>
              <a:defRPr sz="1575" b="1">
                <a:solidFill>
                  <a:srgbClr val="24634D"/>
                </a:solidFill>
                <a:latin typeface="Arial"/>
                <a:ea typeface="Arial"/>
                <a:cs typeface="Arial"/>
              </a:defRPr>
            </a:lvl4pPr>
            <a:lvl5pPr>
              <a:defRPr sz="1575" b="1">
                <a:solidFill>
                  <a:srgbClr val="24634D"/>
                </a:solidFill>
                <a:latin typeface="Arial"/>
                <a:ea typeface="Arial"/>
                <a:cs typeface="Arial"/>
              </a:defRPr>
            </a:lvl5pPr>
            <a:lvl6pPr>
              <a:defRPr sz="1575" b="1">
                <a:solidFill>
                  <a:srgbClr val="24634D"/>
                </a:solidFill>
                <a:latin typeface="Arial"/>
                <a:ea typeface="Arial"/>
                <a:cs typeface="Arial"/>
              </a:defRPr>
            </a:lvl6pPr>
            <a:lvl7pPr>
              <a:defRPr sz="1575" b="1">
                <a:solidFill>
                  <a:srgbClr val="24634D"/>
                </a:solidFill>
                <a:latin typeface="Arial"/>
                <a:ea typeface="Arial"/>
                <a:cs typeface="Arial"/>
              </a:defRPr>
            </a:lvl7pPr>
            <a:lvl8pPr>
              <a:defRPr sz="1575" b="1">
                <a:solidFill>
                  <a:srgbClr val="24634D"/>
                </a:solidFill>
                <a:latin typeface="Arial"/>
                <a:ea typeface="Arial"/>
                <a:cs typeface="Arial"/>
              </a:defRPr>
            </a:lvl8pPr>
            <a:lvl9pPr>
              <a:defRPr sz="1575" b="1">
                <a:solidFill>
                  <a:srgbClr val="24634D"/>
                </a:solidFill>
                <a:latin typeface="Arial"/>
                <a:ea typeface="Arial"/>
                <a:cs typeface="Arial"/>
              </a:defRPr>
            </a:lvl9pPr>
          </a:lstStyle>
          <a:p xmlns:a="http://schemas.openxmlformats.org/drawingml/2006/main">
            <a:pPr>
              <a:defRPr sz="1575" b="1">
                <a:solidFill>
                  <a:srgbClr val="24634D"/>
                </a:solidFill>
                <a:latin typeface="Arial"/>
                <a:ea typeface="Arial"/>
                <a:cs typeface="Arial"/>
              </a:defRPr>
            </a:pPr>
            <a:r>
              <a:rPr sz="1575" b="1">
                <a:solidFill>
                  <a:srgbClr val="24634D"/>
                </a:solidFill>
                <a:latin typeface="Arial"/>
                <a:ea typeface="Arial"/>
                <a:cs typeface="Arial"/>
              </a:rPr>
              <a:t>Supply cap: 4 owners × 2 fulfilments = 8</a:t>
            </a:r>
          </a:p>
        </p:txBody>
      </p:sp>
      <p:sp>
        <p:nvSpPr>
          <p:cNvPr id="11" name="">
            <a:extLst xmlns:a="http://schemas.openxmlformats.org/drawingml/2006/main">
              <a:ext uri="{FF2B5EF4-FFF2-40B4-BE49-F238E27FC236}">
                <a16:creationId xmlns:a16="http://schemas.microsoft.com/office/drawing/2014/main" id="{15018948-3FB6-4614-8D95-27F04EDF48D3}"/>
              </a:ext>
            </a:extLst>
          </p:cNvPr>
          <p:cNvSpPr>
            <a:spLocks xmlns:a="http://schemas.openxmlformats.org/drawingml/2006/main" noGrp="1"/>
          </p:cNvSpPr>
          <p:nvPr/>
        </p:nvSpPr>
        <p:spPr>
          <a:xfrm xmlns:a="http://schemas.openxmlformats.org/drawingml/2006/main">
            <a:off x="609600" y="3924300"/>
            <a:ext cx="5600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500" b="0">
                <a:solidFill>
                  <a:srgbClr val="5C6A63"/>
                </a:solidFill>
                <a:latin typeface="Arial"/>
                <a:ea typeface="Arial"/>
                <a:cs typeface="Arial"/>
              </a:defRPr>
            </a:defPPr>
            <a:lvl1pPr>
              <a:defRPr sz="1500" b="0">
                <a:solidFill>
                  <a:srgbClr val="5C6A63"/>
                </a:solidFill>
                <a:latin typeface="Arial"/>
                <a:ea typeface="Arial"/>
                <a:cs typeface="Arial"/>
              </a:defRPr>
            </a:lvl1pPr>
            <a:lvl2pPr>
              <a:defRPr sz="1500" b="0">
                <a:solidFill>
                  <a:srgbClr val="5C6A63"/>
                </a:solidFill>
                <a:latin typeface="Arial"/>
                <a:ea typeface="Arial"/>
                <a:cs typeface="Arial"/>
              </a:defRPr>
            </a:lvl2pPr>
            <a:lvl3pPr>
              <a:defRPr sz="1500" b="0">
                <a:solidFill>
                  <a:srgbClr val="5C6A63"/>
                </a:solidFill>
                <a:latin typeface="Arial"/>
                <a:ea typeface="Arial"/>
                <a:cs typeface="Arial"/>
              </a:defRPr>
            </a:lvl3pPr>
            <a:lvl4pPr>
              <a:defRPr sz="1500" b="0">
                <a:solidFill>
                  <a:srgbClr val="5C6A63"/>
                </a:solidFill>
                <a:latin typeface="Arial"/>
                <a:ea typeface="Arial"/>
                <a:cs typeface="Arial"/>
              </a:defRPr>
            </a:lvl4pPr>
            <a:lvl5pPr>
              <a:defRPr sz="1500" b="0">
                <a:solidFill>
                  <a:srgbClr val="5C6A63"/>
                </a:solidFill>
                <a:latin typeface="Arial"/>
                <a:ea typeface="Arial"/>
                <a:cs typeface="Arial"/>
              </a:defRPr>
            </a:lvl5pPr>
            <a:lvl6pPr>
              <a:defRPr sz="1500" b="0">
                <a:solidFill>
                  <a:srgbClr val="5C6A63"/>
                </a:solidFill>
                <a:latin typeface="Arial"/>
                <a:ea typeface="Arial"/>
                <a:cs typeface="Arial"/>
              </a:defRPr>
            </a:lvl6pPr>
            <a:lvl7pPr>
              <a:defRPr sz="1500" b="0">
                <a:solidFill>
                  <a:srgbClr val="5C6A63"/>
                </a:solidFill>
                <a:latin typeface="Arial"/>
                <a:ea typeface="Arial"/>
                <a:cs typeface="Arial"/>
              </a:defRPr>
            </a:lvl7pPr>
            <a:lvl8pPr>
              <a:defRPr sz="1500" b="0">
                <a:solidFill>
                  <a:srgbClr val="5C6A63"/>
                </a:solidFill>
                <a:latin typeface="Arial"/>
                <a:ea typeface="Arial"/>
                <a:cs typeface="Arial"/>
              </a:defRPr>
            </a:lvl8pPr>
            <a:lvl9pPr>
              <a:defRPr sz="1500" b="0">
                <a:solidFill>
                  <a:srgbClr val="5C6A63"/>
                </a:solidFill>
                <a:latin typeface="Arial"/>
                <a:ea typeface="Arial"/>
                <a:cs typeface="Arial"/>
              </a:defRPr>
            </a:lvl9pPr>
          </a:lstStyle>
          <a:p xmlns:a="http://schemas.openxmlformats.org/drawingml/2006/main">
            <a:pPr>
              <a:defRPr sz="1500" b="0">
                <a:solidFill>
                  <a:srgbClr val="5C6A63"/>
                </a:solidFill>
                <a:latin typeface="Arial"/>
                <a:ea typeface="Arial"/>
                <a:cs typeface="Arial"/>
              </a:defRPr>
            </a:pPr>
            <a:r>
              <a:rPr sz="1500" b="0">
                <a:solidFill>
                  <a:srgbClr val="5C6A63"/>
                </a:solidFill>
                <a:latin typeface="Arial"/>
                <a:ea typeface="Arial"/>
                <a:cs typeface="Arial"/>
              </a:rPr>
              <a:t>SOM: min(2 forecast, 8 capacity) = 2</a:t>
            </a:r>
          </a:p>
        </p:txBody>
      </p:sp>
      <p:graphicFrame>
        <p:nvGraphicFramePr>
          <p:cNvPr id="12" name="Chart">
            <a:extLst xmlns:a="http://schemas.openxmlformats.org/drawingml/2006/main">
              <a:ext uri="{FF2B5EF4-FFF2-40B4-BE49-F238E27FC236}">
                <a16:creationId xmlns:a16="http://schemas.microsoft.com/office/drawing/2014/main" id="{B7748EE7-E5E2-490E-9F98-42AB8C41F643}"/>
              </a:ext>
            </a:extLst>
          </p:cNvPr>
          <p:cNvGraphicFramePr/>
          <p:nvPr/>
        </p:nvGraphicFramePr>
        <p:xfrm>
          <a:off xmlns:a="http://schemas.openxmlformats.org/drawingml/2006/main" x="6496050" y="1714500"/>
          <a:ext xmlns:a="http://schemas.openxmlformats.org/drawingml/2006/main" cx="5086350" cy="2066925"/>
        </p:xfrm>
        <a:graphic xmlns:a="http://schemas.openxmlformats.org/drawingml/2006/main">
          <a:graphicData uri="http://schemas.openxmlformats.org/drawingml/2006/chart">
            <c:chart xmlns:r="http://schemas.openxmlformats.org/officeDocument/2006/relationships" xmlns:c="http://schemas.openxmlformats.org/drawingml/2006/chart" r:id="Ra8923de3d75e4db8"/>
          </a:graphicData>
        </a:graphic>
      </p:graphicFrame>
      <p:sp>
        <p:nvSpPr>
          <p:cNvPr id="13" name="">
            <a:extLst xmlns:a="http://schemas.openxmlformats.org/drawingml/2006/main">
              <a:ext uri="{FF2B5EF4-FFF2-40B4-BE49-F238E27FC236}">
                <a16:creationId xmlns:a16="http://schemas.microsoft.com/office/drawing/2014/main" id="{9223F0D5-55CC-436C-B8E7-31756718975F}"/>
              </a:ext>
            </a:extLst>
          </p:cNvPr>
          <p:cNvSpPr>
            <a:spLocks xmlns:a="http://schemas.openxmlformats.org/drawingml/2006/main" noGrp="1"/>
          </p:cNvSpPr>
          <p:nvPr/>
        </p:nvSpPr>
        <p:spPr>
          <a:xfrm xmlns:a="http://schemas.openxmlformats.org/drawingml/2006/main">
            <a:off x="6686550" y="3886200"/>
            <a:ext cx="4895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425" b="0">
                <a:solidFill>
                  <a:srgbClr val="5C6A63"/>
                </a:solidFill>
                <a:latin typeface="Arial"/>
                <a:ea typeface="Arial"/>
                <a:cs typeface="Arial"/>
              </a:defRPr>
            </a:defPPr>
            <a:lvl1pPr>
              <a:defRPr sz="1425" b="0">
                <a:solidFill>
                  <a:srgbClr val="5C6A63"/>
                </a:solidFill>
                <a:latin typeface="Arial"/>
                <a:ea typeface="Arial"/>
                <a:cs typeface="Arial"/>
              </a:defRPr>
            </a:lvl1pPr>
            <a:lvl2pPr>
              <a:defRPr sz="1425" b="0">
                <a:solidFill>
                  <a:srgbClr val="5C6A63"/>
                </a:solidFill>
                <a:latin typeface="Arial"/>
                <a:ea typeface="Arial"/>
                <a:cs typeface="Arial"/>
              </a:defRPr>
            </a:lvl2pPr>
            <a:lvl3pPr>
              <a:defRPr sz="1425" b="0">
                <a:solidFill>
                  <a:srgbClr val="5C6A63"/>
                </a:solidFill>
                <a:latin typeface="Arial"/>
                <a:ea typeface="Arial"/>
                <a:cs typeface="Arial"/>
              </a:defRPr>
            </a:lvl3pPr>
            <a:lvl4pPr>
              <a:defRPr sz="1425" b="0">
                <a:solidFill>
                  <a:srgbClr val="5C6A63"/>
                </a:solidFill>
                <a:latin typeface="Arial"/>
                <a:ea typeface="Arial"/>
                <a:cs typeface="Arial"/>
              </a:defRPr>
            </a:lvl4pPr>
            <a:lvl5pPr>
              <a:defRPr sz="1425" b="0">
                <a:solidFill>
                  <a:srgbClr val="5C6A63"/>
                </a:solidFill>
                <a:latin typeface="Arial"/>
                <a:ea typeface="Arial"/>
                <a:cs typeface="Arial"/>
              </a:defRPr>
            </a:lvl5pPr>
            <a:lvl6pPr>
              <a:defRPr sz="1425" b="0">
                <a:solidFill>
                  <a:srgbClr val="5C6A63"/>
                </a:solidFill>
                <a:latin typeface="Arial"/>
                <a:ea typeface="Arial"/>
                <a:cs typeface="Arial"/>
              </a:defRPr>
            </a:lvl6pPr>
            <a:lvl7pPr>
              <a:defRPr sz="1425" b="0">
                <a:solidFill>
                  <a:srgbClr val="5C6A63"/>
                </a:solidFill>
                <a:latin typeface="Arial"/>
                <a:ea typeface="Arial"/>
                <a:cs typeface="Arial"/>
              </a:defRPr>
            </a:lvl7pPr>
            <a:lvl8pPr>
              <a:defRPr sz="1425" b="0">
                <a:solidFill>
                  <a:srgbClr val="5C6A63"/>
                </a:solidFill>
                <a:latin typeface="Arial"/>
                <a:ea typeface="Arial"/>
                <a:cs typeface="Arial"/>
              </a:defRPr>
            </a:lvl8pPr>
            <a:lvl9pPr>
              <a:defRPr sz="1425" b="0">
                <a:solidFill>
                  <a:srgbClr val="5C6A63"/>
                </a:solidFill>
                <a:latin typeface="Arial"/>
                <a:ea typeface="Arial"/>
                <a:cs typeface="Arial"/>
              </a:defRPr>
            </a:lvl9pPr>
          </a:lstStyle>
          <a:p xmlns:a="http://schemas.openxmlformats.org/drawingml/2006/main">
            <a:pPr>
              <a:defRPr sz="1425" b="0">
                <a:solidFill>
                  <a:srgbClr val="5C6A63"/>
                </a:solidFill>
                <a:latin typeface="Arial"/>
                <a:ea typeface="Arial"/>
                <a:cs typeface="Arial"/>
              </a:defRPr>
            </a:pPr>
            <a:r>
              <a:rPr sz="1425" b="0">
                <a:solidFill>
                  <a:srgbClr val="5C6A63"/>
                </a:solidFill>
                <a:latin typeface="Arial"/>
                <a:ea typeface="Arial"/>
                <a:cs typeface="Arial"/>
              </a:rPr>
              <a:t>80 × 10% posting × 25% completion</a:t>
            </a:r>
          </a:p>
        </p:txBody>
      </p:sp>
      <p:sp>
        <p:nvSpPr>
          <p:cNvPr id="14" name="">
            <a:extLst xmlns:a="http://schemas.openxmlformats.org/drawingml/2006/main">
              <a:ext uri="{FF2B5EF4-FFF2-40B4-BE49-F238E27FC236}">
                <a16:creationId xmlns:a16="http://schemas.microsoft.com/office/drawing/2014/main" id="{15D8BE38-7EFC-48C0-92FE-F6C0019F44B5}"/>
              </a:ext>
            </a:extLst>
          </p:cNvPr>
          <p:cNvSpPr>
            <a:spLocks xmlns:a="http://schemas.openxmlformats.org/drawingml/2006/main" noGrp="1"/>
          </p:cNvSpPr>
          <p:nvPr/>
        </p:nvSpPr>
        <p:spPr>
          <a:xfrm xmlns:a="http://schemas.openxmlformats.org/drawingml/2006/main">
            <a:off x="609600" y="4371975"/>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575" b="1">
                <a:solidFill>
                  <a:srgbClr val="24634D"/>
                </a:solidFill>
                <a:latin typeface="Arial"/>
                <a:ea typeface="Arial"/>
                <a:cs typeface="Arial"/>
              </a:defRPr>
            </a:defPPr>
            <a:lvl1pPr>
              <a:defRPr sz="1575" b="1">
                <a:solidFill>
                  <a:srgbClr val="24634D"/>
                </a:solidFill>
                <a:latin typeface="Arial"/>
                <a:ea typeface="Arial"/>
                <a:cs typeface="Arial"/>
              </a:defRPr>
            </a:lvl1pPr>
            <a:lvl2pPr>
              <a:defRPr sz="1575" b="1">
                <a:solidFill>
                  <a:srgbClr val="24634D"/>
                </a:solidFill>
                <a:latin typeface="Arial"/>
                <a:ea typeface="Arial"/>
                <a:cs typeface="Arial"/>
              </a:defRPr>
            </a:lvl2pPr>
            <a:lvl3pPr>
              <a:defRPr sz="1575" b="1">
                <a:solidFill>
                  <a:srgbClr val="24634D"/>
                </a:solidFill>
                <a:latin typeface="Arial"/>
                <a:ea typeface="Arial"/>
                <a:cs typeface="Arial"/>
              </a:defRPr>
            </a:lvl3pPr>
            <a:lvl4pPr>
              <a:defRPr sz="1575" b="1">
                <a:solidFill>
                  <a:srgbClr val="24634D"/>
                </a:solidFill>
                <a:latin typeface="Arial"/>
                <a:ea typeface="Arial"/>
                <a:cs typeface="Arial"/>
              </a:defRPr>
            </a:lvl4pPr>
            <a:lvl5pPr>
              <a:defRPr sz="1575" b="1">
                <a:solidFill>
                  <a:srgbClr val="24634D"/>
                </a:solidFill>
                <a:latin typeface="Arial"/>
                <a:ea typeface="Arial"/>
                <a:cs typeface="Arial"/>
              </a:defRPr>
            </a:lvl5pPr>
            <a:lvl6pPr>
              <a:defRPr sz="1575" b="1">
                <a:solidFill>
                  <a:srgbClr val="24634D"/>
                </a:solidFill>
                <a:latin typeface="Arial"/>
                <a:ea typeface="Arial"/>
                <a:cs typeface="Arial"/>
              </a:defRPr>
            </a:lvl6pPr>
            <a:lvl7pPr>
              <a:defRPr sz="1575" b="1">
                <a:solidFill>
                  <a:srgbClr val="24634D"/>
                </a:solidFill>
                <a:latin typeface="Arial"/>
                <a:ea typeface="Arial"/>
                <a:cs typeface="Arial"/>
              </a:defRPr>
            </a:lvl7pPr>
            <a:lvl8pPr>
              <a:defRPr sz="1575" b="1">
                <a:solidFill>
                  <a:srgbClr val="24634D"/>
                </a:solidFill>
                <a:latin typeface="Arial"/>
                <a:ea typeface="Arial"/>
                <a:cs typeface="Arial"/>
              </a:defRPr>
            </a:lvl8pPr>
            <a:lvl9pPr>
              <a:defRPr sz="1575" b="1">
                <a:solidFill>
                  <a:srgbClr val="24634D"/>
                </a:solidFill>
                <a:latin typeface="Arial"/>
                <a:ea typeface="Arial"/>
                <a:cs typeface="Arial"/>
              </a:defRPr>
            </a:lvl9pPr>
          </a:lstStyle>
          <a:p xmlns:a="http://schemas.openxmlformats.org/drawingml/2006/main">
            <a:pPr>
              <a:defRPr sz="1575" b="1">
                <a:solidFill>
                  <a:srgbClr val="24634D"/>
                </a:solidFill>
                <a:latin typeface="Arial"/>
                <a:ea typeface="Arial"/>
                <a:cs typeface="Arial"/>
              </a:defRPr>
            </a:pPr>
            <a:r>
              <a:rPr sz="1575" b="1">
                <a:solidFill>
                  <a:srgbClr val="24634D"/>
                </a:solidFill>
                <a:latin typeface="Arial"/>
                <a:ea typeface="Arial"/>
                <a:cs typeface="Arial"/>
              </a:rPr>
              <a:t>Substitutes and our proposed route</a:t>
            </a:r>
          </a:p>
        </p:txBody>
      </p:sp>
      <p:graphicFrame>
        <p:nvGraphicFramePr>
          <p:cNvPr id="15" name="">
            <a:extLst xmlns:a="http://schemas.openxmlformats.org/drawingml/2006/main">
              <a:ext uri="{FF2B5EF4-FFF2-40B4-BE49-F238E27FC236}">
                <a16:creationId xmlns:a16="http://schemas.microsoft.com/office/drawing/2014/main" id="{A5669156-49AF-4807-9FF3-94A9D0518848}"/>
              </a:ext>
            </a:extLst>
          </p:cNvPr>
          <p:cNvGraphicFramePr/>
          <p:nvPr/>
        </p:nvGraphicFramePr>
        <p:xfrm>
          <a:off xmlns:a="http://schemas.openxmlformats.org/drawingml/2006/main" x="609600" y="4772025"/>
          <a:ext xmlns:a="http://schemas.openxmlformats.org/drawingml/2006/main" cx="10972800" cy="1581150"/>
        </p:xfrm>
        <a:graphic xmlns:a="http://schemas.openxmlformats.org/drawingml/2006/main">
          <a:graphicData uri="http://schemas.openxmlformats.org/drawingml/2006/table">
            <a:tbl>
              <a:tblPr/>
              <a:tblGrid>
                <a:gridCol w="1790700"/>
                <a:gridCol w="2609850"/>
                <a:gridCol w="2971800"/>
                <a:gridCol w="3600450"/>
              </a:tblGrid>
              <a:tr h="295275">
                <a:tc>
                  <a:txBody>
                    <a:bodyPr>
                      <a:noAutofit/>
                    </a:bodyPr>
                    <a:lstStyle/>
                    <a:p>
                      <a:r>
                        <a:rPr sz="1425" b="1">
                          <a:solidFill>
                            <a:srgbClr val="FFFFFF"/>
                          </a:solidFill>
                          <a:latin typeface="Arial"/>
                          <a:ea typeface="Arial"/>
                          <a:cs typeface="Arial"/>
                        </a:rPr>
                        <a:t>Alternative</a:t>
                      </a:r>
                    </a:p>
                  </a:txBody>
                  <a:tcPr marL="91440" marR="91440" marT="45720" marB="45720">
                    <a:lnL w="9525">
                      <a:solidFill>
                        <a:srgbClr val="D5DFD8"/>
                      </a:solidFill>
                      <a:prstDash val="solid"/>
                    </a:lnL>
                    <a:lnR w="9525">
                      <a:solidFill>
                        <a:srgbClr val="D5DFD8"/>
                      </a:solidFill>
                      <a:prstDash val="solid"/>
                    </a:lnR>
                    <a:lnT w="9525">
                      <a:solidFill>
                        <a:srgbClr val="D5DFD8"/>
                      </a:solidFill>
                      <a:prstDash val="solid"/>
                    </a:lnT>
                    <a:lnB w="9525">
                      <a:solidFill>
                        <a:srgbClr val="D5DFD8"/>
                      </a:solidFill>
                      <a:prstDash val="solid"/>
                    </a:lnB>
                    <a:solidFill>
                      <a:srgbClr val="24634D"/>
                    </a:solidFill>
                  </a:tcPr>
                </a:tc>
                <a:tc>
                  <a:txBody>
                    <a:bodyPr>
                      <a:noAutofit/>
                    </a:bodyPr>
                    <a:lstStyle/>
                    <a:p>
                      <a:r>
                        <a:rPr sz="1425" b="1">
                          <a:solidFill>
                            <a:srgbClr val="FFFFFF"/>
                          </a:solidFill>
                          <a:latin typeface="Arial"/>
                          <a:ea typeface="Arial"/>
                          <a:cs typeface="Arial"/>
                        </a:rPr>
                        <a:t>Operating model</a:t>
                      </a:r>
                    </a:p>
                  </a:txBody>
                  <a:tcPr marL="91440" marR="91440" marT="45720" marB="45720">
                    <a:lnR w="9525">
                      <a:solidFill>
                        <a:srgbClr val="D5DFD8"/>
                      </a:solidFill>
                      <a:prstDash val="solid"/>
                    </a:lnR>
                    <a:lnT w="9525">
                      <a:solidFill>
                        <a:srgbClr val="D5DFD8"/>
                      </a:solidFill>
                      <a:prstDash val="solid"/>
                    </a:lnT>
                    <a:lnB w="9525">
                      <a:solidFill>
                        <a:srgbClr val="D5DFD8"/>
                      </a:solidFill>
                      <a:prstDash val="solid"/>
                    </a:lnB>
                    <a:solidFill>
                      <a:srgbClr val="24634D"/>
                    </a:solidFill>
                  </a:tcPr>
                </a:tc>
                <a:tc>
                  <a:txBody>
                    <a:bodyPr>
                      <a:noAutofit/>
                    </a:bodyPr>
                    <a:lstStyle/>
                    <a:p>
                      <a:r>
                        <a:rPr sz="1425" b="1">
                          <a:solidFill>
                            <a:srgbClr val="FFFFFF"/>
                          </a:solidFill>
                          <a:latin typeface="Arial"/>
                          <a:ea typeface="Arial"/>
                          <a:cs typeface="Arial"/>
                        </a:rPr>
                        <a:t>Useful for</a:t>
                      </a:r>
                    </a:p>
                  </a:txBody>
                  <a:tcPr marL="91440" marR="91440" marT="45720" marB="45720">
                    <a:lnR w="9525">
                      <a:solidFill>
                        <a:srgbClr val="D5DFD8"/>
                      </a:solidFill>
                      <a:prstDash val="solid"/>
                    </a:lnR>
                    <a:lnT w="9525">
                      <a:solidFill>
                        <a:srgbClr val="D5DFD8"/>
                      </a:solidFill>
                      <a:prstDash val="solid"/>
                    </a:lnT>
                    <a:lnB w="9525">
                      <a:solidFill>
                        <a:srgbClr val="D5DFD8"/>
                      </a:solidFill>
                      <a:prstDash val="solid"/>
                    </a:lnB>
                    <a:solidFill>
                      <a:srgbClr val="24634D"/>
                    </a:solidFill>
                  </a:tcPr>
                </a:tc>
                <a:tc>
                  <a:txBody>
                    <a:bodyPr>
                      <a:noAutofit/>
                    </a:bodyPr>
                    <a:lstStyle/>
                    <a:p>
                      <a:r>
                        <a:rPr sz="1425" b="1">
                          <a:solidFill>
                            <a:srgbClr val="FFFFFF"/>
                          </a:solidFill>
                          <a:latin typeface="Arial"/>
                          <a:ea typeface="Arial"/>
                          <a:cs typeface="Arial"/>
                        </a:rPr>
                        <a:t>Local task to compare</a:t>
                      </a:r>
                    </a:p>
                  </a:txBody>
                  <a:tcPr marL="91440" marR="91440" marT="45720" marB="45720">
                    <a:lnR w="9525">
                      <a:solidFill>
                        <a:srgbClr val="D5DFD8"/>
                      </a:solidFill>
                      <a:prstDash val="solid"/>
                    </a:lnR>
                    <a:lnT w="9525">
                      <a:solidFill>
                        <a:srgbClr val="D5DFD8"/>
                      </a:solidFill>
                      <a:prstDash val="solid"/>
                    </a:lnT>
                    <a:lnB w="9525">
                      <a:solidFill>
                        <a:srgbClr val="D5DFD8"/>
                      </a:solidFill>
                      <a:prstDash val="solid"/>
                    </a:lnB>
                    <a:solidFill>
                      <a:srgbClr val="24634D"/>
                    </a:solidFill>
                  </a:tcPr>
                </a:tc>
              </a:tr>
              <a:tr h="323850">
                <a:tc>
                  <a:txBody>
                    <a:bodyPr>
                      <a:noAutofit/>
                    </a:bodyPr>
                    <a:lstStyle/>
                    <a:p>
                      <a:r>
                        <a:rPr sz="1425" b="0">
                          <a:solidFill>
                            <a:srgbClr val="172B24"/>
                          </a:solidFill>
                          <a:latin typeface="Arial"/>
                          <a:ea typeface="Arial"/>
                          <a:cs typeface="Arial"/>
                        </a:rPr>
                        <a:t>Xianyu</a:t>
                      </a:r>
                    </a:p>
                  </a:txBody>
                  <a:tcPr marL="91440" marR="91440" marT="45720" marB="45720">
                    <a:lnL w="9525">
                      <a:solidFill>
                        <a:srgbClr val="D5DFD8"/>
                      </a:solidFill>
                      <a:prstDash val="solid"/>
                    </a:lnL>
                    <a:lnR w="9525">
                      <a:solidFill>
                        <a:srgbClr val="D5DFD8"/>
                      </a:solidFill>
                      <a:prstDash val="solid"/>
                    </a:lnR>
                    <a:lnB w="9525">
                      <a:solidFill>
                        <a:srgbClr val="D5DFD8"/>
                      </a:solidFill>
                      <a:prstDash val="solid"/>
                    </a:lnB>
                    <a:solidFill>
                      <a:srgbClr val="FFFFFF"/>
                    </a:solidFill>
                  </a:tcPr>
                </a:tc>
                <a:tc>
                  <a:txBody>
                    <a:bodyPr>
                      <a:noAutofit/>
                    </a:bodyPr>
                    <a:lstStyle/>
                    <a:p>
                      <a:r>
                        <a:rPr sz="1425" b="0">
                          <a:solidFill>
                            <a:srgbClr val="172B24"/>
                          </a:solidFill>
                          <a:latin typeface="Arial"/>
                          <a:ea typeface="Arial"/>
                          <a:cs typeface="Arial"/>
                        </a:rPr>
                        <a:t>Resale listings</a:t>
                      </a:r>
                    </a:p>
                  </a:txBody>
                  <a:tcPr marL="91440" marR="91440" marT="45720" marB="45720">
                    <a:lnR w="9525">
                      <a:solidFill>
                        <a:srgbClr val="D5DFD8"/>
                      </a:solidFill>
                      <a:prstDash val="solid"/>
                    </a:lnR>
                    <a:lnB w="9525">
                      <a:solidFill>
                        <a:srgbClr val="D5DFD8"/>
                      </a:solidFill>
                      <a:prstDash val="solid"/>
                    </a:lnB>
                    <a:solidFill>
                      <a:srgbClr val="FFFFFF"/>
                    </a:solidFill>
                  </a:tcPr>
                </a:tc>
                <a:tc>
                  <a:txBody>
                    <a:bodyPr>
                      <a:noAutofit/>
                    </a:bodyPr>
                    <a:lstStyle/>
                    <a:p>
                      <a:r>
                        <a:rPr sz="1425" b="0">
                          <a:solidFill>
                            <a:srgbClr val="172B24"/>
                          </a:solidFill>
                          <a:latin typeface="Arial"/>
                          <a:ea typeface="Arial"/>
                          <a:cs typeface="Arial"/>
                        </a:rPr>
                        <a:t>Permanent ownership</a:t>
                      </a:r>
                    </a:p>
                  </a:txBody>
                  <a:tcPr marL="91440" marR="91440" marT="45720" marB="45720">
                    <a:lnR w="9525">
                      <a:solidFill>
                        <a:srgbClr val="D5DFD8"/>
                      </a:solidFill>
                      <a:prstDash val="solid"/>
                    </a:lnR>
                    <a:lnB w="9525">
                      <a:solidFill>
                        <a:srgbClr val="D5DFD8"/>
                      </a:solidFill>
                      <a:prstDash val="solid"/>
                    </a:lnB>
                    <a:solidFill>
                      <a:srgbClr val="FFFFFF"/>
                    </a:solidFill>
                  </a:tcPr>
                </a:tc>
                <a:tc>
                  <a:txBody>
                    <a:bodyPr>
                      <a:noAutofit/>
                    </a:bodyPr>
                    <a:lstStyle/>
                    <a:p>
                      <a:r>
                        <a:rPr sz="1425" b="0">
                          <a:solidFill>
                            <a:srgbClr val="172B24"/>
                          </a:solidFill>
                          <a:latin typeface="Arial"/>
                          <a:ea typeface="Arial"/>
                          <a:cs typeface="Arial"/>
                        </a:rPr>
                        <a:t>Dates and public handoff</a:t>
                      </a:r>
                    </a:p>
                  </a:txBody>
                  <a:tcPr marL="91440" marR="91440" marT="45720" marB="45720">
                    <a:lnR w="9525">
                      <a:solidFill>
                        <a:srgbClr val="D5DFD8"/>
                      </a:solidFill>
                      <a:prstDash val="solid"/>
                    </a:lnR>
                    <a:lnB w="9525">
                      <a:solidFill>
                        <a:srgbClr val="D5DFD8"/>
                      </a:solidFill>
                      <a:prstDash val="solid"/>
                    </a:lnB>
                    <a:solidFill>
                      <a:srgbClr val="FFFFFF"/>
                    </a:solidFill>
                  </a:tcPr>
                </a:tc>
              </a:tr>
              <a:tr h="323850">
                <a:tc>
                  <a:txBody>
                    <a:bodyPr>
                      <a:noAutofit/>
                    </a:bodyPr>
                    <a:lstStyle/>
                    <a:p>
                      <a:r>
                        <a:rPr sz="1425" b="0">
                          <a:solidFill>
                            <a:srgbClr val="172B24"/>
                          </a:solidFill>
                          <a:latin typeface="Arial"/>
                          <a:ea typeface="Arial"/>
                          <a:cs typeface="Arial"/>
                        </a:rPr>
                        <a:t>Renrenzu</a:t>
                      </a:r>
                    </a:p>
                  </a:txBody>
                  <a:tcPr marL="91440" marR="91440" marT="45720" marB="45720">
                    <a:lnL w="9525">
                      <a:solidFill>
                        <a:srgbClr val="D5DFD8"/>
                      </a:solidFill>
                      <a:prstDash val="solid"/>
                    </a:lnL>
                    <a:lnR w="9525">
                      <a:solidFill>
                        <a:srgbClr val="D5DFD8"/>
                      </a:solidFill>
                      <a:prstDash val="solid"/>
                    </a:lnR>
                    <a:lnB w="9525">
                      <a:solidFill>
                        <a:srgbClr val="D5DFD8"/>
                      </a:solidFill>
                      <a:prstDash val="solid"/>
                    </a:lnB>
                    <a:solidFill>
                      <a:srgbClr val="FFFFFF"/>
                    </a:solidFill>
                  </a:tcPr>
                </a:tc>
                <a:tc>
                  <a:txBody>
                    <a:bodyPr>
                      <a:noAutofit/>
                    </a:bodyPr>
                    <a:lstStyle/>
                    <a:p>
                      <a:r>
                        <a:rPr sz="1425" b="0">
                          <a:solidFill>
                            <a:srgbClr val="172B24"/>
                          </a:solidFill>
                          <a:latin typeface="Arial"/>
                          <a:ea typeface="Arial"/>
                          <a:cs typeface="Arial"/>
                        </a:rPr>
                        <a:t>Equipment rental</a:t>
                      </a:r>
                    </a:p>
                  </a:txBody>
                  <a:tcPr marL="91440" marR="91440" marT="45720" marB="45720">
                    <a:lnR w="9525">
                      <a:solidFill>
                        <a:srgbClr val="D5DFD8"/>
                      </a:solidFill>
                      <a:prstDash val="solid"/>
                    </a:lnR>
                    <a:lnB w="9525">
                      <a:solidFill>
                        <a:srgbClr val="D5DFD8"/>
                      </a:solidFill>
                      <a:prstDash val="solid"/>
                    </a:lnB>
                    <a:solidFill>
                      <a:srgbClr val="FFFFFF"/>
                    </a:solidFill>
                  </a:tcPr>
                </a:tc>
                <a:tc>
                  <a:txBody>
                    <a:bodyPr>
                      <a:noAutofit/>
                    </a:bodyPr>
                    <a:lstStyle/>
                    <a:p>
                      <a:r>
                        <a:rPr sz="1425" b="0">
                          <a:solidFill>
                            <a:srgbClr val="172B24"/>
                          </a:solidFill>
                          <a:latin typeface="Arial"/>
                          <a:ea typeface="Arial"/>
                          <a:cs typeface="Arial"/>
                        </a:rPr>
                        <a:t>A specified rental need</a:t>
                      </a:r>
                    </a:p>
                  </a:txBody>
                  <a:tcPr marL="91440" marR="91440" marT="45720" marB="45720">
                    <a:lnR w="9525">
                      <a:solidFill>
                        <a:srgbClr val="D5DFD8"/>
                      </a:solidFill>
                      <a:prstDash val="solid"/>
                    </a:lnR>
                    <a:lnB w="9525">
                      <a:solidFill>
                        <a:srgbClr val="D5DFD8"/>
                      </a:solidFill>
                      <a:prstDash val="solid"/>
                    </a:lnB>
                    <a:solidFill>
                      <a:srgbClr val="FFFFFF"/>
                    </a:solidFill>
                  </a:tcPr>
                </a:tc>
                <a:tc>
                  <a:txBody>
                    <a:bodyPr>
                      <a:noAutofit/>
                    </a:bodyPr>
                    <a:lstStyle/>
                    <a:p>
                      <a:r>
                        <a:rPr sz="1425" b="0">
                          <a:solidFill>
                            <a:srgbClr val="172B24"/>
                          </a:solidFill>
                          <a:latin typeface="Arial"/>
                          <a:ea typeface="Arial"/>
                          <a:cs typeface="Arial"/>
                        </a:rPr>
                        <a:t>Terms and total price</a:t>
                      </a:r>
                    </a:p>
                  </a:txBody>
                  <a:tcPr marL="91440" marR="91440" marT="45720" marB="45720">
                    <a:lnR w="9525">
                      <a:solidFill>
                        <a:srgbClr val="D5DFD8"/>
                      </a:solidFill>
                      <a:prstDash val="solid"/>
                    </a:lnR>
                    <a:lnB w="9525">
                      <a:solidFill>
                        <a:srgbClr val="D5DFD8"/>
                      </a:solidFill>
                      <a:prstDash val="solid"/>
                    </a:lnB>
                    <a:solidFill>
                      <a:srgbClr val="FFFFFF"/>
                    </a:solidFill>
                  </a:tcPr>
                </a:tc>
              </a:tr>
              <a:tr h="323850">
                <a:tc>
                  <a:txBody>
                    <a:bodyPr>
                      <a:noAutofit/>
                    </a:bodyPr>
                    <a:lstStyle/>
                    <a:p>
                      <a:r>
                        <a:rPr sz="1425" b="0">
                          <a:solidFill>
                            <a:srgbClr val="172B24"/>
                          </a:solidFill>
                          <a:latin typeface="Arial"/>
                          <a:ea typeface="Arial"/>
                          <a:cs typeface="Arial"/>
                        </a:rPr>
                        <a:t>ATRenew</a:t>
                      </a:r>
                    </a:p>
                  </a:txBody>
                  <a:tcPr marL="91440" marR="91440" marT="45720" marB="45720">
                    <a:lnL w="9525">
                      <a:solidFill>
                        <a:srgbClr val="D5DFD8"/>
                      </a:solidFill>
                      <a:prstDash val="solid"/>
                    </a:lnL>
                    <a:lnR w="9525">
                      <a:solidFill>
                        <a:srgbClr val="D5DFD8"/>
                      </a:solidFill>
                      <a:prstDash val="solid"/>
                    </a:lnR>
                    <a:lnB w="9525">
                      <a:solidFill>
                        <a:srgbClr val="D5DFD8"/>
                      </a:solidFill>
                      <a:prstDash val="solid"/>
                    </a:lnB>
                    <a:solidFill>
                      <a:srgbClr val="FFFFFF"/>
                    </a:solidFill>
                  </a:tcPr>
                </a:tc>
                <a:tc>
                  <a:txBody>
                    <a:bodyPr>
                      <a:noAutofit/>
                    </a:bodyPr>
                    <a:lstStyle/>
                    <a:p>
                      <a:r>
                        <a:rPr sz="1425" b="0">
                          <a:solidFill>
                            <a:srgbClr val="172B24"/>
                          </a:solidFill>
                          <a:latin typeface="Arial"/>
                          <a:ea typeface="Arial"/>
                          <a:cs typeface="Arial"/>
                        </a:rPr>
                        <a:t>AHS trade-in / Paipai resale</a:t>
                      </a:r>
                    </a:p>
                  </a:txBody>
                  <a:tcPr marL="91440" marR="91440" marT="45720" marB="45720">
                    <a:lnR w="9525">
                      <a:solidFill>
                        <a:srgbClr val="D5DFD8"/>
                      </a:solidFill>
                      <a:prstDash val="solid"/>
                    </a:lnR>
                    <a:lnB w="9525">
                      <a:solidFill>
                        <a:srgbClr val="D5DFD8"/>
                      </a:solidFill>
                      <a:prstDash val="solid"/>
                    </a:lnB>
                    <a:solidFill>
                      <a:srgbClr val="FFFFFF"/>
                    </a:solidFill>
                  </a:tcPr>
                </a:tc>
                <a:tc>
                  <a:txBody>
                    <a:bodyPr>
                      <a:noAutofit/>
                    </a:bodyPr>
                    <a:lstStyle/>
                    <a:p>
                      <a:r>
                        <a:rPr sz="1425" b="0">
                          <a:solidFill>
                            <a:srgbClr val="172B24"/>
                          </a:solidFill>
                          <a:latin typeface="Arial"/>
                          <a:ea typeface="Arial"/>
                          <a:cs typeface="Arial"/>
                        </a:rPr>
                        <a:t>Dispose of or buy devices</a:t>
                      </a:r>
                    </a:p>
                  </a:txBody>
                  <a:tcPr marL="91440" marR="91440" marT="45720" marB="45720">
                    <a:lnR w="9525">
                      <a:solidFill>
                        <a:srgbClr val="D5DFD8"/>
                      </a:solidFill>
                      <a:prstDash val="solid"/>
                    </a:lnR>
                    <a:lnB w="9525">
                      <a:solidFill>
                        <a:srgbClr val="D5DFD8"/>
                      </a:solidFill>
                      <a:prstDash val="solid"/>
                    </a:lnB>
                    <a:solidFill>
                      <a:srgbClr val="FFFFFF"/>
                    </a:solidFill>
                  </a:tcPr>
                </a:tc>
                <a:tc>
                  <a:txBody>
                    <a:bodyPr>
                      <a:noAutofit/>
                    </a:bodyPr>
                    <a:lstStyle/>
                    <a:p>
                      <a:r>
                        <a:rPr sz="1425" b="0">
                          <a:solidFill>
                            <a:srgbClr val="172B24"/>
                          </a:solidFill>
                          <a:latin typeface="Arial"/>
                          <a:ea typeface="Arial"/>
                          <a:cs typeface="Arial"/>
                        </a:rPr>
                        <a:t>Transfer versus temporary access</a:t>
                      </a:r>
                    </a:p>
                  </a:txBody>
                  <a:tcPr marL="91440" marR="91440" marT="45720" marB="45720">
                    <a:lnR w="9525">
                      <a:solidFill>
                        <a:srgbClr val="D5DFD8"/>
                      </a:solidFill>
                      <a:prstDash val="solid"/>
                    </a:lnR>
                    <a:lnB w="9525">
                      <a:solidFill>
                        <a:srgbClr val="D5DFD8"/>
                      </a:solidFill>
                      <a:prstDash val="solid"/>
                    </a:lnB>
                    <a:solidFill>
                      <a:srgbClr val="FFFFFF"/>
                    </a:solidFill>
                  </a:tcPr>
                </a:tc>
              </a:tr>
              <a:tr h="323850">
                <a:tc>
                  <a:txBody>
                    <a:bodyPr>
                      <a:noAutofit/>
                    </a:bodyPr>
                    <a:lstStyle/>
                    <a:p>
                      <a:r>
                        <a:rPr sz="1425" b="1">
                          <a:solidFill>
                            <a:srgbClr val="172B24"/>
                          </a:solidFill>
                          <a:latin typeface="Arial"/>
                          <a:ea typeface="Arial"/>
                          <a:cs typeface="Arial"/>
                        </a:rPr>
                        <a:t>U Use (proposed)</a:t>
                      </a:r>
                    </a:p>
                  </a:txBody>
                  <a:tcPr marL="91440" marR="91440" marT="45720" marB="45720">
                    <a:lnL w="9525">
                      <a:solidFill>
                        <a:srgbClr val="D5DFD8"/>
                      </a:solidFill>
                      <a:prstDash val="solid"/>
                    </a:lnL>
                    <a:lnR w="9525">
                      <a:solidFill>
                        <a:srgbClr val="D5DFD8"/>
                      </a:solidFill>
                      <a:prstDash val="solid"/>
                    </a:lnR>
                    <a:lnB w="9525">
                      <a:solidFill>
                        <a:srgbClr val="D5DFD8"/>
                      </a:solidFill>
                      <a:prstDash val="solid"/>
                    </a:lnB>
                    <a:solidFill>
                      <a:srgbClr val="EDF3D6"/>
                    </a:solidFill>
                  </a:tcPr>
                </a:tc>
                <a:tc>
                  <a:txBody>
                    <a:bodyPr>
                      <a:noAutofit/>
                    </a:bodyPr>
                    <a:lstStyle/>
                    <a:p>
                      <a:r>
                        <a:rPr sz="1425" b="1">
                          <a:solidFill>
                            <a:srgbClr val="172B24"/>
                          </a:solidFill>
                          <a:latin typeface="Arial"/>
                          <a:ea typeface="Arial"/>
                          <a:cs typeface="Arial"/>
                        </a:rPr>
                        <a:t>Peer-owned item access</a:t>
                      </a:r>
                    </a:p>
                  </a:txBody>
                  <a:tcPr marL="91440" marR="91440" marT="45720" marB="45720">
                    <a:lnR w="9525">
                      <a:solidFill>
                        <a:srgbClr val="D5DFD8"/>
                      </a:solidFill>
                      <a:prstDash val="solid"/>
                    </a:lnR>
                    <a:lnB w="9525">
                      <a:solidFill>
                        <a:srgbClr val="D5DFD8"/>
                      </a:solidFill>
                      <a:prstDash val="solid"/>
                    </a:lnB>
                    <a:solidFill>
                      <a:srgbClr val="EDF3D6"/>
                    </a:solidFill>
                  </a:tcPr>
                </a:tc>
                <a:tc>
                  <a:txBody>
                    <a:bodyPr>
                      <a:noAutofit/>
                    </a:bodyPr>
                    <a:lstStyle/>
                    <a:p>
                      <a:r>
                        <a:rPr sz="1425" b="1">
                          <a:solidFill>
                            <a:srgbClr val="172B24"/>
                          </a:solidFill>
                          <a:latin typeface="Arial"/>
                          <a:ea typeface="Arial"/>
                          <a:cs typeface="Arial"/>
                        </a:rPr>
                        <a:t>A planned need, a willing owner</a:t>
                      </a:r>
                    </a:p>
                  </a:txBody>
                  <a:tcPr marL="91440" marR="91440" marT="45720" marB="45720">
                    <a:lnR w="9525">
                      <a:solidFill>
                        <a:srgbClr val="D5DFD8"/>
                      </a:solidFill>
                      <a:prstDash val="solid"/>
                    </a:lnR>
                    <a:lnB w="9525">
                      <a:solidFill>
                        <a:srgbClr val="D5DFD8"/>
                      </a:solidFill>
                      <a:prstDash val="solid"/>
                    </a:lnB>
                    <a:solidFill>
                      <a:srgbClr val="EDF3D6"/>
                    </a:solidFill>
                  </a:tcPr>
                </a:tc>
                <a:tc>
                  <a:txBody>
                    <a:bodyPr>
                      <a:noAutofit/>
                    </a:bodyPr>
                    <a:lstStyle/>
                    <a:p>
                      <a:r>
                        <a:rPr sz="1425" b="1">
                          <a:solidFill>
                            <a:srgbClr val="172B24"/>
                          </a:solidFill>
                          <a:latin typeface="Arial"/>
                          <a:ea typeface="Arial"/>
                          <a:cs typeface="Arial"/>
                        </a:rPr>
                        <a:t>Relevant supply and operating time</a:t>
                      </a:r>
                    </a:p>
                  </a:txBody>
                  <a:tcPr marL="91440" marR="91440" marT="45720" marB="45720">
                    <a:lnR w="9525">
                      <a:solidFill>
                        <a:srgbClr val="D5DFD8"/>
                      </a:solidFill>
                      <a:prstDash val="solid"/>
                    </a:lnR>
                    <a:lnB w="9525">
                      <a:solidFill>
                        <a:srgbClr val="D5DFD8"/>
                      </a:solidFill>
                      <a:prstDash val="solid"/>
                    </a:lnB>
                    <a:solidFill>
                      <a:srgbClr val="EDF3D6"/>
                    </a:solidFill>
                  </a:tcPr>
                </a:tc>
              </a:tr>
            </a:tbl>
          </a:graphicData>
        </a:graphic>
      </p:graphicFrame>
      <p:sp>
        <p:nvSpPr>
          <p:cNvPr id="16" name="">
            <a:extLst xmlns:a="http://schemas.openxmlformats.org/drawingml/2006/main">
              <a:ext uri="{FF2B5EF4-FFF2-40B4-BE49-F238E27FC236}">
                <a16:creationId xmlns:a16="http://schemas.microsoft.com/office/drawing/2014/main" id="{772B50CD-60FA-4AB0-ABEC-F64CDE79606A}"/>
              </a:ext>
            </a:extLst>
          </p:cNvPr>
          <p:cNvSpPr>
            <a:spLocks xmlns:a="http://schemas.openxmlformats.org/drawingml/2006/main" noGrp="1"/>
          </p:cNvSpPr>
          <p:nvPr/>
        </p:nvSpPr>
        <p:spPr>
          <a:xfrm xmlns:a="http://schemas.openxmlformats.org/drawingml/2006/main">
            <a:off x="609600" y="6543675"/>
            <a:ext cx="1009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b="0">
                <a:solidFill>
                  <a:srgbClr val="5C6A63"/>
                </a:solidFill>
                <a:latin typeface="Arial"/>
                <a:ea typeface="Arial"/>
                <a:cs typeface="Arial"/>
              </a:defRPr>
            </a:defPPr>
            <a:lvl1pPr>
              <a:defRPr sz="1200" b="0">
                <a:solidFill>
                  <a:srgbClr val="5C6A63"/>
                </a:solidFill>
                <a:latin typeface="Arial"/>
                <a:ea typeface="Arial"/>
                <a:cs typeface="Arial"/>
              </a:defRPr>
            </a:lvl1pPr>
            <a:lvl2pPr>
              <a:defRPr sz="1200" b="0">
                <a:solidFill>
                  <a:srgbClr val="5C6A63"/>
                </a:solidFill>
                <a:latin typeface="Arial"/>
                <a:ea typeface="Arial"/>
                <a:cs typeface="Arial"/>
              </a:defRPr>
            </a:lvl2pPr>
            <a:lvl3pPr>
              <a:defRPr sz="1200" b="0">
                <a:solidFill>
                  <a:srgbClr val="5C6A63"/>
                </a:solidFill>
                <a:latin typeface="Arial"/>
                <a:ea typeface="Arial"/>
                <a:cs typeface="Arial"/>
              </a:defRPr>
            </a:lvl3pPr>
            <a:lvl4pPr>
              <a:defRPr sz="1200" b="0">
                <a:solidFill>
                  <a:srgbClr val="5C6A63"/>
                </a:solidFill>
                <a:latin typeface="Arial"/>
                <a:ea typeface="Arial"/>
                <a:cs typeface="Arial"/>
              </a:defRPr>
            </a:lvl4pPr>
            <a:lvl5pPr>
              <a:defRPr sz="1200" b="0">
                <a:solidFill>
                  <a:srgbClr val="5C6A63"/>
                </a:solidFill>
                <a:latin typeface="Arial"/>
                <a:ea typeface="Arial"/>
                <a:cs typeface="Arial"/>
              </a:defRPr>
            </a:lvl5pPr>
            <a:lvl6pPr>
              <a:defRPr sz="1200" b="0">
                <a:solidFill>
                  <a:srgbClr val="5C6A63"/>
                </a:solidFill>
                <a:latin typeface="Arial"/>
                <a:ea typeface="Arial"/>
                <a:cs typeface="Arial"/>
              </a:defRPr>
            </a:lvl6pPr>
            <a:lvl7pPr>
              <a:defRPr sz="1200" b="0">
                <a:solidFill>
                  <a:srgbClr val="5C6A63"/>
                </a:solidFill>
                <a:latin typeface="Arial"/>
                <a:ea typeface="Arial"/>
                <a:cs typeface="Arial"/>
              </a:defRPr>
            </a:lvl7pPr>
            <a:lvl8pPr>
              <a:defRPr sz="1200" b="0">
                <a:solidFill>
                  <a:srgbClr val="5C6A63"/>
                </a:solidFill>
                <a:latin typeface="Arial"/>
                <a:ea typeface="Arial"/>
                <a:cs typeface="Arial"/>
              </a:defRPr>
            </a:lvl8pPr>
            <a:lvl9pPr>
              <a:defRPr sz="1200" b="0">
                <a:solidFill>
                  <a:srgbClr val="5C6A63"/>
                </a:solidFill>
                <a:latin typeface="Arial"/>
                <a:ea typeface="Arial"/>
                <a:cs typeface="Arial"/>
              </a:defRPr>
            </a:lvl9pPr>
          </a:lstStyle>
          <a:p xmlns:a="http://schemas.openxmlformats.org/drawingml/2006/main">
            <a:pPr>
              <a:defRPr sz="1200" b="0">
                <a:solidFill>
                  <a:srgbClr val="5C6A63"/>
                </a:solidFill>
                <a:latin typeface="Arial"/>
                <a:ea typeface="Arial"/>
                <a:cs typeface="Arial"/>
              </a:defRPr>
            </a:pPr>
            <a:r>
              <a:rPr sz="1200" b="0">
                <a:solidFill>
                  <a:srgbClr val="5C6A63"/>
                </a:solidFill>
                <a:latin typeface="Arial"/>
                <a:ea typeface="Arial"/>
                <a:cs typeface="Arial"/>
              </a:rPr>
              <a:t>S1-S4. All pilot stages are assumptions. Comparative task fit is a team judgment, not a feature-absence claim.</a:t>
            </a:r>
          </a:p>
        </p:txBody>
      </p:sp>
    </p:spTree>
    <p:extLst>
      <p:ext uri="{BB962C8B-B14F-4D97-AF65-F5344CB8AC3E}">
        <p14:creationId xmlns:p14="http://schemas.microsoft.com/office/powerpoint/2010/main" val="1812750323"/>
      </p:ext>
    </p:extLst>
  </p:cSld>
</p:sld>
</file>

<file path=ppt/slides/slide4.xml><?xml version="1.0" encoding="utf-8"?>
<p:sld xmlns:p="http://schemas.openxmlformats.org/presentationml/2006/main">
  <p:cSld>
    <p:bg>
      <p:bgPr>
        <a:solidFill xmlns:a="http://schemas.openxmlformats.org/drawingml/2006/main">
          <a:srgbClr val="11221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2010BEDD-C554-4710-9DF5-A0EFB602CAC9}"/>
              </a:ext>
            </a:extLst>
          </p:cNvPr>
          <p:cNvSpPr>
            <a:spLocks xmlns:a="http://schemas.openxmlformats.org/drawingml/2006/main" noGrp="1"/>
          </p:cNvSpPr>
          <p:nvPr/>
        </p:nvSpPr>
        <p:spPr>
          <a:xfrm xmlns:a="http://schemas.openxmlformats.org/drawingml/2006/main">
            <a:off x="609600" y="266700"/>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500" b="1">
                <a:solidFill>
                  <a:srgbClr val="D6E58A"/>
                </a:solidFill>
                <a:latin typeface="Arial"/>
                <a:ea typeface="Arial"/>
                <a:cs typeface="Arial"/>
              </a:defRPr>
            </a:defPPr>
            <a:lvl1pPr>
              <a:defRPr sz="1500" b="1">
                <a:solidFill>
                  <a:srgbClr val="D6E58A"/>
                </a:solidFill>
                <a:latin typeface="Arial"/>
                <a:ea typeface="Arial"/>
                <a:cs typeface="Arial"/>
              </a:defRPr>
            </a:lvl1pPr>
            <a:lvl2pPr>
              <a:defRPr sz="1500" b="1">
                <a:solidFill>
                  <a:srgbClr val="D6E58A"/>
                </a:solidFill>
                <a:latin typeface="Arial"/>
                <a:ea typeface="Arial"/>
                <a:cs typeface="Arial"/>
              </a:defRPr>
            </a:lvl2pPr>
            <a:lvl3pPr>
              <a:defRPr sz="1500" b="1">
                <a:solidFill>
                  <a:srgbClr val="D6E58A"/>
                </a:solidFill>
                <a:latin typeface="Arial"/>
                <a:ea typeface="Arial"/>
                <a:cs typeface="Arial"/>
              </a:defRPr>
            </a:lvl3pPr>
            <a:lvl4pPr>
              <a:defRPr sz="1500" b="1">
                <a:solidFill>
                  <a:srgbClr val="D6E58A"/>
                </a:solidFill>
                <a:latin typeface="Arial"/>
                <a:ea typeface="Arial"/>
                <a:cs typeface="Arial"/>
              </a:defRPr>
            </a:lvl4pPr>
            <a:lvl5pPr>
              <a:defRPr sz="1500" b="1">
                <a:solidFill>
                  <a:srgbClr val="D6E58A"/>
                </a:solidFill>
                <a:latin typeface="Arial"/>
                <a:ea typeface="Arial"/>
                <a:cs typeface="Arial"/>
              </a:defRPr>
            </a:lvl5pPr>
            <a:lvl6pPr>
              <a:defRPr sz="1500" b="1">
                <a:solidFill>
                  <a:srgbClr val="D6E58A"/>
                </a:solidFill>
                <a:latin typeface="Arial"/>
                <a:ea typeface="Arial"/>
                <a:cs typeface="Arial"/>
              </a:defRPr>
            </a:lvl6pPr>
            <a:lvl7pPr>
              <a:defRPr sz="1500" b="1">
                <a:solidFill>
                  <a:srgbClr val="D6E58A"/>
                </a:solidFill>
                <a:latin typeface="Arial"/>
                <a:ea typeface="Arial"/>
                <a:cs typeface="Arial"/>
              </a:defRPr>
            </a:lvl7pPr>
            <a:lvl8pPr>
              <a:defRPr sz="1500" b="1">
                <a:solidFill>
                  <a:srgbClr val="D6E58A"/>
                </a:solidFill>
                <a:latin typeface="Arial"/>
                <a:ea typeface="Arial"/>
                <a:cs typeface="Arial"/>
              </a:defRPr>
            </a:lvl8pPr>
            <a:lvl9pPr>
              <a:defRPr sz="1500" b="1">
                <a:solidFill>
                  <a:srgbClr val="D6E58A"/>
                </a:solidFill>
                <a:latin typeface="Arial"/>
                <a:ea typeface="Arial"/>
                <a:cs typeface="Arial"/>
              </a:defRPr>
            </a:lvl9pPr>
          </a:lstStyle>
          <a:p xmlns:a="http://schemas.openxmlformats.org/drawingml/2006/main">
            <a:pPr>
              <a:defRPr sz="1500" b="1">
                <a:solidFill>
                  <a:srgbClr val="D6E58A"/>
                </a:solidFill>
                <a:latin typeface="Arial"/>
                <a:ea typeface="Arial"/>
                <a:cs typeface="Arial"/>
              </a:defRPr>
            </a:pPr>
            <a:r>
              <a:rPr sz="1500" b="1">
                <a:solidFill>
                  <a:srgbClr val="D6E58A"/>
                </a:solidFill>
                <a:latin typeface="Arial"/>
                <a:ea typeface="Arial"/>
                <a:cs typeface="Arial"/>
              </a:rPr>
              <a:t>U Use</a:t>
            </a:r>
          </a:p>
        </p:txBody>
      </p:sp>
      <p:sp>
        <p:nvSpPr>
          <p:cNvPr id="2" name="">
            <a:extLst xmlns:a="http://schemas.openxmlformats.org/drawingml/2006/main">
              <a:ext uri="{FF2B5EF4-FFF2-40B4-BE49-F238E27FC236}">
                <a16:creationId xmlns:a16="http://schemas.microsoft.com/office/drawing/2014/main" id="{77AF5FCB-98F4-4ED6-AF94-04182DC88C72}"/>
              </a:ext>
            </a:extLst>
          </p:cNvPr>
          <p:cNvSpPr>
            <a:spLocks xmlns:a="http://schemas.openxmlformats.org/drawingml/2006/main" noGrp="1"/>
          </p:cNvSpPr>
          <p:nvPr/>
        </p:nvSpPr>
        <p:spPr>
          <a:xfrm xmlns:a="http://schemas.openxmlformats.org/drawingml/2006/main">
            <a:off x="609600" y="82867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900" b="1">
                <a:solidFill>
                  <a:srgbClr val="FFFFFF"/>
                </a:solidFill>
                <a:latin typeface="Arial"/>
                <a:ea typeface="Arial"/>
                <a:cs typeface="Arial"/>
              </a:defRPr>
            </a:defPPr>
            <a:lvl1pPr>
              <a:defRPr sz="3900" b="1">
                <a:solidFill>
                  <a:srgbClr val="FFFFFF"/>
                </a:solidFill>
                <a:latin typeface="Arial"/>
                <a:ea typeface="Arial"/>
                <a:cs typeface="Arial"/>
              </a:defRPr>
            </a:lvl1pPr>
            <a:lvl2pPr>
              <a:defRPr sz="3900" b="1">
                <a:solidFill>
                  <a:srgbClr val="FFFFFF"/>
                </a:solidFill>
                <a:latin typeface="Arial"/>
                <a:ea typeface="Arial"/>
                <a:cs typeface="Arial"/>
              </a:defRPr>
            </a:lvl2pPr>
            <a:lvl3pPr>
              <a:defRPr sz="3900" b="1">
                <a:solidFill>
                  <a:srgbClr val="FFFFFF"/>
                </a:solidFill>
                <a:latin typeface="Arial"/>
                <a:ea typeface="Arial"/>
                <a:cs typeface="Arial"/>
              </a:defRPr>
            </a:lvl3pPr>
            <a:lvl4pPr>
              <a:defRPr sz="3900" b="1">
                <a:solidFill>
                  <a:srgbClr val="FFFFFF"/>
                </a:solidFill>
                <a:latin typeface="Arial"/>
                <a:ea typeface="Arial"/>
                <a:cs typeface="Arial"/>
              </a:defRPr>
            </a:lvl4pPr>
            <a:lvl5pPr>
              <a:defRPr sz="3900" b="1">
                <a:solidFill>
                  <a:srgbClr val="FFFFFF"/>
                </a:solidFill>
                <a:latin typeface="Arial"/>
                <a:ea typeface="Arial"/>
                <a:cs typeface="Arial"/>
              </a:defRPr>
            </a:lvl5pPr>
            <a:lvl6pPr>
              <a:defRPr sz="3900" b="1">
                <a:solidFill>
                  <a:srgbClr val="FFFFFF"/>
                </a:solidFill>
                <a:latin typeface="Arial"/>
                <a:ea typeface="Arial"/>
                <a:cs typeface="Arial"/>
              </a:defRPr>
            </a:lvl6pPr>
            <a:lvl7pPr>
              <a:defRPr sz="3900" b="1">
                <a:solidFill>
                  <a:srgbClr val="FFFFFF"/>
                </a:solidFill>
                <a:latin typeface="Arial"/>
                <a:ea typeface="Arial"/>
                <a:cs typeface="Arial"/>
              </a:defRPr>
            </a:lvl7pPr>
            <a:lvl8pPr>
              <a:defRPr sz="3900" b="1">
                <a:solidFill>
                  <a:srgbClr val="FFFFFF"/>
                </a:solidFill>
                <a:latin typeface="Arial"/>
                <a:ea typeface="Arial"/>
                <a:cs typeface="Arial"/>
              </a:defRPr>
            </a:lvl8pPr>
            <a:lvl9pPr>
              <a:defRPr sz="3900" b="1">
                <a:solidFill>
                  <a:srgbClr val="FFFFFF"/>
                </a:solidFill>
                <a:latin typeface="Arial"/>
                <a:ea typeface="Arial"/>
                <a:cs typeface="Arial"/>
              </a:defRPr>
            </a:lvl9pPr>
          </a:lstStyle>
          <a:p xmlns:a="http://schemas.openxmlformats.org/drawingml/2006/main">
            <a:pPr>
              <a:defRPr sz="3900" b="1">
                <a:solidFill>
                  <a:srgbClr val="FFFFFF"/>
                </a:solidFill>
                <a:latin typeface="Arial"/>
                <a:ea typeface="Arial"/>
                <a:cs typeface="Arial"/>
              </a:defRPr>
            </a:pPr>
            <a:r>
              <a:rPr sz="3900" b="1">
                <a:solidFill>
                  <a:srgbClr val="FFFFFF"/>
                </a:solidFill>
                <a:latin typeface="Arial"/>
                <a:ea typeface="Arial"/>
                <a:cs typeface="Arial"/>
              </a:rPr>
              <a:t>Product and concept choice</a:t>
            </a:r>
          </a:p>
        </p:txBody>
      </p:sp>
      <p:sp>
        <p:nvSpPr>
          <p:cNvPr id="3" name="">
            <a:extLst xmlns:a="http://schemas.openxmlformats.org/drawingml/2006/main">
              <a:ext uri="{FF2B5EF4-FFF2-40B4-BE49-F238E27FC236}">
                <a16:creationId xmlns:a16="http://schemas.microsoft.com/office/drawing/2014/main" id="{E3811F4A-F4BE-44F7-9CA0-A4933B4AAF30}"/>
              </a:ext>
            </a:extLst>
          </p:cNvPr>
          <p:cNvSpPr>
            <a:spLocks xmlns:a="http://schemas.openxmlformats.org/drawingml/2006/main" noGrp="1"/>
          </p:cNvSpPr>
          <p:nvPr/>
        </p:nvSpPr>
        <p:spPr>
          <a:xfrm xmlns:a="http://schemas.openxmlformats.org/drawingml/2006/main">
            <a:off x="10839450" y="6486525"/>
            <a:ext cx="742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350" b="0">
                <a:solidFill>
                  <a:srgbClr val="BDCEC5"/>
                </a:solidFill>
                <a:latin typeface="Arial"/>
                <a:ea typeface="Arial"/>
                <a:cs typeface="Arial"/>
              </a:defRPr>
            </a:defPPr>
            <a:lvl1pPr>
              <a:defRPr sz="1350" b="0">
                <a:solidFill>
                  <a:srgbClr val="BDCEC5"/>
                </a:solidFill>
                <a:latin typeface="Arial"/>
                <a:ea typeface="Arial"/>
                <a:cs typeface="Arial"/>
              </a:defRPr>
            </a:lvl1pPr>
            <a:lvl2pPr>
              <a:defRPr sz="1350" b="0">
                <a:solidFill>
                  <a:srgbClr val="BDCEC5"/>
                </a:solidFill>
                <a:latin typeface="Arial"/>
                <a:ea typeface="Arial"/>
                <a:cs typeface="Arial"/>
              </a:defRPr>
            </a:lvl2pPr>
            <a:lvl3pPr>
              <a:defRPr sz="1350" b="0">
                <a:solidFill>
                  <a:srgbClr val="BDCEC5"/>
                </a:solidFill>
                <a:latin typeface="Arial"/>
                <a:ea typeface="Arial"/>
                <a:cs typeface="Arial"/>
              </a:defRPr>
            </a:lvl3pPr>
            <a:lvl4pPr>
              <a:defRPr sz="1350" b="0">
                <a:solidFill>
                  <a:srgbClr val="BDCEC5"/>
                </a:solidFill>
                <a:latin typeface="Arial"/>
                <a:ea typeface="Arial"/>
                <a:cs typeface="Arial"/>
              </a:defRPr>
            </a:lvl4pPr>
            <a:lvl5pPr>
              <a:defRPr sz="1350" b="0">
                <a:solidFill>
                  <a:srgbClr val="BDCEC5"/>
                </a:solidFill>
                <a:latin typeface="Arial"/>
                <a:ea typeface="Arial"/>
                <a:cs typeface="Arial"/>
              </a:defRPr>
            </a:lvl5pPr>
            <a:lvl6pPr>
              <a:defRPr sz="1350" b="0">
                <a:solidFill>
                  <a:srgbClr val="BDCEC5"/>
                </a:solidFill>
                <a:latin typeface="Arial"/>
                <a:ea typeface="Arial"/>
                <a:cs typeface="Arial"/>
              </a:defRPr>
            </a:lvl6pPr>
            <a:lvl7pPr>
              <a:defRPr sz="1350" b="0">
                <a:solidFill>
                  <a:srgbClr val="BDCEC5"/>
                </a:solidFill>
                <a:latin typeface="Arial"/>
                <a:ea typeface="Arial"/>
                <a:cs typeface="Arial"/>
              </a:defRPr>
            </a:lvl7pPr>
            <a:lvl8pPr>
              <a:defRPr sz="1350" b="0">
                <a:solidFill>
                  <a:srgbClr val="BDCEC5"/>
                </a:solidFill>
                <a:latin typeface="Arial"/>
                <a:ea typeface="Arial"/>
                <a:cs typeface="Arial"/>
              </a:defRPr>
            </a:lvl8pPr>
            <a:lvl9pPr>
              <a:defRPr sz="1350" b="0">
                <a:solidFill>
                  <a:srgbClr val="BDCEC5"/>
                </a:solidFill>
                <a:latin typeface="Arial"/>
                <a:ea typeface="Arial"/>
                <a:cs typeface="Arial"/>
              </a:defRPr>
            </a:lvl9pPr>
          </a:lstStyle>
          <a:p xmlns:a="http://schemas.openxmlformats.org/drawingml/2006/main">
            <a:pPr>
              <a:defRPr sz="1350" b="0">
                <a:solidFill>
                  <a:srgbClr val="BDCEC5"/>
                </a:solidFill>
                <a:latin typeface="Arial"/>
                <a:ea typeface="Arial"/>
                <a:cs typeface="Arial"/>
              </a:defRPr>
            </a:pPr>
            <a:r>
              <a:rPr sz="1350" b="0">
                <a:solidFill>
                  <a:srgbClr val="BDCEC5"/>
                </a:solidFill>
                <a:latin typeface="Arial"/>
                <a:ea typeface="Arial"/>
                <a:cs typeface="Arial"/>
              </a:rPr>
              <a:t>4 / 6</a:t>
            </a:r>
          </a:p>
        </p:txBody>
      </p:sp>
      <p:pic>
        <p:nvPicPr>
          <p:cNvPr id="4" name="">
            <a:extLst xmlns:a="http://schemas.openxmlformats.org/drawingml/2006/main">
              <a:ext uri="{FF2B5EF4-FFF2-40B4-BE49-F238E27FC236}">
                <a16:creationId xmlns:a16="http://schemas.microsoft.com/office/drawing/2014/main" id="{0C7ACBDC-9913-4997-8745-E9EEA430FA95}"/>
              </a:ext>
            </a:extLst>
          </p:cNvPr>
          <p:cNvPicPr>
            <a:picLocks xmlns:a="http://schemas.openxmlformats.org/drawingml/2006/main" noChangeAspect="1"/>
          </p:cNvPicPr>
          <p:nvPr/>
        </p:nvPicPr>
        <p:blipFill>
          <a:blip xmlns:r="http://schemas.openxmlformats.org/officeDocument/2006/relationships" xmlns:a="http://schemas.openxmlformats.org/drawingml/2006/main" r:embed="R04b3817407814fce"/>
          <a:stretch xmlns:a="http://schemas.openxmlformats.org/drawingml/2006/main"/>
        </p:blipFill>
        <p:spPr>
          <a:xfrm xmlns:a="http://schemas.openxmlformats.org/drawingml/2006/main">
            <a:off x="806871" y="1819275"/>
            <a:ext cx="1558082" cy="3371850"/>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3CA8340B-A0A8-4215-84D2-EE504C3C24CD}"/>
              </a:ext>
            </a:extLst>
          </p:cNvPr>
          <p:cNvPicPr>
            <a:picLocks xmlns:a="http://schemas.openxmlformats.org/drawingml/2006/main" noChangeAspect="1"/>
          </p:cNvPicPr>
          <p:nvPr/>
        </p:nvPicPr>
        <p:blipFill>
          <a:blip xmlns:r="http://schemas.openxmlformats.org/officeDocument/2006/relationships" xmlns:a="http://schemas.openxmlformats.org/drawingml/2006/main" r:embed="R80280bdb599342ee"/>
          <a:srcRect xmlns:a="http://schemas.openxmlformats.org/drawingml/2006/main" l="0" t="19705" r="0" b="19705"/>
          <a:stretch xmlns:a="http://schemas.openxmlformats.org/drawingml/2006/main">
            <a:fillRect l="0" t="0" r="0" b="0"/>
          </a:stretch>
        </p:blipFill>
        <p:spPr>
          <a:xfrm xmlns:a="http://schemas.openxmlformats.org/drawingml/2006/main">
            <a:off x="2800350" y="1819275"/>
            <a:ext cx="1952625" cy="33718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054E8CC2-0E45-4BDD-AA3B-B59C5B6BDAED}"/>
              </a:ext>
            </a:extLst>
          </p:cNvPr>
          <p:cNvSpPr>
            <a:spLocks xmlns:a="http://schemas.openxmlformats.org/drawingml/2006/main" noGrp="1"/>
          </p:cNvSpPr>
          <p:nvPr/>
        </p:nvSpPr>
        <p:spPr>
          <a:xfrm xmlns:a="http://schemas.openxmlformats.org/drawingml/2006/main">
            <a:off x="609600" y="5267325"/>
            <a:ext cx="2047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500" b="1">
                <a:solidFill>
                  <a:srgbClr val="FFFFFF"/>
                </a:solidFill>
                <a:latin typeface="Arial"/>
                <a:ea typeface="Arial"/>
                <a:cs typeface="Arial"/>
              </a:defRPr>
            </a:defPPr>
            <a:lvl1pPr>
              <a:defRPr sz="1500" b="1">
                <a:solidFill>
                  <a:srgbClr val="FFFFFF"/>
                </a:solidFill>
                <a:latin typeface="Arial"/>
                <a:ea typeface="Arial"/>
                <a:cs typeface="Arial"/>
              </a:defRPr>
            </a:lvl1pPr>
            <a:lvl2pPr>
              <a:defRPr sz="1500" b="1">
                <a:solidFill>
                  <a:srgbClr val="FFFFFF"/>
                </a:solidFill>
                <a:latin typeface="Arial"/>
                <a:ea typeface="Arial"/>
                <a:cs typeface="Arial"/>
              </a:defRPr>
            </a:lvl2pPr>
            <a:lvl3pPr>
              <a:defRPr sz="1500" b="1">
                <a:solidFill>
                  <a:srgbClr val="FFFFFF"/>
                </a:solidFill>
                <a:latin typeface="Arial"/>
                <a:ea typeface="Arial"/>
                <a:cs typeface="Arial"/>
              </a:defRPr>
            </a:lvl3pPr>
            <a:lvl4pPr>
              <a:defRPr sz="1500" b="1">
                <a:solidFill>
                  <a:srgbClr val="FFFFFF"/>
                </a:solidFill>
                <a:latin typeface="Arial"/>
                <a:ea typeface="Arial"/>
                <a:cs typeface="Arial"/>
              </a:defRPr>
            </a:lvl4pPr>
            <a:lvl5pPr>
              <a:defRPr sz="1500" b="1">
                <a:solidFill>
                  <a:srgbClr val="FFFFFF"/>
                </a:solidFill>
                <a:latin typeface="Arial"/>
                <a:ea typeface="Arial"/>
                <a:cs typeface="Arial"/>
              </a:defRPr>
            </a:lvl5pPr>
            <a:lvl6pPr>
              <a:defRPr sz="1500" b="1">
                <a:solidFill>
                  <a:srgbClr val="FFFFFF"/>
                </a:solidFill>
                <a:latin typeface="Arial"/>
                <a:ea typeface="Arial"/>
                <a:cs typeface="Arial"/>
              </a:defRPr>
            </a:lvl6pPr>
            <a:lvl7pPr>
              <a:defRPr sz="1500" b="1">
                <a:solidFill>
                  <a:srgbClr val="FFFFFF"/>
                </a:solidFill>
                <a:latin typeface="Arial"/>
                <a:ea typeface="Arial"/>
                <a:cs typeface="Arial"/>
              </a:defRPr>
            </a:lvl7pPr>
            <a:lvl8pPr>
              <a:defRPr sz="1500" b="1">
                <a:solidFill>
                  <a:srgbClr val="FFFFFF"/>
                </a:solidFill>
                <a:latin typeface="Arial"/>
                <a:ea typeface="Arial"/>
                <a:cs typeface="Arial"/>
              </a:defRPr>
            </a:lvl8pPr>
            <a:lvl9pPr>
              <a:defRPr sz="1500" b="1">
                <a:solidFill>
                  <a:srgbClr val="FFFFFF"/>
                </a:solidFill>
                <a:latin typeface="Arial"/>
                <a:ea typeface="Arial"/>
                <a:cs typeface="Arial"/>
              </a:defRPr>
            </a:lvl9pPr>
          </a:lstStyle>
          <a:p xmlns:a="http://schemas.openxmlformats.org/drawingml/2006/main">
            <a:pPr>
              <a:defRPr sz="1500" b="1">
                <a:solidFill>
                  <a:srgbClr val="FFFFFF"/>
                </a:solidFill>
                <a:latin typeface="Arial"/>
                <a:ea typeface="Arial"/>
                <a:cs typeface="Arial"/>
              </a:defRPr>
            </a:pPr>
            <a:r>
              <a:rPr sz="1500" b="1">
                <a:solidFill>
                  <a:srgbClr val="FFFFFF"/>
                </a:solidFill>
                <a:latin typeface="Arial"/>
                <a:ea typeface="Arial"/>
                <a:cs typeface="Arial"/>
              </a:rPr>
              <a:t>Request and offer</a:t>
            </a:r>
          </a:p>
        </p:txBody>
      </p:sp>
      <p:sp>
        <p:nvSpPr>
          <p:cNvPr id="7" name="">
            <a:extLst xmlns:a="http://schemas.openxmlformats.org/drawingml/2006/main">
              <a:ext uri="{FF2B5EF4-FFF2-40B4-BE49-F238E27FC236}">
                <a16:creationId xmlns:a16="http://schemas.microsoft.com/office/drawing/2014/main" id="{B1A77105-78E3-4C21-964A-ADBA9717002C}"/>
              </a:ext>
            </a:extLst>
          </p:cNvPr>
          <p:cNvSpPr>
            <a:spLocks xmlns:a="http://schemas.openxmlformats.org/drawingml/2006/main" noGrp="1"/>
          </p:cNvSpPr>
          <p:nvPr/>
        </p:nvSpPr>
        <p:spPr>
          <a:xfrm xmlns:a="http://schemas.openxmlformats.org/drawingml/2006/main">
            <a:off x="2800350" y="5267325"/>
            <a:ext cx="2047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500" b="1">
                <a:solidFill>
                  <a:srgbClr val="FFFFFF"/>
                </a:solidFill>
                <a:latin typeface="Arial"/>
                <a:ea typeface="Arial"/>
                <a:cs typeface="Arial"/>
              </a:defRPr>
            </a:defPPr>
            <a:lvl1pPr>
              <a:defRPr sz="1500" b="1">
                <a:solidFill>
                  <a:srgbClr val="FFFFFF"/>
                </a:solidFill>
                <a:latin typeface="Arial"/>
                <a:ea typeface="Arial"/>
                <a:cs typeface="Arial"/>
              </a:defRPr>
            </a:lvl1pPr>
            <a:lvl2pPr>
              <a:defRPr sz="1500" b="1">
                <a:solidFill>
                  <a:srgbClr val="FFFFFF"/>
                </a:solidFill>
                <a:latin typeface="Arial"/>
                <a:ea typeface="Arial"/>
                <a:cs typeface="Arial"/>
              </a:defRPr>
            </a:lvl2pPr>
            <a:lvl3pPr>
              <a:defRPr sz="1500" b="1">
                <a:solidFill>
                  <a:srgbClr val="FFFFFF"/>
                </a:solidFill>
                <a:latin typeface="Arial"/>
                <a:ea typeface="Arial"/>
                <a:cs typeface="Arial"/>
              </a:defRPr>
            </a:lvl3pPr>
            <a:lvl4pPr>
              <a:defRPr sz="1500" b="1">
                <a:solidFill>
                  <a:srgbClr val="FFFFFF"/>
                </a:solidFill>
                <a:latin typeface="Arial"/>
                <a:ea typeface="Arial"/>
                <a:cs typeface="Arial"/>
              </a:defRPr>
            </a:lvl4pPr>
            <a:lvl5pPr>
              <a:defRPr sz="1500" b="1">
                <a:solidFill>
                  <a:srgbClr val="FFFFFF"/>
                </a:solidFill>
                <a:latin typeface="Arial"/>
                <a:ea typeface="Arial"/>
                <a:cs typeface="Arial"/>
              </a:defRPr>
            </a:lvl5pPr>
            <a:lvl6pPr>
              <a:defRPr sz="1500" b="1">
                <a:solidFill>
                  <a:srgbClr val="FFFFFF"/>
                </a:solidFill>
                <a:latin typeface="Arial"/>
                <a:ea typeface="Arial"/>
                <a:cs typeface="Arial"/>
              </a:defRPr>
            </a:lvl6pPr>
            <a:lvl7pPr>
              <a:defRPr sz="1500" b="1">
                <a:solidFill>
                  <a:srgbClr val="FFFFFF"/>
                </a:solidFill>
                <a:latin typeface="Arial"/>
                <a:ea typeface="Arial"/>
                <a:cs typeface="Arial"/>
              </a:defRPr>
            </a:lvl7pPr>
            <a:lvl8pPr>
              <a:defRPr sz="1500" b="1">
                <a:solidFill>
                  <a:srgbClr val="FFFFFF"/>
                </a:solidFill>
                <a:latin typeface="Arial"/>
                <a:ea typeface="Arial"/>
                <a:cs typeface="Arial"/>
              </a:defRPr>
            </a:lvl8pPr>
            <a:lvl9pPr>
              <a:defRPr sz="1500" b="1">
                <a:solidFill>
                  <a:srgbClr val="FFFFFF"/>
                </a:solidFill>
                <a:latin typeface="Arial"/>
                <a:ea typeface="Arial"/>
                <a:cs typeface="Arial"/>
              </a:defRPr>
            </a:lvl9pPr>
          </a:lstStyle>
          <a:p xmlns:a="http://schemas.openxmlformats.org/drawingml/2006/main">
            <a:pPr>
              <a:defRPr sz="1500" b="1">
                <a:solidFill>
                  <a:srgbClr val="FFFFFF"/>
                </a:solidFill>
                <a:latin typeface="Arial"/>
                <a:ea typeface="Arial"/>
                <a:cs typeface="Arial"/>
              </a:defRPr>
            </a:pPr>
            <a:r>
              <a:rPr sz="1500" b="1">
                <a:solidFill>
                  <a:srgbClr val="FFFFFF"/>
                </a:solidFill>
                <a:latin typeface="Arial"/>
                <a:ea typeface="Arial"/>
                <a:cs typeface="Arial"/>
              </a:rPr>
              <a:t>Confirmed return</a:t>
            </a:r>
          </a:p>
        </p:txBody>
      </p:sp>
      <p:sp>
        <p:nvSpPr>
          <p:cNvPr id="8" name="">
            <a:extLst xmlns:a="http://schemas.openxmlformats.org/drawingml/2006/main">
              <a:ext uri="{FF2B5EF4-FFF2-40B4-BE49-F238E27FC236}">
                <a16:creationId xmlns:a16="http://schemas.microsoft.com/office/drawing/2014/main" id="{1EDDC436-F4DF-4DB7-A3DA-27EB86765739}"/>
              </a:ext>
            </a:extLst>
          </p:cNvPr>
          <p:cNvSpPr>
            <a:spLocks xmlns:a="http://schemas.openxmlformats.org/drawingml/2006/main" noGrp="1"/>
          </p:cNvSpPr>
          <p:nvPr/>
        </p:nvSpPr>
        <p:spPr>
          <a:xfrm xmlns:a="http://schemas.openxmlformats.org/drawingml/2006/main">
            <a:off x="609600" y="5743575"/>
            <a:ext cx="42386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725" b="1">
                <a:solidFill>
                  <a:srgbClr val="D6E58A"/>
                </a:solidFill>
                <a:latin typeface="Arial"/>
                <a:ea typeface="Arial"/>
                <a:cs typeface="Arial"/>
              </a:defRPr>
            </a:defPPr>
            <a:lvl1pPr>
              <a:defRPr sz="1725" b="1">
                <a:solidFill>
                  <a:srgbClr val="D6E58A"/>
                </a:solidFill>
                <a:latin typeface="Arial"/>
                <a:ea typeface="Arial"/>
                <a:cs typeface="Arial"/>
              </a:defRPr>
            </a:lvl1pPr>
            <a:lvl2pPr>
              <a:defRPr sz="1725" b="1">
                <a:solidFill>
                  <a:srgbClr val="D6E58A"/>
                </a:solidFill>
                <a:latin typeface="Arial"/>
                <a:ea typeface="Arial"/>
                <a:cs typeface="Arial"/>
              </a:defRPr>
            </a:lvl2pPr>
            <a:lvl3pPr>
              <a:defRPr sz="1725" b="1">
                <a:solidFill>
                  <a:srgbClr val="D6E58A"/>
                </a:solidFill>
                <a:latin typeface="Arial"/>
                <a:ea typeface="Arial"/>
                <a:cs typeface="Arial"/>
              </a:defRPr>
            </a:lvl3pPr>
            <a:lvl4pPr>
              <a:defRPr sz="1725" b="1">
                <a:solidFill>
                  <a:srgbClr val="D6E58A"/>
                </a:solidFill>
                <a:latin typeface="Arial"/>
                <a:ea typeface="Arial"/>
                <a:cs typeface="Arial"/>
              </a:defRPr>
            </a:lvl4pPr>
            <a:lvl5pPr>
              <a:defRPr sz="1725" b="1">
                <a:solidFill>
                  <a:srgbClr val="D6E58A"/>
                </a:solidFill>
                <a:latin typeface="Arial"/>
                <a:ea typeface="Arial"/>
                <a:cs typeface="Arial"/>
              </a:defRPr>
            </a:lvl5pPr>
            <a:lvl6pPr>
              <a:defRPr sz="1725" b="1">
                <a:solidFill>
                  <a:srgbClr val="D6E58A"/>
                </a:solidFill>
                <a:latin typeface="Arial"/>
                <a:ea typeface="Arial"/>
                <a:cs typeface="Arial"/>
              </a:defRPr>
            </a:lvl6pPr>
            <a:lvl7pPr>
              <a:defRPr sz="1725" b="1">
                <a:solidFill>
                  <a:srgbClr val="D6E58A"/>
                </a:solidFill>
                <a:latin typeface="Arial"/>
                <a:ea typeface="Arial"/>
                <a:cs typeface="Arial"/>
              </a:defRPr>
            </a:lvl7pPr>
            <a:lvl8pPr>
              <a:defRPr sz="1725" b="1">
                <a:solidFill>
                  <a:srgbClr val="D6E58A"/>
                </a:solidFill>
                <a:latin typeface="Arial"/>
                <a:ea typeface="Arial"/>
                <a:cs typeface="Arial"/>
              </a:defRPr>
            </a:lvl8pPr>
            <a:lvl9pPr>
              <a:defRPr sz="1725" b="1">
                <a:solidFill>
                  <a:srgbClr val="D6E58A"/>
                </a:solidFill>
                <a:latin typeface="Arial"/>
                <a:ea typeface="Arial"/>
                <a:cs typeface="Arial"/>
              </a:defRPr>
            </a:lvl9pPr>
          </a:lstStyle>
          <a:p xmlns:a="http://schemas.openxmlformats.org/drawingml/2006/main">
            <a:pPr>
              <a:defRPr sz="1725" b="1">
                <a:solidFill>
                  <a:srgbClr val="D6E58A"/>
                </a:solidFill>
                <a:latin typeface="Arial"/>
                <a:ea typeface="Arial"/>
                <a:cs typeface="Arial"/>
              </a:defRPr>
            </a:pPr>
            <a:r>
              <a:rPr sz="1725" b="1">
                <a:solidFill>
                  <a:srgbClr val="D6E58A"/>
                </a:solidFill>
                <a:latin typeface="Arial"/>
                <a:ea typeface="Arial"/>
                <a:cs typeface="Arial"/>
              </a:rPr>
              <a:t>Individual timetable matching</a:t>
            </a:r>
          </a:p>
        </p:txBody>
      </p:sp>
      <p:sp>
        <p:nvSpPr>
          <p:cNvPr id="9" name="">
            <a:extLst xmlns:a="http://schemas.openxmlformats.org/drawingml/2006/main">
              <a:ext uri="{FF2B5EF4-FFF2-40B4-BE49-F238E27FC236}">
                <a16:creationId xmlns:a16="http://schemas.microsoft.com/office/drawing/2014/main" id="{3D455EF0-DDB7-499C-8402-D26A82C501DA}"/>
              </a:ext>
            </a:extLst>
          </p:cNvPr>
          <p:cNvSpPr>
            <a:spLocks xmlns:a="http://schemas.openxmlformats.org/drawingml/2006/main" noGrp="1"/>
          </p:cNvSpPr>
          <p:nvPr/>
        </p:nvSpPr>
        <p:spPr>
          <a:xfrm xmlns:a="http://schemas.openxmlformats.org/drawingml/2006/main">
            <a:off x="609600" y="6105525"/>
            <a:ext cx="4238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425" b="0">
                <a:solidFill>
                  <a:srgbClr val="BDCEC5"/>
                </a:solidFill>
                <a:latin typeface="Arial"/>
                <a:ea typeface="Arial"/>
                <a:cs typeface="Arial"/>
              </a:defRPr>
            </a:defPPr>
            <a:lvl1pPr>
              <a:defRPr sz="1425" b="0">
                <a:solidFill>
                  <a:srgbClr val="BDCEC5"/>
                </a:solidFill>
                <a:latin typeface="Arial"/>
                <a:ea typeface="Arial"/>
                <a:cs typeface="Arial"/>
              </a:defRPr>
            </a:lvl1pPr>
            <a:lvl2pPr>
              <a:defRPr sz="1425" b="0">
                <a:solidFill>
                  <a:srgbClr val="BDCEC5"/>
                </a:solidFill>
                <a:latin typeface="Arial"/>
                <a:ea typeface="Arial"/>
                <a:cs typeface="Arial"/>
              </a:defRPr>
            </a:lvl2pPr>
            <a:lvl3pPr>
              <a:defRPr sz="1425" b="0">
                <a:solidFill>
                  <a:srgbClr val="BDCEC5"/>
                </a:solidFill>
                <a:latin typeface="Arial"/>
                <a:ea typeface="Arial"/>
                <a:cs typeface="Arial"/>
              </a:defRPr>
            </a:lvl3pPr>
            <a:lvl4pPr>
              <a:defRPr sz="1425" b="0">
                <a:solidFill>
                  <a:srgbClr val="BDCEC5"/>
                </a:solidFill>
                <a:latin typeface="Arial"/>
                <a:ea typeface="Arial"/>
                <a:cs typeface="Arial"/>
              </a:defRPr>
            </a:lvl4pPr>
            <a:lvl5pPr>
              <a:defRPr sz="1425" b="0">
                <a:solidFill>
                  <a:srgbClr val="BDCEC5"/>
                </a:solidFill>
                <a:latin typeface="Arial"/>
                <a:ea typeface="Arial"/>
                <a:cs typeface="Arial"/>
              </a:defRPr>
            </a:lvl5pPr>
            <a:lvl6pPr>
              <a:defRPr sz="1425" b="0">
                <a:solidFill>
                  <a:srgbClr val="BDCEC5"/>
                </a:solidFill>
                <a:latin typeface="Arial"/>
                <a:ea typeface="Arial"/>
                <a:cs typeface="Arial"/>
              </a:defRPr>
            </a:lvl6pPr>
            <a:lvl7pPr>
              <a:defRPr sz="1425" b="0">
                <a:solidFill>
                  <a:srgbClr val="BDCEC5"/>
                </a:solidFill>
                <a:latin typeface="Arial"/>
                <a:ea typeface="Arial"/>
                <a:cs typeface="Arial"/>
              </a:defRPr>
            </a:lvl7pPr>
            <a:lvl8pPr>
              <a:defRPr sz="1425" b="0">
                <a:solidFill>
                  <a:srgbClr val="BDCEC5"/>
                </a:solidFill>
                <a:latin typeface="Arial"/>
                <a:ea typeface="Arial"/>
                <a:cs typeface="Arial"/>
              </a:defRPr>
            </a:lvl8pPr>
            <a:lvl9pPr>
              <a:defRPr sz="1425" b="0">
                <a:solidFill>
                  <a:srgbClr val="BDCEC5"/>
                </a:solidFill>
                <a:latin typeface="Arial"/>
                <a:ea typeface="Arial"/>
                <a:cs typeface="Arial"/>
              </a:defRPr>
            </a:lvl9pPr>
          </a:lstStyle>
          <a:p xmlns:a="http://schemas.openxmlformats.org/drawingml/2006/main">
            <a:pPr>
              <a:defRPr sz="1425" b="0">
                <a:solidFill>
                  <a:srgbClr val="BDCEC5"/>
                </a:solidFill>
                <a:latin typeface="Arial"/>
                <a:ea typeface="Arial"/>
                <a:cs typeface="Arial"/>
              </a:defRPr>
            </a:pPr>
            <a:r>
              <a:rPr sz="1425" b="0">
                <a:solidFill>
                  <a:srgbClr val="BDCEC5"/>
                </a:solidFill>
                <a:latin typeface="Arial"/>
                <a:ea typeface="Arial"/>
                <a:cs typeface="Arial"/>
              </a:rPr>
              <a:t>Import image / PDF. Review each class.</a:t>
            </a:r>
          </a:p>
          <a:p xmlns:a="http://schemas.openxmlformats.org/drawingml/2006/main">
            <a:pPr>
              <a:defRPr sz="1425" b="0">
                <a:solidFill>
                  <a:srgbClr val="BDCEC5"/>
                </a:solidFill>
                <a:latin typeface="Arial"/>
                <a:ea typeface="Arial"/>
                <a:cs typeface="Arial"/>
              </a:defRPr>
            </a:pPr>
            <a:r>
              <a:rPr sz="1425" b="0">
                <a:solidFill>
                  <a:srgbClr val="BDCEC5"/>
                </a:solidFill>
                <a:latin typeface="Arial"/>
                <a:ea typeface="Arial"/>
                <a:cs typeface="Arial"/>
              </a:rPr>
              <a:t>Suggest mutual free slots, then confirm.</a:t>
            </a:r>
          </a:p>
        </p:txBody>
      </p:sp>
      <p:graphicFrame>
        <p:nvGraphicFramePr>
          <p:cNvPr id="10" name="Chart">
            <a:extLst xmlns:a="http://schemas.openxmlformats.org/drawingml/2006/main">
              <a:ext uri="{FF2B5EF4-FFF2-40B4-BE49-F238E27FC236}">
                <a16:creationId xmlns:a16="http://schemas.microsoft.com/office/drawing/2014/main" id="{FBB1E10F-1CEB-4427-86CF-89CA9E90C463}"/>
              </a:ext>
            </a:extLst>
          </p:cNvPr>
          <p:cNvGraphicFramePr/>
          <p:nvPr/>
        </p:nvGraphicFramePr>
        <p:xfrm>
          <a:off xmlns:a="http://schemas.openxmlformats.org/drawingml/2006/main" x="5257800" y="1676400"/>
          <a:ext xmlns:a="http://schemas.openxmlformats.org/drawingml/2006/main" cx="6324600" cy="1685925"/>
        </p:xfrm>
        <a:graphic xmlns:a="http://schemas.openxmlformats.org/drawingml/2006/main">
          <a:graphicData uri="http://schemas.openxmlformats.org/drawingml/2006/chart">
            <c:chart xmlns:r="http://schemas.openxmlformats.org/officeDocument/2006/relationships" xmlns:c="http://schemas.openxmlformats.org/drawingml/2006/chart" r:id="Ra695fa9830e044b9"/>
          </a:graphicData>
        </a:graphic>
      </p:graphicFrame>
      <p:graphicFrame>
        <p:nvGraphicFramePr>
          <p:cNvPr id="11" name="">
            <a:extLst xmlns:a="http://schemas.openxmlformats.org/drawingml/2006/main">
              <a:ext uri="{FF2B5EF4-FFF2-40B4-BE49-F238E27FC236}">
                <a16:creationId xmlns:a16="http://schemas.microsoft.com/office/drawing/2014/main" id="{F529B7F7-DC2B-4475-B6A9-12353FF80FF1}"/>
              </a:ext>
            </a:extLst>
          </p:cNvPr>
          <p:cNvGraphicFramePr/>
          <p:nvPr/>
        </p:nvGraphicFramePr>
        <p:xfrm>
          <a:off xmlns:a="http://schemas.openxmlformats.org/drawingml/2006/main" x="5257800" y="3600450"/>
          <a:ext xmlns:a="http://schemas.openxmlformats.org/drawingml/2006/main" cx="6324600" cy="1990725"/>
        </p:xfrm>
        <a:graphic xmlns:a="http://schemas.openxmlformats.org/drawingml/2006/main">
          <a:graphicData uri="http://schemas.openxmlformats.org/drawingml/2006/table">
            <a:tbl>
              <a:tblPr/>
              <a:tblGrid>
                <a:gridCol w="2543175"/>
                <a:gridCol w="838200"/>
                <a:gridCol w="981075"/>
                <a:gridCol w="981075"/>
                <a:gridCol w="981075"/>
              </a:tblGrid>
              <a:tr h="285750">
                <a:tc>
                  <a:txBody>
                    <a:bodyPr>
                      <a:noAutofit/>
                    </a:bodyPr>
                    <a:lstStyle/>
                    <a:p>
                      <a:r>
                        <a:rPr sz="1350" b="1">
                          <a:solidFill>
                            <a:srgbClr val="FFFFFF"/>
                          </a:solidFill>
                          <a:latin typeface="Arial"/>
                          <a:ea typeface="Arial"/>
                          <a:cs typeface="Arial"/>
                        </a:rPr>
                        <a:t>Criterion</a:t>
                      </a:r>
                    </a:p>
                  </a:txBody>
                  <a:tcPr marL="91440" marR="91440" marT="45720" marB="45720">
                    <a:lnL w="9525">
                      <a:solidFill>
                        <a:srgbClr val="416250"/>
                      </a:solidFill>
                      <a:prstDash val="solid"/>
                    </a:lnL>
                    <a:lnR w="9525">
                      <a:solidFill>
                        <a:srgbClr val="416250"/>
                      </a:solidFill>
                      <a:prstDash val="solid"/>
                    </a:lnR>
                    <a:lnT w="9525">
                      <a:solidFill>
                        <a:srgbClr val="416250"/>
                      </a:solidFill>
                      <a:prstDash val="solid"/>
                    </a:lnT>
                    <a:lnB w="9525">
                      <a:solidFill>
                        <a:srgbClr val="416250"/>
                      </a:solidFill>
                      <a:prstDash val="solid"/>
                    </a:lnB>
                    <a:solidFill>
                      <a:srgbClr val="24634D"/>
                    </a:solidFill>
                  </a:tcPr>
                </a:tc>
                <a:tc>
                  <a:txBody>
                    <a:bodyPr>
                      <a:noAutofit/>
                    </a:bodyPr>
                    <a:lstStyle/>
                    <a:p>
                      <a:r>
                        <a:rPr sz="1350" b="1">
                          <a:solidFill>
                            <a:srgbClr val="FFFFFF"/>
                          </a:solidFill>
                          <a:latin typeface="Arial"/>
                          <a:ea typeface="Arial"/>
                          <a:cs typeface="Arial"/>
                        </a:rPr>
                        <a:t>Weight</a:t>
                      </a:r>
                    </a:p>
                  </a:txBody>
                  <a:tcPr marL="91440" marR="91440" marT="45720" marB="45720">
                    <a:lnR w="9525">
                      <a:solidFill>
                        <a:srgbClr val="416250"/>
                      </a:solidFill>
                      <a:prstDash val="solid"/>
                    </a:lnR>
                    <a:lnT w="9525">
                      <a:solidFill>
                        <a:srgbClr val="416250"/>
                      </a:solidFill>
                      <a:prstDash val="solid"/>
                    </a:lnT>
                    <a:lnB w="9525">
                      <a:solidFill>
                        <a:srgbClr val="416250"/>
                      </a:solidFill>
                      <a:prstDash val="solid"/>
                    </a:lnB>
                    <a:solidFill>
                      <a:srgbClr val="24634D"/>
                    </a:solidFill>
                  </a:tcPr>
                </a:tc>
                <a:tc>
                  <a:txBody>
                    <a:bodyPr>
                      <a:noAutofit/>
                    </a:bodyPr>
                    <a:lstStyle/>
                    <a:p>
                      <a:r>
                        <a:rPr sz="1350" b="1">
                          <a:solidFill>
                            <a:srgbClr val="FFFFFF"/>
                          </a:solidFill>
                          <a:latin typeface="Arial"/>
                          <a:ea typeface="Arial"/>
                          <a:cs typeface="Arial"/>
                        </a:rPr>
                        <a:t>Bulletin</a:t>
                      </a:r>
                    </a:p>
                  </a:txBody>
                  <a:tcPr marL="91440" marR="91440" marT="45720" marB="45720">
                    <a:lnR w="9525">
                      <a:solidFill>
                        <a:srgbClr val="416250"/>
                      </a:solidFill>
                      <a:prstDash val="solid"/>
                    </a:lnR>
                    <a:lnT w="9525">
                      <a:solidFill>
                        <a:srgbClr val="416250"/>
                      </a:solidFill>
                      <a:prstDash val="solid"/>
                    </a:lnT>
                    <a:lnB w="9525">
                      <a:solidFill>
                        <a:srgbClr val="416250"/>
                      </a:solidFill>
                      <a:prstDash val="solid"/>
                    </a:lnB>
                    <a:solidFill>
                      <a:srgbClr val="24634D"/>
                    </a:solidFill>
                  </a:tcPr>
                </a:tc>
                <a:tc>
                  <a:txBody>
                    <a:bodyPr>
                      <a:noAutofit/>
                    </a:bodyPr>
                    <a:lstStyle/>
                    <a:p>
                      <a:r>
                        <a:rPr sz="1350" b="1">
                          <a:solidFill>
                            <a:srgbClr val="FFFFFF"/>
                          </a:solidFill>
                          <a:latin typeface="Arial"/>
                          <a:ea typeface="Arial"/>
                          <a:cs typeface="Arial"/>
                        </a:rPr>
                        <a:t>Pool</a:t>
                      </a:r>
                    </a:p>
                  </a:txBody>
                  <a:tcPr marL="91440" marR="91440" marT="45720" marB="45720">
                    <a:lnR w="9525">
                      <a:solidFill>
                        <a:srgbClr val="416250"/>
                      </a:solidFill>
                      <a:prstDash val="solid"/>
                    </a:lnR>
                    <a:lnT w="9525">
                      <a:solidFill>
                        <a:srgbClr val="416250"/>
                      </a:solidFill>
                      <a:prstDash val="solid"/>
                    </a:lnT>
                    <a:lnB w="9525">
                      <a:solidFill>
                        <a:srgbClr val="416250"/>
                      </a:solidFill>
                      <a:prstDash val="solid"/>
                    </a:lnB>
                    <a:solidFill>
                      <a:srgbClr val="24634D"/>
                    </a:solidFill>
                  </a:tcPr>
                </a:tc>
                <a:tc>
                  <a:txBody>
                    <a:bodyPr>
                      <a:noAutofit/>
                    </a:bodyPr>
                    <a:lstStyle/>
                    <a:p>
                      <a:r>
                        <a:rPr sz="1350" b="1">
                          <a:solidFill>
                            <a:srgbClr val="172B24"/>
                          </a:solidFill>
                          <a:latin typeface="Arial"/>
                          <a:ea typeface="Arial"/>
                          <a:cs typeface="Arial"/>
                        </a:rPr>
                        <a:t>U Use</a:t>
                      </a:r>
                    </a:p>
                  </a:txBody>
                  <a:tcPr marL="91440" marR="91440" marT="45720" marB="45720">
                    <a:lnR w="9525">
                      <a:solidFill>
                        <a:srgbClr val="416250"/>
                      </a:solidFill>
                      <a:prstDash val="solid"/>
                    </a:lnR>
                    <a:lnT w="9525">
                      <a:solidFill>
                        <a:srgbClr val="416250"/>
                      </a:solidFill>
                      <a:prstDash val="solid"/>
                    </a:lnT>
                    <a:lnB w="9525">
                      <a:solidFill>
                        <a:srgbClr val="416250"/>
                      </a:solidFill>
                      <a:prstDash val="solid"/>
                    </a:lnB>
                    <a:solidFill>
                      <a:srgbClr val="D6E58A"/>
                    </a:solidFill>
                  </a:tcPr>
                </a:tc>
              </a:tr>
              <a:tr h="285750">
                <a:tc>
                  <a:txBody>
                    <a:bodyPr>
                      <a:noAutofit/>
                    </a:bodyPr>
                    <a:lstStyle/>
                    <a:p>
                      <a:r>
                        <a:rPr sz="1350" b="0">
                          <a:solidFill>
                            <a:srgbClr val="FFFFFF"/>
                          </a:solidFill>
                          <a:latin typeface="Arial"/>
                          <a:ea typeface="Arial"/>
                          <a:cs typeface="Arial"/>
                        </a:rPr>
                        <a:t>Scheduling fit</a:t>
                      </a:r>
                    </a:p>
                  </a:txBody>
                  <a:tcPr marL="91440" marR="91440" marT="45720" marB="45720">
                    <a:lnL w="9525">
                      <a:solidFill>
                        <a:srgbClr val="416250"/>
                      </a:solidFill>
                      <a:prstDash val="solid"/>
                    </a:lnL>
                    <a:lnR w="9525">
                      <a:solidFill>
                        <a:srgbClr val="416250"/>
                      </a:solidFill>
                      <a:prstDash val="solid"/>
                    </a:lnR>
                    <a:lnB w="9525">
                      <a:solidFill>
                        <a:srgbClr val="416250"/>
                      </a:solidFill>
                      <a:prstDash val="solid"/>
                    </a:lnB>
                    <a:solidFill>
                      <a:srgbClr val="11221C"/>
                    </a:solidFill>
                  </a:tcPr>
                </a:tc>
                <a:tc>
                  <a:txBody>
                    <a:bodyPr>
                      <a:noAutofit/>
                    </a:bodyPr>
                    <a:lstStyle/>
                    <a:p>
                      <a:r>
                        <a:rPr sz="1350" b="0">
                          <a:solidFill>
                            <a:srgbClr val="FFFFFF"/>
                          </a:solidFill>
                          <a:latin typeface="Arial"/>
                          <a:ea typeface="Arial"/>
                          <a:cs typeface="Arial"/>
                        </a:rPr>
                        <a:t>30%</a:t>
                      </a:r>
                    </a:p>
                  </a:txBody>
                  <a:tcPr marL="91440" marR="91440" marT="45720" marB="45720">
                    <a:lnR w="9525">
                      <a:solidFill>
                        <a:srgbClr val="416250"/>
                      </a:solidFill>
                      <a:prstDash val="solid"/>
                    </a:lnR>
                    <a:lnB w="9525">
                      <a:solidFill>
                        <a:srgbClr val="416250"/>
                      </a:solidFill>
                      <a:prstDash val="solid"/>
                    </a:lnB>
                    <a:solidFill>
                      <a:srgbClr val="11221C"/>
                    </a:solidFill>
                  </a:tcPr>
                </a:tc>
                <a:tc>
                  <a:txBody>
                    <a:bodyPr>
                      <a:noAutofit/>
                    </a:bodyPr>
                    <a:lstStyle/>
                    <a:p>
                      <a:r>
                        <a:rPr sz="1350" b="0">
                          <a:solidFill>
                            <a:srgbClr val="FFFFFF"/>
                          </a:solidFill>
                          <a:latin typeface="Arial"/>
                          <a:ea typeface="Arial"/>
                          <a:cs typeface="Arial"/>
                        </a:rPr>
                        <a:t>2</a:t>
                      </a:r>
                    </a:p>
                  </a:txBody>
                  <a:tcPr marL="91440" marR="91440" marT="45720" marB="45720">
                    <a:lnR w="9525">
                      <a:solidFill>
                        <a:srgbClr val="416250"/>
                      </a:solidFill>
                      <a:prstDash val="solid"/>
                    </a:lnR>
                    <a:lnB w="9525">
                      <a:solidFill>
                        <a:srgbClr val="416250"/>
                      </a:solidFill>
                      <a:prstDash val="solid"/>
                    </a:lnB>
                    <a:solidFill>
                      <a:srgbClr val="61483C"/>
                    </a:solidFill>
                  </a:tcPr>
                </a:tc>
                <a:tc>
                  <a:txBody>
                    <a:bodyPr>
                      <a:noAutofit/>
                    </a:bodyPr>
                    <a:lstStyle/>
                    <a:p>
                      <a:r>
                        <a:rPr sz="1350" b="0">
                          <a:solidFill>
                            <a:srgbClr val="FFFFFF"/>
                          </a:solidFill>
                          <a:latin typeface="Arial"/>
                          <a:ea typeface="Arial"/>
                          <a:cs typeface="Arial"/>
                        </a:rPr>
                        <a:t>4</a:t>
                      </a:r>
                    </a:p>
                  </a:txBody>
                  <a:tcPr marL="91440" marR="91440" marT="45720" marB="45720">
                    <a:lnR w="9525">
                      <a:solidFill>
                        <a:srgbClr val="416250"/>
                      </a:solidFill>
                      <a:prstDash val="solid"/>
                    </a:lnR>
                    <a:lnB w="9525">
                      <a:solidFill>
                        <a:srgbClr val="416250"/>
                      </a:solidFill>
                      <a:prstDash val="solid"/>
                    </a:lnB>
                    <a:solidFill>
                      <a:srgbClr val="3B6650"/>
                    </a:solidFill>
                  </a:tcPr>
                </a:tc>
                <a:tc>
                  <a:txBody>
                    <a:bodyPr>
                      <a:noAutofit/>
                    </a:bodyPr>
                    <a:lstStyle/>
                    <a:p>
                      <a:r>
                        <a:rPr sz="1350" b="1">
                          <a:solidFill>
                            <a:srgbClr val="FFFFFF"/>
                          </a:solidFill>
                          <a:latin typeface="Arial"/>
                          <a:ea typeface="Arial"/>
                          <a:cs typeface="Arial"/>
                        </a:rPr>
                        <a:t>4</a:t>
                      </a:r>
                    </a:p>
                  </a:txBody>
                  <a:tcPr marL="91440" marR="91440" marT="45720" marB="45720">
                    <a:lnR w="9525">
                      <a:solidFill>
                        <a:srgbClr val="416250"/>
                      </a:solidFill>
                      <a:prstDash val="solid"/>
                    </a:lnR>
                    <a:lnB w="9525">
                      <a:solidFill>
                        <a:srgbClr val="416250"/>
                      </a:solidFill>
                      <a:prstDash val="solid"/>
                    </a:lnB>
                    <a:solidFill>
                      <a:srgbClr val="3B6650"/>
                    </a:solidFill>
                  </a:tcPr>
                </a:tc>
              </a:tr>
              <a:tr h="285750">
                <a:tc>
                  <a:txBody>
                    <a:bodyPr>
                      <a:noAutofit/>
                    </a:bodyPr>
                    <a:lstStyle/>
                    <a:p>
                      <a:r>
                        <a:rPr sz="1350" b="0">
                          <a:solidFill>
                            <a:srgbClr val="FFFFFF"/>
                          </a:solidFill>
                          <a:latin typeface="Arial"/>
                          <a:ea typeface="Arial"/>
                          <a:cs typeface="Arial"/>
                        </a:rPr>
                        <a:t>Low operating burden</a:t>
                      </a:r>
                    </a:p>
                  </a:txBody>
                  <a:tcPr marL="91440" marR="91440" marT="45720" marB="45720">
                    <a:lnL w="9525">
                      <a:solidFill>
                        <a:srgbClr val="416250"/>
                      </a:solidFill>
                      <a:prstDash val="solid"/>
                    </a:lnL>
                    <a:lnR w="9525">
                      <a:solidFill>
                        <a:srgbClr val="416250"/>
                      </a:solidFill>
                      <a:prstDash val="solid"/>
                    </a:lnR>
                    <a:lnB w="9525">
                      <a:solidFill>
                        <a:srgbClr val="416250"/>
                      </a:solidFill>
                      <a:prstDash val="solid"/>
                    </a:lnB>
                    <a:solidFill>
                      <a:srgbClr val="11221C"/>
                    </a:solidFill>
                  </a:tcPr>
                </a:tc>
                <a:tc>
                  <a:txBody>
                    <a:bodyPr>
                      <a:noAutofit/>
                    </a:bodyPr>
                    <a:lstStyle/>
                    <a:p>
                      <a:r>
                        <a:rPr sz="1350" b="0">
                          <a:solidFill>
                            <a:srgbClr val="FFFFFF"/>
                          </a:solidFill>
                          <a:latin typeface="Arial"/>
                          <a:ea typeface="Arial"/>
                          <a:cs typeface="Arial"/>
                        </a:rPr>
                        <a:t>25%</a:t>
                      </a:r>
                    </a:p>
                  </a:txBody>
                  <a:tcPr marL="91440" marR="91440" marT="45720" marB="45720">
                    <a:lnR w="9525">
                      <a:solidFill>
                        <a:srgbClr val="416250"/>
                      </a:solidFill>
                      <a:prstDash val="solid"/>
                    </a:lnR>
                    <a:lnB w="9525">
                      <a:solidFill>
                        <a:srgbClr val="416250"/>
                      </a:solidFill>
                      <a:prstDash val="solid"/>
                    </a:lnB>
                    <a:solidFill>
                      <a:srgbClr val="11221C"/>
                    </a:solidFill>
                  </a:tcPr>
                </a:tc>
                <a:tc>
                  <a:txBody>
                    <a:bodyPr>
                      <a:noAutofit/>
                    </a:bodyPr>
                    <a:lstStyle/>
                    <a:p>
                      <a:r>
                        <a:rPr sz="1350" b="0">
                          <a:solidFill>
                            <a:srgbClr val="FFFFFF"/>
                          </a:solidFill>
                          <a:latin typeface="Arial"/>
                          <a:ea typeface="Arial"/>
                          <a:cs typeface="Arial"/>
                        </a:rPr>
                        <a:t>5</a:t>
                      </a:r>
                    </a:p>
                  </a:txBody>
                  <a:tcPr marL="91440" marR="91440" marT="45720" marB="45720">
                    <a:lnR w="9525">
                      <a:solidFill>
                        <a:srgbClr val="416250"/>
                      </a:solidFill>
                      <a:prstDash val="solid"/>
                    </a:lnR>
                    <a:lnB w="9525">
                      <a:solidFill>
                        <a:srgbClr val="416250"/>
                      </a:solidFill>
                      <a:prstDash val="solid"/>
                    </a:lnB>
                    <a:solidFill>
                      <a:srgbClr val="577A49"/>
                    </a:solidFill>
                  </a:tcPr>
                </a:tc>
                <a:tc>
                  <a:txBody>
                    <a:bodyPr>
                      <a:noAutofit/>
                    </a:bodyPr>
                    <a:lstStyle/>
                    <a:p>
                      <a:r>
                        <a:rPr sz="1350" b="0">
                          <a:solidFill>
                            <a:srgbClr val="FFFFFF"/>
                          </a:solidFill>
                          <a:latin typeface="Arial"/>
                          <a:ea typeface="Arial"/>
                          <a:cs typeface="Arial"/>
                        </a:rPr>
                        <a:t>1</a:t>
                      </a:r>
                    </a:p>
                  </a:txBody>
                  <a:tcPr marL="91440" marR="91440" marT="45720" marB="45720">
                    <a:lnR w="9525">
                      <a:solidFill>
                        <a:srgbClr val="416250"/>
                      </a:solidFill>
                      <a:prstDash val="solid"/>
                    </a:lnR>
                    <a:lnB w="9525">
                      <a:solidFill>
                        <a:srgbClr val="416250"/>
                      </a:solidFill>
                      <a:prstDash val="solid"/>
                    </a:lnB>
                    <a:solidFill>
                      <a:srgbClr val="4B332A"/>
                    </a:solidFill>
                  </a:tcPr>
                </a:tc>
                <a:tc>
                  <a:txBody>
                    <a:bodyPr>
                      <a:noAutofit/>
                    </a:bodyPr>
                    <a:lstStyle/>
                    <a:p>
                      <a:r>
                        <a:rPr sz="1350" b="1">
                          <a:solidFill>
                            <a:srgbClr val="FFFFFF"/>
                          </a:solidFill>
                          <a:latin typeface="Arial"/>
                          <a:ea typeface="Arial"/>
                          <a:cs typeface="Arial"/>
                        </a:rPr>
                        <a:t>4</a:t>
                      </a:r>
                    </a:p>
                  </a:txBody>
                  <a:tcPr marL="91440" marR="91440" marT="45720" marB="45720">
                    <a:lnR w="9525">
                      <a:solidFill>
                        <a:srgbClr val="416250"/>
                      </a:solidFill>
                      <a:prstDash val="solid"/>
                    </a:lnR>
                    <a:lnB w="9525">
                      <a:solidFill>
                        <a:srgbClr val="416250"/>
                      </a:solidFill>
                      <a:prstDash val="solid"/>
                    </a:lnB>
                    <a:solidFill>
                      <a:srgbClr val="3B6650"/>
                    </a:solidFill>
                  </a:tcPr>
                </a:tc>
              </a:tr>
              <a:tr h="285750">
                <a:tc>
                  <a:txBody>
                    <a:bodyPr>
                      <a:noAutofit/>
                    </a:bodyPr>
                    <a:lstStyle/>
                    <a:p>
                      <a:r>
                        <a:rPr sz="1350" b="0">
                          <a:solidFill>
                            <a:srgbClr val="FFFFFF"/>
                          </a:solidFill>
                          <a:latin typeface="Arial"/>
                          <a:ea typeface="Arial"/>
                          <a:cs typeface="Arial"/>
                        </a:rPr>
                        <a:t>Technical feasibility</a:t>
                      </a:r>
                    </a:p>
                  </a:txBody>
                  <a:tcPr marL="91440" marR="91440" marT="45720" marB="45720">
                    <a:lnL w="9525">
                      <a:solidFill>
                        <a:srgbClr val="416250"/>
                      </a:solidFill>
                      <a:prstDash val="solid"/>
                    </a:lnL>
                    <a:lnR w="9525">
                      <a:solidFill>
                        <a:srgbClr val="416250"/>
                      </a:solidFill>
                      <a:prstDash val="solid"/>
                    </a:lnR>
                    <a:lnB w="9525">
                      <a:solidFill>
                        <a:srgbClr val="416250"/>
                      </a:solidFill>
                      <a:prstDash val="solid"/>
                    </a:lnB>
                    <a:solidFill>
                      <a:srgbClr val="11221C"/>
                    </a:solidFill>
                  </a:tcPr>
                </a:tc>
                <a:tc>
                  <a:txBody>
                    <a:bodyPr>
                      <a:noAutofit/>
                    </a:bodyPr>
                    <a:lstStyle/>
                    <a:p>
                      <a:r>
                        <a:rPr sz="1350" b="0">
                          <a:solidFill>
                            <a:srgbClr val="FFFFFF"/>
                          </a:solidFill>
                          <a:latin typeface="Arial"/>
                          <a:ea typeface="Arial"/>
                          <a:cs typeface="Arial"/>
                        </a:rPr>
                        <a:t>25%</a:t>
                      </a:r>
                    </a:p>
                  </a:txBody>
                  <a:tcPr marL="91440" marR="91440" marT="45720" marB="45720">
                    <a:lnR w="9525">
                      <a:solidFill>
                        <a:srgbClr val="416250"/>
                      </a:solidFill>
                      <a:prstDash val="solid"/>
                    </a:lnR>
                    <a:lnB w="9525">
                      <a:solidFill>
                        <a:srgbClr val="416250"/>
                      </a:solidFill>
                      <a:prstDash val="solid"/>
                    </a:lnB>
                    <a:solidFill>
                      <a:srgbClr val="11221C"/>
                    </a:solidFill>
                  </a:tcPr>
                </a:tc>
                <a:tc>
                  <a:txBody>
                    <a:bodyPr>
                      <a:noAutofit/>
                    </a:bodyPr>
                    <a:lstStyle/>
                    <a:p>
                      <a:r>
                        <a:rPr sz="1350" b="0">
                          <a:solidFill>
                            <a:srgbClr val="FFFFFF"/>
                          </a:solidFill>
                          <a:latin typeface="Arial"/>
                          <a:ea typeface="Arial"/>
                          <a:cs typeface="Arial"/>
                        </a:rPr>
                        <a:t>5</a:t>
                      </a:r>
                    </a:p>
                  </a:txBody>
                  <a:tcPr marL="91440" marR="91440" marT="45720" marB="45720">
                    <a:lnR w="9525">
                      <a:solidFill>
                        <a:srgbClr val="416250"/>
                      </a:solidFill>
                      <a:prstDash val="solid"/>
                    </a:lnR>
                    <a:lnB w="9525">
                      <a:solidFill>
                        <a:srgbClr val="416250"/>
                      </a:solidFill>
                      <a:prstDash val="solid"/>
                    </a:lnB>
                    <a:solidFill>
                      <a:srgbClr val="577A49"/>
                    </a:solidFill>
                  </a:tcPr>
                </a:tc>
                <a:tc>
                  <a:txBody>
                    <a:bodyPr>
                      <a:noAutofit/>
                    </a:bodyPr>
                    <a:lstStyle/>
                    <a:p>
                      <a:r>
                        <a:rPr sz="1350" b="0">
                          <a:solidFill>
                            <a:srgbClr val="FFFFFF"/>
                          </a:solidFill>
                          <a:latin typeface="Arial"/>
                          <a:ea typeface="Arial"/>
                          <a:cs typeface="Arial"/>
                        </a:rPr>
                        <a:t>2</a:t>
                      </a:r>
                    </a:p>
                  </a:txBody>
                  <a:tcPr marL="91440" marR="91440" marT="45720" marB="45720">
                    <a:lnR w="9525">
                      <a:solidFill>
                        <a:srgbClr val="416250"/>
                      </a:solidFill>
                      <a:prstDash val="solid"/>
                    </a:lnR>
                    <a:lnB w="9525">
                      <a:solidFill>
                        <a:srgbClr val="416250"/>
                      </a:solidFill>
                      <a:prstDash val="solid"/>
                    </a:lnB>
                    <a:solidFill>
                      <a:srgbClr val="61483C"/>
                    </a:solidFill>
                  </a:tcPr>
                </a:tc>
                <a:tc>
                  <a:txBody>
                    <a:bodyPr>
                      <a:noAutofit/>
                    </a:bodyPr>
                    <a:lstStyle/>
                    <a:p>
                      <a:r>
                        <a:rPr sz="1350" b="1">
                          <a:solidFill>
                            <a:srgbClr val="FFFFFF"/>
                          </a:solidFill>
                          <a:latin typeface="Arial"/>
                          <a:ea typeface="Arial"/>
                          <a:cs typeface="Arial"/>
                        </a:rPr>
                        <a:t>4</a:t>
                      </a:r>
                    </a:p>
                  </a:txBody>
                  <a:tcPr marL="91440" marR="91440" marT="45720" marB="45720">
                    <a:lnR w="9525">
                      <a:solidFill>
                        <a:srgbClr val="416250"/>
                      </a:solidFill>
                      <a:prstDash val="solid"/>
                    </a:lnR>
                    <a:lnB w="9525">
                      <a:solidFill>
                        <a:srgbClr val="416250"/>
                      </a:solidFill>
                      <a:prstDash val="solid"/>
                    </a:lnB>
                    <a:solidFill>
                      <a:srgbClr val="3B6650"/>
                    </a:solidFill>
                  </a:tcPr>
                </a:tc>
              </a:tr>
              <a:tr h="285750">
                <a:tc>
                  <a:txBody>
                    <a:bodyPr>
                      <a:noAutofit/>
                    </a:bodyPr>
                    <a:lstStyle/>
                    <a:p>
                      <a:r>
                        <a:rPr sz="1350" b="0">
                          <a:solidFill>
                            <a:srgbClr val="FFFFFF"/>
                          </a:solidFill>
                          <a:latin typeface="Arial"/>
                          <a:ea typeface="Arial"/>
                          <a:cs typeface="Arial"/>
                        </a:rPr>
                        <a:t>Privacy control</a:t>
                      </a:r>
                    </a:p>
                  </a:txBody>
                  <a:tcPr marL="91440" marR="91440" marT="45720" marB="45720">
                    <a:lnL w="9525">
                      <a:solidFill>
                        <a:srgbClr val="416250"/>
                      </a:solidFill>
                      <a:prstDash val="solid"/>
                    </a:lnL>
                    <a:lnR w="9525">
                      <a:solidFill>
                        <a:srgbClr val="416250"/>
                      </a:solidFill>
                      <a:prstDash val="solid"/>
                    </a:lnR>
                    <a:lnB w="9525">
                      <a:solidFill>
                        <a:srgbClr val="416250"/>
                      </a:solidFill>
                      <a:prstDash val="solid"/>
                    </a:lnB>
                    <a:solidFill>
                      <a:srgbClr val="11221C"/>
                    </a:solidFill>
                  </a:tcPr>
                </a:tc>
                <a:tc>
                  <a:txBody>
                    <a:bodyPr>
                      <a:noAutofit/>
                    </a:bodyPr>
                    <a:lstStyle/>
                    <a:p>
                      <a:r>
                        <a:rPr sz="1350" b="0">
                          <a:solidFill>
                            <a:srgbClr val="FFFFFF"/>
                          </a:solidFill>
                          <a:latin typeface="Arial"/>
                          <a:ea typeface="Arial"/>
                          <a:cs typeface="Arial"/>
                        </a:rPr>
                        <a:t>10%</a:t>
                      </a:r>
                    </a:p>
                  </a:txBody>
                  <a:tcPr marL="91440" marR="91440" marT="45720" marB="45720">
                    <a:lnR w="9525">
                      <a:solidFill>
                        <a:srgbClr val="416250"/>
                      </a:solidFill>
                      <a:prstDash val="solid"/>
                    </a:lnR>
                    <a:lnB w="9525">
                      <a:solidFill>
                        <a:srgbClr val="416250"/>
                      </a:solidFill>
                      <a:prstDash val="solid"/>
                    </a:lnB>
                    <a:solidFill>
                      <a:srgbClr val="11221C"/>
                    </a:solidFill>
                  </a:tcPr>
                </a:tc>
                <a:tc>
                  <a:txBody>
                    <a:bodyPr>
                      <a:noAutofit/>
                    </a:bodyPr>
                    <a:lstStyle/>
                    <a:p>
                      <a:r>
                        <a:rPr sz="1350" b="0">
                          <a:solidFill>
                            <a:srgbClr val="FFFFFF"/>
                          </a:solidFill>
                          <a:latin typeface="Arial"/>
                          <a:ea typeface="Arial"/>
                          <a:cs typeface="Arial"/>
                        </a:rPr>
                        <a:t>2</a:t>
                      </a:r>
                    </a:p>
                  </a:txBody>
                  <a:tcPr marL="91440" marR="91440" marT="45720" marB="45720">
                    <a:lnR w="9525">
                      <a:solidFill>
                        <a:srgbClr val="416250"/>
                      </a:solidFill>
                      <a:prstDash val="solid"/>
                    </a:lnR>
                    <a:lnB w="9525">
                      <a:solidFill>
                        <a:srgbClr val="416250"/>
                      </a:solidFill>
                      <a:prstDash val="solid"/>
                    </a:lnB>
                    <a:solidFill>
                      <a:srgbClr val="61483C"/>
                    </a:solidFill>
                  </a:tcPr>
                </a:tc>
                <a:tc>
                  <a:txBody>
                    <a:bodyPr>
                      <a:noAutofit/>
                    </a:bodyPr>
                    <a:lstStyle/>
                    <a:p>
                      <a:r>
                        <a:rPr sz="1350" b="0">
                          <a:solidFill>
                            <a:srgbClr val="FFFFFF"/>
                          </a:solidFill>
                          <a:latin typeface="Arial"/>
                          <a:ea typeface="Arial"/>
                          <a:cs typeface="Arial"/>
                        </a:rPr>
                        <a:t>4</a:t>
                      </a:r>
                    </a:p>
                  </a:txBody>
                  <a:tcPr marL="91440" marR="91440" marT="45720" marB="45720">
                    <a:lnR w="9525">
                      <a:solidFill>
                        <a:srgbClr val="416250"/>
                      </a:solidFill>
                      <a:prstDash val="solid"/>
                    </a:lnR>
                    <a:lnB w="9525">
                      <a:solidFill>
                        <a:srgbClr val="416250"/>
                      </a:solidFill>
                      <a:prstDash val="solid"/>
                    </a:lnB>
                    <a:solidFill>
                      <a:srgbClr val="3B6650"/>
                    </a:solidFill>
                  </a:tcPr>
                </a:tc>
                <a:tc>
                  <a:txBody>
                    <a:bodyPr>
                      <a:noAutofit/>
                    </a:bodyPr>
                    <a:lstStyle/>
                    <a:p>
                      <a:r>
                        <a:rPr sz="1350" b="1">
                          <a:solidFill>
                            <a:srgbClr val="FFFFFF"/>
                          </a:solidFill>
                          <a:latin typeface="Arial"/>
                          <a:ea typeface="Arial"/>
                          <a:cs typeface="Arial"/>
                        </a:rPr>
                        <a:t>4</a:t>
                      </a:r>
                    </a:p>
                  </a:txBody>
                  <a:tcPr marL="91440" marR="91440" marT="45720" marB="45720">
                    <a:lnR w="9525">
                      <a:solidFill>
                        <a:srgbClr val="416250"/>
                      </a:solidFill>
                      <a:prstDash val="solid"/>
                    </a:lnR>
                    <a:lnB w="9525">
                      <a:solidFill>
                        <a:srgbClr val="416250"/>
                      </a:solidFill>
                      <a:prstDash val="solid"/>
                    </a:lnB>
                    <a:solidFill>
                      <a:srgbClr val="3B6650"/>
                    </a:solidFill>
                  </a:tcPr>
                </a:tc>
              </a:tr>
              <a:tr h="285750">
                <a:tc>
                  <a:txBody>
                    <a:bodyPr>
                      <a:noAutofit/>
                    </a:bodyPr>
                    <a:lstStyle/>
                    <a:p>
                      <a:r>
                        <a:rPr sz="1350" b="0">
                          <a:solidFill>
                            <a:srgbClr val="FFFFFF"/>
                          </a:solidFill>
                          <a:latin typeface="Arial"/>
                          <a:ea typeface="Arial"/>
                          <a:cs typeface="Arial"/>
                        </a:rPr>
                        <a:t>Supply acquisition</a:t>
                      </a:r>
                    </a:p>
                  </a:txBody>
                  <a:tcPr marL="91440" marR="91440" marT="45720" marB="45720">
                    <a:lnL w="9525">
                      <a:solidFill>
                        <a:srgbClr val="416250"/>
                      </a:solidFill>
                      <a:prstDash val="solid"/>
                    </a:lnL>
                    <a:lnR w="9525">
                      <a:solidFill>
                        <a:srgbClr val="416250"/>
                      </a:solidFill>
                      <a:prstDash val="solid"/>
                    </a:lnR>
                    <a:lnB w="9525">
                      <a:solidFill>
                        <a:srgbClr val="416250"/>
                      </a:solidFill>
                      <a:prstDash val="solid"/>
                    </a:lnB>
                    <a:solidFill>
                      <a:srgbClr val="11221C"/>
                    </a:solidFill>
                  </a:tcPr>
                </a:tc>
                <a:tc>
                  <a:txBody>
                    <a:bodyPr>
                      <a:noAutofit/>
                    </a:bodyPr>
                    <a:lstStyle/>
                    <a:p>
                      <a:r>
                        <a:rPr sz="1350" b="0">
                          <a:solidFill>
                            <a:srgbClr val="FFFFFF"/>
                          </a:solidFill>
                          <a:latin typeface="Arial"/>
                          <a:ea typeface="Arial"/>
                          <a:cs typeface="Arial"/>
                        </a:rPr>
                        <a:t>10%</a:t>
                      </a:r>
                    </a:p>
                  </a:txBody>
                  <a:tcPr marL="91440" marR="91440" marT="45720" marB="45720">
                    <a:lnR w="9525">
                      <a:solidFill>
                        <a:srgbClr val="416250"/>
                      </a:solidFill>
                      <a:prstDash val="solid"/>
                    </a:lnR>
                    <a:lnB w="9525">
                      <a:solidFill>
                        <a:srgbClr val="416250"/>
                      </a:solidFill>
                      <a:prstDash val="solid"/>
                    </a:lnB>
                    <a:solidFill>
                      <a:srgbClr val="11221C"/>
                    </a:solidFill>
                  </a:tcPr>
                </a:tc>
                <a:tc>
                  <a:txBody>
                    <a:bodyPr>
                      <a:noAutofit/>
                    </a:bodyPr>
                    <a:lstStyle/>
                    <a:p>
                      <a:r>
                        <a:rPr sz="1350" b="0">
                          <a:solidFill>
                            <a:srgbClr val="FFFFFF"/>
                          </a:solidFill>
                          <a:latin typeface="Arial"/>
                          <a:ea typeface="Arial"/>
                          <a:cs typeface="Arial"/>
                        </a:rPr>
                        <a:t>3</a:t>
                      </a:r>
                    </a:p>
                  </a:txBody>
                  <a:tcPr marL="91440" marR="91440" marT="45720" marB="45720">
                    <a:lnR w="9525">
                      <a:solidFill>
                        <a:srgbClr val="416250"/>
                      </a:solidFill>
                      <a:prstDash val="solid"/>
                    </a:lnR>
                    <a:lnB w="9525">
                      <a:solidFill>
                        <a:srgbClr val="416250"/>
                      </a:solidFill>
                      <a:prstDash val="solid"/>
                    </a:lnB>
                    <a:solidFill>
                      <a:srgbClr val="345345"/>
                    </a:solidFill>
                  </a:tcPr>
                </a:tc>
                <a:tc>
                  <a:txBody>
                    <a:bodyPr>
                      <a:noAutofit/>
                    </a:bodyPr>
                    <a:lstStyle/>
                    <a:p>
                      <a:r>
                        <a:rPr sz="1350" b="0">
                          <a:solidFill>
                            <a:srgbClr val="FFFFFF"/>
                          </a:solidFill>
                          <a:latin typeface="Arial"/>
                          <a:ea typeface="Arial"/>
                          <a:cs typeface="Arial"/>
                        </a:rPr>
                        <a:t>2</a:t>
                      </a:r>
                    </a:p>
                  </a:txBody>
                  <a:tcPr marL="91440" marR="91440" marT="45720" marB="45720">
                    <a:lnR w="9525">
                      <a:solidFill>
                        <a:srgbClr val="416250"/>
                      </a:solidFill>
                      <a:prstDash val="solid"/>
                    </a:lnR>
                    <a:lnB w="9525">
                      <a:solidFill>
                        <a:srgbClr val="416250"/>
                      </a:solidFill>
                      <a:prstDash val="solid"/>
                    </a:lnB>
                    <a:solidFill>
                      <a:srgbClr val="61483C"/>
                    </a:solidFill>
                  </a:tcPr>
                </a:tc>
                <a:tc>
                  <a:txBody>
                    <a:bodyPr>
                      <a:noAutofit/>
                    </a:bodyPr>
                    <a:lstStyle/>
                    <a:p>
                      <a:r>
                        <a:rPr sz="1350" b="1">
                          <a:solidFill>
                            <a:srgbClr val="FFFFFF"/>
                          </a:solidFill>
                          <a:latin typeface="Arial"/>
                          <a:ea typeface="Arial"/>
                          <a:cs typeface="Arial"/>
                        </a:rPr>
                        <a:t>2</a:t>
                      </a:r>
                    </a:p>
                  </a:txBody>
                  <a:tcPr marL="91440" marR="91440" marT="45720" marB="45720">
                    <a:lnR w="9525">
                      <a:solidFill>
                        <a:srgbClr val="416250"/>
                      </a:solidFill>
                      <a:prstDash val="solid"/>
                    </a:lnR>
                    <a:lnB w="9525">
                      <a:solidFill>
                        <a:srgbClr val="416250"/>
                      </a:solidFill>
                      <a:prstDash val="solid"/>
                    </a:lnB>
                    <a:solidFill>
                      <a:srgbClr val="61483C"/>
                    </a:solidFill>
                  </a:tcPr>
                </a:tc>
              </a:tr>
              <a:tr h="285750">
                <a:tc>
                  <a:txBody>
                    <a:bodyPr>
                      <a:noAutofit/>
                    </a:bodyPr>
                    <a:lstStyle/>
                    <a:p>
                      <a:r>
                        <a:rPr sz="1350" b="1">
                          <a:solidFill>
                            <a:srgbClr val="FFFFFF"/>
                          </a:solidFill>
                          <a:latin typeface="Arial"/>
                          <a:ea typeface="Arial"/>
                          <a:cs typeface="Arial"/>
                        </a:rPr>
                        <a:t>Weighted result</a:t>
                      </a:r>
                    </a:p>
                  </a:txBody>
                  <a:tcPr marL="91440" marR="91440" marT="45720" marB="45720">
                    <a:lnL w="9525">
                      <a:solidFill>
                        <a:srgbClr val="416250"/>
                      </a:solidFill>
                      <a:prstDash val="solid"/>
                    </a:lnL>
                    <a:lnR w="9525">
                      <a:solidFill>
                        <a:srgbClr val="416250"/>
                      </a:solidFill>
                      <a:prstDash val="solid"/>
                    </a:lnR>
                    <a:lnB w="9525">
                      <a:solidFill>
                        <a:srgbClr val="416250"/>
                      </a:solidFill>
                      <a:prstDash val="solid"/>
                    </a:lnB>
                    <a:solidFill>
                      <a:srgbClr val="1C4536"/>
                    </a:solidFill>
                  </a:tcPr>
                </a:tc>
                <a:tc>
                  <a:txBody>
                    <a:bodyPr>
                      <a:noAutofit/>
                    </a:bodyPr>
                    <a:lstStyle/>
                    <a:p>
                      <a:r>
                        <a:rPr sz="1350" b="1">
                          <a:solidFill>
                            <a:srgbClr val="FFFFFF"/>
                          </a:solidFill>
                          <a:latin typeface="Arial"/>
                          <a:ea typeface="Arial"/>
                          <a:cs typeface="Arial"/>
                        </a:rPr>
                        <a:t>100%</a:t>
                      </a:r>
                    </a:p>
                  </a:txBody>
                  <a:tcPr marL="91440" marR="91440" marT="45720" marB="45720">
                    <a:lnR w="9525">
                      <a:solidFill>
                        <a:srgbClr val="416250"/>
                      </a:solidFill>
                      <a:prstDash val="solid"/>
                    </a:lnR>
                    <a:lnB w="9525">
                      <a:solidFill>
                        <a:srgbClr val="416250"/>
                      </a:solidFill>
                      <a:prstDash val="solid"/>
                    </a:lnB>
                    <a:solidFill>
                      <a:srgbClr val="1C4536"/>
                    </a:solidFill>
                  </a:tcPr>
                </a:tc>
                <a:tc>
                  <a:txBody>
                    <a:bodyPr>
                      <a:noAutofit/>
                    </a:bodyPr>
                    <a:lstStyle/>
                    <a:p>
                      <a:r>
                        <a:rPr sz="1350" b="1">
                          <a:solidFill>
                            <a:srgbClr val="FFFFFF"/>
                          </a:solidFill>
                          <a:latin typeface="Arial"/>
                          <a:ea typeface="Arial"/>
                          <a:cs typeface="Arial"/>
                        </a:rPr>
                        <a:t>3.60</a:t>
                      </a:r>
                    </a:p>
                  </a:txBody>
                  <a:tcPr marL="91440" marR="91440" marT="45720" marB="45720">
                    <a:lnR w="9525">
                      <a:solidFill>
                        <a:srgbClr val="416250"/>
                      </a:solidFill>
                      <a:prstDash val="solid"/>
                    </a:lnR>
                    <a:lnB w="9525">
                      <a:solidFill>
                        <a:srgbClr val="416250"/>
                      </a:solidFill>
                      <a:prstDash val="solid"/>
                    </a:lnB>
                    <a:solidFill>
                      <a:srgbClr val="1C4536"/>
                    </a:solidFill>
                  </a:tcPr>
                </a:tc>
                <a:tc>
                  <a:txBody>
                    <a:bodyPr>
                      <a:noAutofit/>
                    </a:bodyPr>
                    <a:lstStyle/>
                    <a:p>
                      <a:r>
                        <a:rPr sz="1350" b="1">
                          <a:solidFill>
                            <a:srgbClr val="FFFFFF"/>
                          </a:solidFill>
                          <a:latin typeface="Arial"/>
                          <a:ea typeface="Arial"/>
                          <a:cs typeface="Arial"/>
                        </a:rPr>
                        <a:t>2.55</a:t>
                      </a:r>
                    </a:p>
                  </a:txBody>
                  <a:tcPr marL="91440" marR="91440" marT="45720" marB="45720">
                    <a:lnR w="9525">
                      <a:solidFill>
                        <a:srgbClr val="416250"/>
                      </a:solidFill>
                      <a:prstDash val="solid"/>
                    </a:lnR>
                    <a:lnB w="9525">
                      <a:solidFill>
                        <a:srgbClr val="416250"/>
                      </a:solidFill>
                      <a:prstDash val="solid"/>
                    </a:lnB>
                    <a:solidFill>
                      <a:srgbClr val="1C4536"/>
                    </a:solidFill>
                  </a:tcPr>
                </a:tc>
                <a:tc>
                  <a:txBody>
                    <a:bodyPr>
                      <a:noAutofit/>
                    </a:bodyPr>
                    <a:lstStyle/>
                    <a:p>
                      <a:r>
                        <a:rPr sz="1350" b="1">
                          <a:solidFill>
                            <a:srgbClr val="172B24"/>
                          </a:solidFill>
                          <a:latin typeface="Arial"/>
                          <a:ea typeface="Arial"/>
                          <a:cs typeface="Arial"/>
                        </a:rPr>
                        <a:t>3.80</a:t>
                      </a:r>
                    </a:p>
                  </a:txBody>
                  <a:tcPr marL="91440" marR="91440" marT="45720" marB="45720">
                    <a:lnR w="9525">
                      <a:solidFill>
                        <a:srgbClr val="416250"/>
                      </a:solidFill>
                      <a:prstDash val="solid"/>
                    </a:lnR>
                    <a:lnB w="9525">
                      <a:solidFill>
                        <a:srgbClr val="416250"/>
                      </a:solidFill>
                      <a:prstDash val="solid"/>
                    </a:lnB>
                    <a:solidFill>
                      <a:srgbClr val="D6E58A"/>
                    </a:solidFill>
                  </a:tcPr>
                </a:tc>
              </a:tr>
            </a:tbl>
          </a:graphicData>
        </a:graphic>
      </p:graphicFrame>
      <p:sp>
        <p:nvSpPr>
          <p:cNvPr id="12" name="">
            <a:extLst xmlns:a="http://schemas.openxmlformats.org/drawingml/2006/main">
              <a:ext uri="{FF2B5EF4-FFF2-40B4-BE49-F238E27FC236}">
                <a16:creationId xmlns:a16="http://schemas.microsoft.com/office/drawing/2014/main" id="{0FEAC0AE-0FC6-451C-9E16-4BB59AC29891}"/>
              </a:ext>
            </a:extLst>
          </p:cNvPr>
          <p:cNvSpPr>
            <a:spLocks xmlns:a="http://schemas.openxmlformats.org/drawingml/2006/main" noGrp="1"/>
          </p:cNvSpPr>
          <p:nvPr/>
        </p:nvSpPr>
        <p:spPr>
          <a:xfrm xmlns:a="http://schemas.openxmlformats.org/drawingml/2006/main">
            <a:off x="5257800" y="5791200"/>
            <a:ext cx="6324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350" b="1">
                <a:solidFill>
                  <a:srgbClr val="D6E58A"/>
                </a:solidFill>
                <a:latin typeface="Arial"/>
                <a:ea typeface="Arial"/>
                <a:cs typeface="Arial"/>
              </a:defRPr>
            </a:defPPr>
            <a:lvl1pPr>
              <a:defRPr sz="1350" b="1">
                <a:solidFill>
                  <a:srgbClr val="D6E58A"/>
                </a:solidFill>
                <a:latin typeface="Arial"/>
                <a:ea typeface="Arial"/>
                <a:cs typeface="Arial"/>
              </a:defRPr>
            </a:lvl1pPr>
            <a:lvl2pPr>
              <a:defRPr sz="1350" b="1">
                <a:solidFill>
                  <a:srgbClr val="D6E58A"/>
                </a:solidFill>
                <a:latin typeface="Arial"/>
                <a:ea typeface="Arial"/>
                <a:cs typeface="Arial"/>
              </a:defRPr>
            </a:lvl2pPr>
            <a:lvl3pPr>
              <a:defRPr sz="1350" b="1">
                <a:solidFill>
                  <a:srgbClr val="D6E58A"/>
                </a:solidFill>
                <a:latin typeface="Arial"/>
                <a:ea typeface="Arial"/>
                <a:cs typeface="Arial"/>
              </a:defRPr>
            </a:lvl3pPr>
            <a:lvl4pPr>
              <a:defRPr sz="1350" b="1">
                <a:solidFill>
                  <a:srgbClr val="D6E58A"/>
                </a:solidFill>
                <a:latin typeface="Arial"/>
                <a:ea typeface="Arial"/>
                <a:cs typeface="Arial"/>
              </a:defRPr>
            </a:lvl4pPr>
            <a:lvl5pPr>
              <a:defRPr sz="1350" b="1">
                <a:solidFill>
                  <a:srgbClr val="D6E58A"/>
                </a:solidFill>
                <a:latin typeface="Arial"/>
                <a:ea typeface="Arial"/>
                <a:cs typeface="Arial"/>
              </a:defRPr>
            </a:lvl5pPr>
            <a:lvl6pPr>
              <a:defRPr sz="1350" b="1">
                <a:solidFill>
                  <a:srgbClr val="D6E58A"/>
                </a:solidFill>
                <a:latin typeface="Arial"/>
                <a:ea typeface="Arial"/>
                <a:cs typeface="Arial"/>
              </a:defRPr>
            </a:lvl6pPr>
            <a:lvl7pPr>
              <a:defRPr sz="1350" b="1">
                <a:solidFill>
                  <a:srgbClr val="D6E58A"/>
                </a:solidFill>
                <a:latin typeface="Arial"/>
                <a:ea typeface="Arial"/>
                <a:cs typeface="Arial"/>
              </a:defRPr>
            </a:lvl7pPr>
            <a:lvl8pPr>
              <a:defRPr sz="1350" b="1">
                <a:solidFill>
                  <a:srgbClr val="D6E58A"/>
                </a:solidFill>
                <a:latin typeface="Arial"/>
                <a:ea typeface="Arial"/>
                <a:cs typeface="Arial"/>
              </a:defRPr>
            </a:lvl8pPr>
            <a:lvl9pPr>
              <a:defRPr sz="1350" b="1">
                <a:solidFill>
                  <a:srgbClr val="D6E58A"/>
                </a:solidFill>
                <a:latin typeface="Arial"/>
                <a:ea typeface="Arial"/>
                <a:cs typeface="Arial"/>
              </a:defRPr>
            </a:lvl9pPr>
          </a:lstStyle>
          <a:p xmlns:a="http://schemas.openxmlformats.org/drawingml/2006/main">
            <a:pPr>
              <a:defRPr sz="1350" b="1">
                <a:solidFill>
                  <a:srgbClr val="D6E58A"/>
                </a:solidFill>
                <a:latin typeface="Arial"/>
                <a:ea typeface="Arial"/>
                <a:cs typeface="Arial"/>
              </a:defRPr>
            </a:pPr>
            <a:r>
              <a:rPr sz="1350" b="1">
                <a:solidFill>
                  <a:srgbClr val="D6E58A"/>
                </a:solidFill>
                <a:latin typeface="Arial"/>
                <a:ea typeface="Arial"/>
                <a:cs typeface="Arial"/>
              </a:rPr>
              <a:t>Sensitivity: move 15 points from scheduling to operations.</a:t>
            </a:r>
          </a:p>
        </p:txBody>
      </p:sp>
      <p:sp>
        <p:nvSpPr>
          <p:cNvPr id="13" name="">
            <a:extLst xmlns:a="http://schemas.openxmlformats.org/drawingml/2006/main">
              <a:ext uri="{FF2B5EF4-FFF2-40B4-BE49-F238E27FC236}">
                <a16:creationId xmlns:a16="http://schemas.microsoft.com/office/drawing/2014/main" id="{6F92C539-90A5-4227-8112-AD44BDE85805}"/>
              </a:ext>
            </a:extLst>
          </p:cNvPr>
          <p:cNvSpPr>
            <a:spLocks xmlns:a="http://schemas.openxmlformats.org/drawingml/2006/main" noGrp="1"/>
          </p:cNvSpPr>
          <p:nvPr/>
        </p:nvSpPr>
        <p:spPr>
          <a:xfrm xmlns:a="http://schemas.openxmlformats.org/drawingml/2006/main">
            <a:off x="5257800" y="6115050"/>
            <a:ext cx="63246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350" b="0">
                <a:solidFill>
                  <a:srgbClr val="BDCEC5"/>
                </a:solidFill>
                <a:latin typeface="Arial"/>
                <a:ea typeface="Arial"/>
                <a:cs typeface="Arial"/>
              </a:defRPr>
            </a:defPPr>
            <a:lvl1pPr>
              <a:defRPr sz="1350" b="0">
                <a:solidFill>
                  <a:srgbClr val="BDCEC5"/>
                </a:solidFill>
                <a:latin typeface="Arial"/>
                <a:ea typeface="Arial"/>
                <a:cs typeface="Arial"/>
              </a:defRPr>
            </a:lvl1pPr>
            <a:lvl2pPr>
              <a:defRPr sz="1350" b="0">
                <a:solidFill>
                  <a:srgbClr val="BDCEC5"/>
                </a:solidFill>
                <a:latin typeface="Arial"/>
                <a:ea typeface="Arial"/>
                <a:cs typeface="Arial"/>
              </a:defRPr>
            </a:lvl2pPr>
            <a:lvl3pPr>
              <a:defRPr sz="1350" b="0">
                <a:solidFill>
                  <a:srgbClr val="BDCEC5"/>
                </a:solidFill>
                <a:latin typeface="Arial"/>
                <a:ea typeface="Arial"/>
                <a:cs typeface="Arial"/>
              </a:defRPr>
            </a:lvl3pPr>
            <a:lvl4pPr>
              <a:defRPr sz="1350" b="0">
                <a:solidFill>
                  <a:srgbClr val="BDCEC5"/>
                </a:solidFill>
                <a:latin typeface="Arial"/>
                <a:ea typeface="Arial"/>
                <a:cs typeface="Arial"/>
              </a:defRPr>
            </a:lvl4pPr>
            <a:lvl5pPr>
              <a:defRPr sz="1350" b="0">
                <a:solidFill>
                  <a:srgbClr val="BDCEC5"/>
                </a:solidFill>
                <a:latin typeface="Arial"/>
                <a:ea typeface="Arial"/>
                <a:cs typeface="Arial"/>
              </a:defRPr>
            </a:lvl5pPr>
            <a:lvl6pPr>
              <a:defRPr sz="1350" b="0">
                <a:solidFill>
                  <a:srgbClr val="BDCEC5"/>
                </a:solidFill>
                <a:latin typeface="Arial"/>
                <a:ea typeface="Arial"/>
                <a:cs typeface="Arial"/>
              </a:defRPr>
            </a:lvl6pPr>
            <a:lvl7pPr>
              <a:defRPr sz="1350" b="0">
                <a:solidFill>
                  <a:srgbClr val="BDCEC5"/>
                </a:solidFill>
                <a:latin typeface="Arial"/>
                <a:ea typeface="Arial"/>
                <a:cs typeface="Arial"/>
              </a:defRPr>
            </a:lvl7pPr>
            <a:lvl8pPr>
              <a:defRPr sz="1350" b="0">
                <a:solidFill>
                  <a:srgbClr val="BDCEC5"/>
                </a:solidFill>
                <a:latin typeface="Arial"/>
                <a:ea typeface="Arial"/>
                <a:cs typeface="Arial"/>
              </a:defRPr>
            </a:lvl8pPr>
            <a:lvl9pPr>
              <a:defRPr sz="1350" b="0">
                <a:solidFill>
                  <a:srgbClr val="BDCEC5"/>
                </a:solidFill>
                <a:latin typeface="Arial"/>
                <a:ea typeface="Arial"/>
                <a:cs typeface="Arial"/>
              </a:defRPr>
            </a:lvl9pPr>
          </a:lstStyle>
          <a:p xmlns:a="http://schemas.openxmlformats.org/drawingml/2006/main">
            <a:pPr>
              <a:defRPr sz="1350" b="0">
                <a:solidFill>
                  <a:srgbClr val="BDCEC5"/>
                </a:solidFill>
                <a:latin typeface="Arial"/>
                <a:ea typeface="Arial"/>
                <a:cs typeface="Arial"/>
              </a:defRPr>
            </a:pPr>
            <a:r>
              <a:rPr sz="1350" b="0">
                <a:solidFill>
                  <a:srgbClr val="BDCEC5"/>
                </a:solidFill>
                <a:latin typeface="Arial"/>
                <a:ea typeface="Arial"/>
                <a:cs typeface="Arial"/>
              </a:rPr>
              <a:t>Bulletin 4.05, pool 2.10, U Use 3.80. A simpler bulletin</a:t>
            </a:r>
          </a:p>
          <a:p xmlns:a="http://schemas.openxmlformats.org/drawingml/2006/main">
            <a:pPr>
              <a:defRPr sz="1350" b="0">
                <a:solidFill>
                  <a:srgbClr val="BDCEC5"/>
                </a:solidFill>
                <a:latin typeface="Arial"/>
                <a:ea typeface="Arial"/>
                <a:cs typeface="Arial"/>
              </a:defRPr>
            </a:pPr>
            <a:r>
              <a:rPr sz="1350" b="0">
                <a:solidFill>
                  <a:srgbClr val="BDCEC5"/>
                </a:solidFill>
                <a:latin typeface="Arial"/>
                <a:ea typeface="Arial"/>
                <a:cs typeface="Arial"/>
              </a:rPr>
              <a:t>remains a fallback if supply or operating effort disappoints.</a:t>
            </a:r>
          </a:p>
        </p:txBody>
      </p:sp>
      <p:sp>
        <p:nvSpPr>
          <p:cNvPr id="14" name="">
            <a:extLst xmlns:a="http://schemas.openxmlformats.org/drawingml/2006/main">
              <a:ext uri="{FF2B5EF4-FFF2-40B4-BE49-F238E27FC236}">
                <a16:creationId xmlns:a16="http://schemas.microsoft.com/office/drawing/2014/main" id="{D936EA36-2392-4317-BF56-1C7FBA8B08CA}"/>
              </a:ext>
            </a:extLst>
          </p:cNvPr>
          <p:cNvSpPr>
            <a:spLocks xmlns:a="http://schemas.openxmlformats.org/drawingml/2006/main" noGrp="1"/>
          </p:cNvSpPr>
          <p:nvPr/>
        </p:nvSpPr>
        <p:spPr>
          <a:xfrm xmlns:a="http://schemas.openxmlformats.org/drawingml/2006/main">
            <a:off x="609600" y="6648450"/>
            <a:ext cx="100774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050" b="0">
                <a:solidFill>
                  <a:srgbClr val="BDCEC5"/>
                </a:solidFill>
                <a:latin typeface="Arial"/>
                <a:ea typeface="Arial"/>
                <a:cs typeface="Arial"/>
              </a:defRPr>
            </a:defPPr>
            <a:lvl1pPr>
              <a:defRPr sz="1050" b="0">
                <a:solidFill>
                  <a:srgbClr val="BDCEC5"/>
                </a:solidFill>
                <a:latin typeface="Arial"/>
                <a:ea typeface="Arial"/>
                <a:cs typeface="Arial"/>
              </a:defRPr>
            </a:lvl1pPr>
            <a:lvl2pPr>
              <a:defRPr sz="1050" b="0">
                <a:solidFill>
                  <a:srgbClr val="BDCEC5"/>
                </a:solidFill>
                <a:latin typeface="Arial"/>
                <a:ea typeface="Arial"/>
                <a:cs typeface="Arial"/>
              </a:defRPr>
            </a:lvl2pPr>
            <a:lvl3pPr>
              <a:defRPr sz="1050" b="0">
                <a:solidFill>
                  <a:srgbClr val="BDCEC5"/>
                </a:solidFill>
                <a:latin typeface="Arial"/>
                <a:ea typeface="Arial"/>
                <a:cs typeface="Arial"/>
              </a:defRPr>
            </a:lvl3pPr>
            <a:lvl4pPr>
              <a:defRPr sz="1050" b="0">
                <a:solidFill>
                  <a:srgbClr val="BDCEC5"/>
                </a:solidFill>
                <a:latin typeface="Arial"/>
                <a:ea typeface="Arial"/>
                <a:cs typeface="Arial"/>
              </a:defRPr>
            </a:lvl4pPr>
            <a:lvl5pPr>
              <a:defRPr sz="1050" b="0">
                <a:solidFill>
                  <a:srgbClr val="BDCEC5"/>
                </a:solidFill>
                <a:latin typeface="Arial"/>
                <a:ea typeface="Arial"/>
                <a:cs typeface="Arial"/>
              </a:defRPr>
            </a:lvl5pPr>
            <a:lvl6pPr>
              <a:defRPr sz="1050" b="0">
                <a:solidFill>
                  <a:srgbClr val="BDCEC5"/>
                </a:solidFill>
                <a:latin typeface="Arial"/>
                <a:ea typeface="Arial"/>
                <a:cs typeface="Arial"/>
              </a:defRPr>
            </a:lvl6pPr>
            <a:lvl7pPr>
              <a:defRPr sz="1050" b="0">
                <a:solidFill>
                  <a:srgbClr val="BDCEC5"/>
                </a:solidFill>
                <a:latin typeface="Arial"/>
                <a:ea typeface="Arial"/>
                <a:cs typeface="Arial"/>
              </a:defRPr>
            </a:lvl7pPr>
            <a:lvl8pPr>
              <a:defRPr sz="1050" b="0">
                <a:solidFill>
                  <a:srgbClr val="BDCEC5"/>
                </a:solidFill>
                <a:latin typeface="Arial"/>
                <a:ea typeface="Arial"/>
                <a:cs typeface="Arial"/>
              </a:defRPr>
            </a:lvl8pPr>
            <a:lvl9pPr>
              <a:defRPr sz="1050" b="0">
                <a:solidFill>
                  <a:srgbClr val="BDCEC5"/>
                </a:solidFill>
                <a:latin typeface="Arial"/>
                <a:ea typeface="Arial"/>
                <a:cs typeface="Arial"/>
              </a:defRPr>
            </a:lvl9pPr>
          </a:lstStyle>
          <a:p xmlns:a="http://schemas.openxmlformats.org/drawingml/2006/main">
            <a:pPr>
              <a:defRPr sz="1050" b="0">
                <a:solidFill>
                  <a:srgbClr val="BDCEC5"/>
                </a:solidFill>
                <a:latin typeface="Arial"/>
                <a:ea typeface="Arial"/>
                <a:cs typeface="Arial"/>
              </a:defRPr>
            </a:pPr>
            <a:r>
              <a:rPr sz="1050" b="0">
                <a:solidFill>
                  <a:srgbClr val="BDCEC5"/>
                </a:solidFill>
                <a:latin typeface="Arial"/>
                <a:ea typeface="Arial"/>
                <a:cs typeface="Arial"/>
              </a:rPr>
              <a:t>Synthetic QA accounts. Scores are planning judgments. Maps and timetable import are optional.</a:t>
            </a:r>
          </a:p>
        </p:txBody>
      </p:sp>
    </p:spTree>
    <p:extLst>
      <p:ext uri="{BB962C8B-B14F-4D97-AF65-F5344CB8AC3E}">
        <p14:creationId xmlns:p14="http://schemas.microsoft.com/office/powerpoint/2010/main" val="213778889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50758B23-6146-4222-8CCE-A44BC126E94A}"/>
              </a:ext>
            </a:extLst>
          </p:cNvPr>
          <p:cNvSpPr>
            <a:spLocks xmlns:a="http://schemas.openxmlformats.org/drawingml/2006/main" noGrp="1"/>
          </p:cNvSpPr>
          <p:nvPr/>
        </p:nvSpPr>
        <p:spPr>
          <a:xfrm xmlns:a="http://schemas.openxmlformats.org/drawingml/2006/main">
            <a:off x="609600" y="266700"/>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500" b="1">
                <a:solidFill>
                  <a:srgbClr val="24634D"/>
                </a:solidFill>
                <a:latin typeface="Arial"/>
                <a:ea typeface="Arial"/>
                <a:cs typeface="Arial"/>
              </a:defRPr>
            </a:defPPr>
            <a:lvl1pPr>
              <a:defRPr sz="1500" b="1">
                <a:solidFill>
                  <a:srgbClr val="24634D"/>
                </a:solidFill>
                <a:latin typeface="Arial"/>
                <a:ea typeface="Arial"/>
                <a:cs typeface="Arial"/>
              </a:defRPr>
            </a:lvl1pPr>
            <a:lvl2pPr>
              <a:defRPr sz="1500" b="1">
                <a:solidFill>
                  <a:srgbClr val="24634D"/>
                </a:solidFill>
                <a:latin typeface="Arial"/>
                <a:ea typeface="Arial"/>
                <a:cs typeface="Arial"/>
              </a:defRPr>
            </a:lvl2pPr>
            <a:lvl3pPr>
              <a:defRPr sz="1500" b="1">
                <a:solidFill>
                  <a:srgbClr val="24634D"/>
                </a:solidFill>
                <a:latin typeface="Arial"/>
                <a:ea typeface="Arial"/>
                <a:cs typeface="Arial"/>
              </a:defRPr>
            </a:lvl3pPr>
            <a:lvl4pPr>
              <a:defRPr sz="1500" b="1">
                <a:solidFill>
                  <a:srgbClr val="24634D"/>
                </a:solidFill>
                <a:latin typeface="Arial"/>
                <a:ea typeface="Arial"/>
                <a:cs typeface="Arial"/>
              </a:defRPr>
            </a:lvl4pPr>
            <a:lvl5pPr>
              <a:defRPr sz="1500" b="1">
                <a:solidFill>
                  <a:srgbClr val="24634D"/>
                </a:solidFill>
                <a:latin typeface="Arial"/>
                <a:ea typeface="Arial"/>
                <a:cs typeface="Arial"/>
              </a:defRPr>
            </a:lvl5pPr>
            <a:lvl6pPr>
              <a:defRPr sz="1500" b="1">
                <a:solidFill>
                  <a:srgbClr val="24634D"/>
                </a:solidFill>
                <a:latin typeface="Arial"/>
                <a:ea typeface="Arial"/>
                <a:cs typeface="Arial"/>
              </a:defRPr>
            </a:lvl6pPr>
            <a:lvl7pPr>
              <a:defRPr sz="1500" b="1">
                <a:solidFill>
                  <a:srgbClr val="24634D"/>
                </a:solidFill>
                <a:latin typeface="Arial"/>
                <a:ea typeface="Arial"/>
                <a:cs typeface="Arial"/>
              </a:defRPr>
            </a:lvl7pPr>
            <a:lvl8pPr>
              <a:defRPr sz="1500" b="1">
                <a:solidFill>
                  <a:srgbClr val="24634D"/>
                </a:solidFill>
                <a:latin typeface="Arial"/>
                <a:ea typeface="Arial"/>
                <a:cs typeface="Arial"/>
              </a:defRPr>
            </a:lvl8pPr>
            <a:lvl9pPr>
              <a:defRPr sz="1500" b="1">
                <a:solidFill>
                  <a:srgbClr val="24634D"/>
                </a:solidFill>
                <a:latin typeface="Arial"/>
                <a:ea typeface="Arial"/>
                <a:cs typeface="Arial"/>
              </a:defRPr>
            </a:lvl9pPr>
          </a:lstStyle>
          <a:p xmlns:a="http://schemas.openxmlformats.org/drawingml/2006/main">
            <a:pPr>
              <a:defRPr sz="1500" b="1">
                <a:solidFill>
                  <a:srgbClr val="24634D"/>
                </a:solidFill>
                <a:latin typeface="Arial"/>
                <a:ea typeface="Arial"/>
                <a:cs typeface="Arial"/>
              </a:defRPr>
            </a:pPr>
            <a:r>
              <a:rPr sz="1500" b="1">
                <a:solidFill>
                  <a:srgbClr val="24634D"/>
                </a:solidFill>
                <a:latin typeface="Arial"/>
                <a:ea typeface="Arial"/>
                <a:cs typeface="Arial"/>
              </a:rPr>
              <a:t>U Use</a:t>
            </a:r>
          </a:p>
        </p:txBody>
      </p:sp>
      <p:sp>
        <p:nvSpPr>
          <p:cNvPr id="2" name="">
            <a:extLst xmlns:a="http://schemas.openxmlformats.org/drawingml/2006/main">
              <a:ext uri="{FF2B5EF4-FFF2-40B4-BE49-F238E27FC236}">
                <a16:creationId xmlns:a16="http://schemas.microsoft.com/office/drawing/2014/main" id="{A5FA2885-D15B-4C95-9BC5-213BFF128F3C}"/>
              </a:ext>
            </a:extLst>
          </p:cNvPr>
          <p:cNvSpPr>
            <a:spLocks xmlns:a="http://schemas.openxmlformats.org/drawingml/2006/main" noGrp="1"/>
          </p:cNvSpPr>
          <p:nvPr/>
        </p:nvSpPr>
        <p:spPr>
          <a:xfrm xmlns:a="http://schemas.openxmlformats.org/drawingml/2006/main">
            <a:off x="609600" y="82867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900" b="1">
                <a:solidFill>
                  <a:srgbClr val="172B24"/>
                </a:solidFill>
                <a:latin typeface="Arial"/>
                <a:ea typeface="Arial"/>
                <a:cs typeface="Arial"/>
              </a:defRPr>
            </a:defPPr>
            <a:lvl1pPr>
              <a:defRPr sz="3900" b="1">
                <a:solidFill>
                  <a:srgbClr val="172B24"/>
                </a:solidFill>
                <a:latin typeface="Arial"/>
                <a:ea typeface="Arial"/>
                <a:cs typeface="Arial"/>
              </a:defRPr>
            </a:lvl1pPr>
            <a:lvl2pPr>
              <a:defRPr sz="3900" b="1">
                <a:solidFill>
                  <a:srgbClr val="172B24"/>
                </a:solidFill>
                <a:latin typeface="Arial"/>
                <a:ea typeface="Arial"/>
                <a:cs typeface="Arial"/>
              </a:defRPr>
            </a:lvl2pPr>
            <a:lvl3pPr>
              <a:defRPr sz="3900" b="1">
                <a:solidFill>
                  <a:srgbClr val="172B24"/>
                </a:solidFill>
                <a:latin typeface="Arial"/>
                <a:ea typeface="Arial"/>
                <a:cs typeface="Arial"/>
              </a:defRPr>
            </a:lvl3pPr>
            <a:lvl4pPr>
              <a:defRPr sz="3900" b="1">
                <a:solidFill>
                  <a:srgbClr val="172B24"/>
                </a:solidFill>
                <a:latin typeface="Arial"/>
                <a:ea typeface="Arial"/>
                <a:cs typeface="Arial"/>
              </a:defRPr>
            </a:lvl4pPr>
            <a:lvl5pPr>
              <a:defRPr sz="3900" b="1">
                <a:solidFill>
                  <a:srgbClr val="172B24"/>
                </a:solidFill>
                <a:latin typeface="Arial"/>
                <a:ea typeface="Arial"/>
                <a:cs typeface="Arial"/>
              </a:defRPr>
            </a:lvl5pPr>
            <a:lvl6pPr>
              <a:defRPr sz="3900" b="1">
                <a:solidFill>
                  <a:srgbClr val="172B24"/>
                </a:solidFill>
                <a:latin typeface="Arial"/>
                <a:ea typeface="Arial"/>
                <a:cs typeface="Arial"/>
              </a:defRPr>
            </a:lvl6pPr>
            <a:lvl7pPr>
              <a:defRPr sz="3900" b="1">
                <a:solidFill>
                  <a:srgbClr val="172B24"/>
                </a:solidFill>
                <a:latin typeface="Arial"/>
                <a:ea typeface="Arial"/>
                <a:cs typeface="Arial"/>
              </a:defRPr>
            </a:lvl7pPr>
            <a:lvl8pPr>
              <a:defRPr sz="3900" b="1">
                <a:solidFill>
                  <a:srgbClr val="172B24"/>
                </a:solidFill>
                <a:latin typeface="Arial"/>
                <a:ea typeface="Arial"/>
                <a:cs typeface="Arial"/>
              </a:defRPr>
            </a:lvl8pPr>
            <a:lvl9pPr>
              <a:defRPr sz="3900" b="1">
                <a:solidFill>
                  <a:srgbClr val="172B24"/>
                </a:solidFill>
                <a:latin typeface="Arial"/>
                <a:ea typeface="Arial"/>
                <a:cs typeface="Arial"/>
              </a:defRPr>
            </a:lvl9pPr>
          </a:lstStyle>
          <a:p xmlns:a="http://schemas.openxmlformats.org/drawingml/2006/main">
            <a:pPr>
              <a:defRPr sz="3900" b="1">
                <a:solidFill>
                  <a:srgbClr val="172B24"/>
                </a:solidFill>
                <a:latin typeface="Arial"/>
                <a:ea typeface="Arial"/>
                <a:cs typeface="Arial"/>
              </a:defRPr>
            </a:pPr>
            <a:r>
              <a:rPr sz="3900" b="1">
                <a:solidFill>
                  <a:srgbClr val="172B24"/>
                </a:solidFill>
                <a:latin typeface="Arial"/>
                <a:ea typeface="Arial"/>
                <a:cs typeface="Arial"/>
              </a:rPr>
              <a:t>Business model and pilot economics</a:t>
            </a:r>
          </a:p>
        </p:txBody>
      </p:sp>
      <p:sp>
        <p:nvSpPr>
          <p:cNvPr id="3" name="">
            <a:extLst xmlns:a="http://schemas.openxmlformats.org/drawingml/2006/main">
              <a:ext uri="{FF2B5EF4-FFF2-40B4-BE49-F238E27FC236}">
                <a16:creationId xmlns:a16="http://schemas.microsoft.com/office/drawing/2014/main" id="{FA4C507F-C678-4156-8034-A251D12009E9}"/>
              </a:ext>
            </a:extLst>
          </p:cNvPr>
          <p:cNvSpPr>
            <a:spLocks xmlns:a="http://schemas.openxmlformats.org/drawingml/2006/main" noGrp="1"/>
          </p:cNvSpPr>
          <p:nvPr/>
        </p:nvSpPr>
        <p:spPr>
          <a:xfrm xmlns:a="http://schemas.openxmlformats.org/drawingml/2006/main">
            <a:off x="10839450" y="6486525"/>
            <a:ext cx="742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350" b="0">
                <a:solidFill>
                  <a:srgbClr val="5C6A63"/>
                </a:solidFill>
                <a:latin typeface="Arial"/>
                <a:ea typeface="Arial"/>
                <a:cs typeface="Arial"/>
              </a:defRPr>
            </a:defPPr>
            <a:lvl1pPr>
              <a:defRPr sz="1350" b="0">
                <a:solidFill>
                  <a:srgbClr val="5C6A63"/>
                </a:solidFill>
                <a:latin typeface="Arial"/>
                <a:ea typeface="Arial"/>
                <a:cs typeface="Arial"/>
              </a:defRPr>
            </a:lvl1pPr>
            <a:lvl2pPr>
              <a:defRPr sz="1350" b="0">
                <a:solidFill>
                  <a:srgbClr val="5C6A63"/>
                </a:solidFill>
                <a:latin typeface="Arial"/>
                <a:ea typeface="Arial"/>
                <a:cs typeface="Arial"/>
              </a:defRPr>
            </a:lvl2pPr>
            <a:lvl3pPr>
              <a:defRPr sz="1350" b="0">
                <a:solidFill>
                  <a:srgbClr val="5C6A63"/>
                </a:solidFill>
                <a:latin typeface="Arial"/>
                <a:ea typeface="Arial"/>
                <a:cs typeface="Arial"/>
              </a:defRPr>
            </a:lvl3pPr>
            <a:lvl4pPr>
              <a:defRPr sz="1350" b="0">
                <a:solidFill>
                  <a:srgbClr val="5C6A63"/>
                </a:solidFill>
                <a:latin typeface="Arial"/>
                <a:ea typeface="Arial"/>
                <a:cs typeface="Arial"/>
              </a:defRPr>
            </a:lvl4pPr>
            <a:lvl5pPr>
              <a:defRPr sz="1350" b="0">
                <a:solidFill>
                  <a:srgbClr val="5C6A63"/>
                </a:solidFill>
                <a:latin typeface="Arial"/>
                <a:ea typeface="Arial"/>
                <a:cs typeface="Arial"/>
              </a:defRPr>
            </a:lvl5pPr>
            <a:lvl6pPr>
              <a:defRPr sz="1350" b="0">
                <a:solidFill>
                  <a:srgbClr val="5C6A63"/>
                </a:solidFill>
                <a:latin typeface="Arial"/>
                <a:ea typeface="Arial"/>
                <a:cs typeface="Arial"/>
              </a:defRPr>
            </a:lvl6pPr>
            <a:lvl7pPr>
              <a:defRPr sz="1350" b="0">
                <a:solidFill>
                  <a:srgbClr val="5C6A63"/>
                </a:solidFill>
                <a:latin typeface="Arial"/>
                <a:ea typeface="Arial"/>
                <a:cs typeface="Arial"/>
              </a:defRPr>
            </a:lvl7pPr>
            <a:lvl8pPr>
              <a:defRPr sz="1350" b="0">
                <a:solidFill>
                  <a:srgbClr val="5C6A63"/>
                </a:solidFill>
                <a:latin typeface="Arial"/>
                <a:ea typeface="Arial"/>
                <a:cs typeface="Arial"/>
              </a:defRPr>
            </a:lvl8pPr>
            <a:lvl9pPr>
              <a:defRPr sz="1350" b="0">
                <a:solidFill>
                  <a:srgbClr val="5C6A63"/>
                </a:solidFill>
                <a:latin typeface="Arial"/>
                <a:ea typeface="Arial"/>
                <a:cs typeface="Arial"/>
              </a:defRPr>
            </a:lvl9pPr>
          </a:lstStyle>
          <a:p xmlns:a="http://schemas.openxmlformats.org/drawingml/2006/main">
            <a:pPr>
              <a:defRPr sz="1350" b="0">
                <a:solidFill>
                  <a:srgbClr val="5C6A63"/>
                </a:solidFill>
                <a:latin typeface="Arial"/>
                <a:ea typeface="Arial"/>
                <a:cs typeface="Arial"/>
              </a:defRPr>
            </a:pPr>
            <a:r>
              <a:rPr sz="1350" b="0">
                <a:solidFill>
                  <a:srgbClr val="5C6A63"/>
                </a:solidFill>
                <a:latin typeface="Arial"/>
                <a:ea typeface="Arial"/>
                <a:cs typeface="Arial"/>
              </a:rPr>
              <a:t>5 / 6</a:t>
            </a:r>
          </a:p>
        </p:txBody>
      </p:sp>
      <p:graphicFrame>
        <p:nvGraphicFramePr>
          <p:cNvPr id="4" name="">
            <a:extLst xmlns:a="http://schemas.openxmlformats.org/drawingml/2006/main">
              <a:ext uri="{FF2B5EF4-FFF2-40B4-BE49-F238E27FC236}">
                <a16:creationId xmlns:a16="http://schemas.microsoft.com/office/drawing/2014/main" id="{7C49F490-EDC1-476F-982A-BD1C1EA83051}"/>
              </a:ext>
            </a:extLst>
          </p:cNvPr>
          <p:cNvGraphicFramePr/>
          <p:nvPr/>
        </p:nvGraphicFramePr>
        <p:xfrm>
          <a:off xmlns:a="http://schemas.openxmlformats.org/drawingml/2006/main" x="609600" y="1743075"/>
          <a:ext xmlns:a="http://schemas.openxmlformats.org/drawingml/2006/main" cx="10972800" cy="2914650"/>
        </p:xfrm>
        <a:graphic xmlns:a="http://schemas.openxmlformats.org/drawingml/2006/main">
          <a:graphicData uri="http://schemas.openxmlformats.org/drawingml/2006/table">
            <a:tbl>
              <a:tblPr/>
              <a:tblGrid>
                <a:gridCol w="2047875"/>
                <a:gridCol w="2047875"/>
                <a:gridCol w="2781300"/>
                <a:gridCol w="2047875"/>
                <a:gridCol w="2047875"/>
              </a:tblGrid>
              <a:tr h="1123950">
                <a:tc rowSpan="2">
                  <a:txBody>
                    <a:bodyPr>
                      <a:noAutofit/>
                    </a:bodyPr>
                    <a:lstStyle/>
                    <a:p>
                      <a:r>
                        <a:rPr sz="1500" b="1">
                          <a:solidFill>
                            <a:srgbClr val="172B24"/>
                          </a:solidFill>
                          <a:latin typeface="Arial"/>
                          <a:ea typeface="Arial"/>
                          <a:cs typeface="Arial"/>
                        </a:rPr>
                        <a:t>Partners (proposed)</a:t>
                      </a:r>
                    </a:p>
                    <a:p>
                      <a:r>
                        <a:rPr sz="1500">
                          <a:solidFill>
                            <a:srgbClr val="172B24"/>
                          </a:solidFill>
                          <a:latin typeface="Arial"/>
                          <a:ea typeface="Arial"/>
                          <a:cs typeface="Arial"/>
                        </a:rPr>
                        <a:t>Class contacts</a:t>
                      </a:r>
                    </a:p>
                    <a:p>
                      <a:r>
                        <a:rPr sz="1500">
                          <a:solidFill>
                            <a:srgbClr val="172B24"/>
                          </a:solidFill>
                          <a:latin typeface="Arial"/>
                          <a:ea typeface="Arial"/>
                          <a:cs typeface="Arial"/>
                        </a:rPr>
                        <a:t>Student societies</a:t>
                      </a:r>
                    </a:p>
                    <a:p>
                      <a:r>
                        <a:rPr sz="1500">
                          <a:solidFill>
                            <a:srgbClr val="172B24"/>
                          </a:solidFill>
                          <a:latin typeface="Arial"/>
                          <a:ea typeface="Arial"/>
                          <a:cs typeface="Arial"/>
                        </a:rPr>
                        <a:t>Hosting and email</a:t>
                      </a:r>
                    </a:p>
                  </a:txBody>
                  <a:tcPr marL="91440" marR="91440" marT="45720" marB="45720">
                    <a:lnL w="9525">
                      <a:solidFill>
                        <a:srgbClr val="D5DFD8"/>
                      </a:solidFill>
                      <a:prstDash val="solid"/>
                    </a:lnL>
                    <a:lnR w="9525">
                      <a:solidFill>
                        <a:srgbClr val="D5DFD8"/>
                      </a:solidFill>
                      <a:prstDash val="solid"/>
                    </a:lnR>
                    <a:lnT w="9525">
                      <a:solidFill>
                        <a:srgbClr val="D5DFD8"/>
                      </a:solidFill>
                      <a:prstDash val="solid"/>
                    </a:lnT>
                    <a:lnB w="9525">
                      <a:solidFill>
                        <a:srgbClr val="D5DFD8"/>
                      </a:solidFill>
                      <a:prstDash val="solid"/>
                    </a:lnB>
                    <a:solidFill>
                      <a:srgbClr val="F6F8F6"/>
                    </a:solidFill>
                  </a:tcPr>
                </a:tc>
                <a:tc>
                  <a:txBody>
                    <a:bodyPr>
                      <a:noAutofit/>
                    </a:bodyPr>
                    <a:lstStyle/>
                    <a:p>
                      <a:r>
                        <a:rPr sz="1500" b="1">
                          <a:solidFill>
                            <a:srgbClr val="172B24"/>
                          </a:solidFill>
                          <a:latin typeface="Arial"/>
                          <a:ea typeface="Arial"/>
                          <a:cs typeface="Arial"/>
                        </a:rPr>
                        <a:t>Activities</a:t>
                      </a:r>
                    </a:p>
                    <a:p>
                      <a:r>
                        <a:rPr sz="1500">
                          <a:solidFill>
                            <a:srgbClr val="172B24"/>
                          </a:solidFill>
                          <a:latin typeface="Arial"/>
                          <a:ea typeface="Arial"/>
                          <a:cs typeface="Arial"/>
                        </a:rPr>
                        <a:t>Moderation</a:t>
                      </a:r>
                    </a:p>
                    <a:p>
                      <a:r>
                        <a:rPr sz="1500">
                          <a:solidFill>
                            <a:srgbClr val="172B24"/>
                          </a:solidFill>
                          <a:latin typeface="Arial"/>
                          <a:ea typeface="Arial"/>
                          <a:cs typeface="Arial"/>
                        </a:rPr>
                        <a:t>Maintenance</a:t>
                      </a:r>
                    </a:p>
                    <a:p>
                      <a:r>
                        <a:rPr sz="1500">
                          <a:solidFill>
                            <a:srgbClr val="172B24"/>
                          </a:solidFill>
                          <a:latin typeface="Arial"/>
                          <a:ea typeface="Arial"/>
                          <a:cs typeface="Arial"/>
                        </a:rPr>
                        <a:t>Pilot support</a:t>
                      </a:r>
                    </a:p>
                  </a:txBody>
                  <a:tcPr marL="91440" marR="91440" marT="45720" marB="45720">
                    <a:lnR w="9525">
                      <a:solidFill>
                        <a:srgbClr val="D5DFD8"/>
                      </a:solidFill>
                      <a:prstDash val="solid"/>
                    </a:lnR>
                    <a:lnT w="9525">
                      <a:solidFill>
                        <a:srgbClr val="D5DFD8"/>
                      </a:solidFill>
                      <a:prstDash val="solid"/>
                    </a:lnT>
                    <a:lnB w="9525">
                      <a:solidFill>
                        <a:srgbClr val="D5DFD8"/>
                      </a:solidFill>
                      <a:prstDash val="solid"/>
                    </a:lnB>
                    <a:solidFill>
                      <a:srgbClr val="F6F8F6"/>
                    </a:solidFill>
                  </a:tcPr>
                </a:tc>
                <a:tc rowSpan="2">
                  <a:txBody>
                    <a:bodyPr>
                      <a:noAutofit/>
                    </a:bodyPr>
                    <a:lstStyle/>
                    <a:p>
                      <a:r>
                        <a:rPr sz="1500" b="1">
                          <a:solidFill>
                            <a:srgbClr val="FFFFFF"/>
                          </a:solidFill>
                          <a:latin typeface="Arial"/>
                          <a:ea typeface="Arial"/>
                          <a:cs typeface="Arial"/>
                        </a:rPr>
                        <a:t>Value proposition</a:t>
                      </a:r>
                    </a:p>
                    <a:p>
                      <a:r>
                        <a:rPr sz="1500">
                          <a:solidFill>
                            <a:srgbClr val="FFFFFF"/>
                          </a:solidFill>
                          <a:latin typeface="Arial"/>
                          <a:ea typeface="Arial"/>
                          <a:cs typeface="Arial"/>
                        </a:rPr>
                        <a:t>An item for your dates</a:t>
                      </a:r>
                    </a:p>
                    <a:p>
                      <a:r>
                        <a:rPr sz="1500">
                          <a:solidFill>
                            <a:srgbClr val="FFFFFF"/>
                          </a:solidFill>
                          <a:latin typeface="Arial"/>
                          <a:ea typeface="Arial"/>
                          <a:cs typeface="Arial"/>
                        </a:rPr>
                        <a:t>Clear fees and return</a:t>
                      </a:r>
                    </a:p>
                    <a:p>
                      <a:r>
                        <a:rPr sz="1500">
                          <a:solidFill>
                            <a:srgbClr val="FFFFFF"/>
                          </a:solidFill>
                          <a:latin typeface="Arial"/>
                          <a:ea typeface="Arial"/>
                          <a:cs typeface="Arial"/>
                        </a:rPr>
                        <a:t>Public handoff</a:t>
                      </a:r>
                    </a:p>
                    <a:p>
                      <a:r>
                        <a:rPr sz="1500">
                          <a:solidFill>
                            <a:srgbClr val="FFFFFF"/>
                          </a:solidFill>
                          <a:latin typeface="Arial"/>
                          <a:ea typeface="Arial"/>
                          <a:cs typeface="Arial"/>
                        </a:rPr>
                        <a:t>Optional location</a:t>
                      </a:r>
                    </a:p>
                  </a:txBody>
                  <a:tcPr marL="91440" marR="91440" marT="45720" marB="45720">
                    <a:lnR w="9525">
                      <a:solidFill>
                        <a:srgbClr val="D5DFD8"/>
                      </a:solidFill>
                      <a:prstDash val="solid"/>
                    </a:lnR>
                    <a:lnT w="9525">
                      <a:solidFill>
                        <a:srgbClr val="D5DFD8"/>
                      </a:solidFill>
                      <a:prstDash val="solid"/>
                    </a:lnT>
                    <a:lnB w="9525">
                      <a:solidFill>
                        <a:srgbClr val="D5DFD8"/>
                      </a:solidFill>
                      <a:prstDash val="solid"/>
                    </a:lnB>
                    <a:solidFill>
                      <a:srgbClr val="24634D"/>
                    </a:solidFill>
                  </a:tcPr>
                </a:tc>
                <a:tc>
                  <a:txBody>
                    <a:bodyPr>
                      <a:noAutofit/>
                    </a:bodyPr>
                    <a:lstStyle/>
                    <a:p>
                      <a:r>
                        <a:rPr sz="1500" b="1">
                          <a:solidFill>
                            <a:srgbClr val="172B24"/>
                          </a:solidFill>
                          <a:latin typeface="Arial"/>
                          <a:ea typeface="Arial"/>
                          <a:cs typeface="Arial"/>
                        </a:rPr>
                        <a:t>Relationships</a:t>
                      </a:r>
                    </a:p>
                    <a:p>
                      <a:r>
                        <a:rPr sz="1500">
                          <a:solidFill>
                            <a:srgbClr val="172B24"/>
                          </a:solidFill>
                          <a:latin typeface="Arial"/>
                          <a:ea typeface="Arial"/>
                          <a:cs typeface="Arial"/>
                        </a:rPr>
                        <a:t>Manual support</a:t>
                      </a:r>
                    </a:p>
                    <a:p>
                      <a:r>
                        <a:rPr sz="1500">
                          <a:solidFill>
                            <a:srgbClr val="172B24"/>
                          </a:solidFill>
                          <a:latin typeface="Arial"/>
                          <a:ea typeface="Arial"/>
                          <a:cs typeface="Arial"/>
                        </a:rPr>
                        <a:t>Explicit confirmation</a:t>
                      </a:r>
                    </a:p>
                  </a:txBody>
                  <a:tcPr marL="91440" marR="91440" marT="45720" marB="45720">
                    <a:lnR w="9525">
                      <a:solidFill>
                        <a:srgbClr val="D5DFD8"/>
                      </a:solidFill>
                      <a:prstDash val="solid"/>
                    </a:lnR>
                    <a:lnT w="9525">
                      <a:solidFill>
                        <a:srgbClr val="D5DFD8"/>
                      </a:solidFill>
                      <a:prstDash val="solid"/>
                    </a:lnT>
                    <a:lnB w="9525">
                      <a:solidFill>
                        <a:srgbClr val="D5DFD8"/>
                      </a:solidFill>
                      <a:prstDash val="solid"/>
                    </a:lnB>
                    <a:solidFill>
                      <a:srgbClr val="F6F8F6"/>
                    </a:solidFill>
                  </a:tcPr>
                </a:tc>
                <a:tc rowSpan="2">
                  <a:txBody>
                    <a:bodyPr>
                      <a:noAutofit/>
                    </a:bodyPr>
                    <a:lstStyle/>
                    <a:p>
                      <a:r>
                        <a:rPr sz="1500" b="1">
                          <a:solidFill>
                            <a:srgbClr val="172B24"/>
                          </a:solidFill>
                          <a:latin typeface="Arial"/>
                          <a:ea typeface="Arial"/>
                          <a:cs typeface="Arial"/>
                        </a:rPr>
                        <a:t>Segments</a:t>
                      </a:r>
                    </a:p>
                    <a:p>
                      <a:r>
                        <a:rPr sz="1500">
                          <a:solidFill>
                            <a:srgbClr val="172B24"/>
                          </a:solidFill>
                          <a:latin typeface="Arial"/>
                          <a:ea typeface="Arial"/>
                          <a:cs typeface="Arial"/>
                        </a:rPr>
                        <a:t>Occasional requesters</a:t>
                      </a:r>
                    </a:p>
                    <a:p>
                      <a:r>
                        <a:rPr sz="1500">
                          <a:solidFill>
                            <a:srgbClr val="172B24"/>
                          </a:solidFill>
                          <a:latin typeface="Arial"/>
                          <a:ea typeface="Arial"/>
                          <a:cs typeface="Arial"/>
                        </a:rPr>
                        <a:t>Willing item owners</a:t>
                      </a:r>
                    </a:p>
                    <a:p>
                      <a:r>
                        <a:rPr sz="1500">
                          <a:solidFill>
                            <a:srgbClr val="172B24"/>
                          </a:solidFill>
                          <a:latin typeface="Arial"/>
                          <a:ea typeface="Arial"/>
                          <a:cs typeface="Arial"/>
                        </a:rPr>
                        <a:t>DTS pilot first</a:t>
                      </a:r>
                    </a:p>
                  </a:txBody>
                  <a:tcPr marL="91440" marR="91440" marT="45720" marB="45720">
                    <a:lnR w="9525">
                      <a:solidFill>
                        <a:srgbClr val="D5DFD8"/>
                      </a:solidFill>
                      <a:prstDash val="solid"/>
                    </a:lnR>
                    <a:lnT w="9525">
                      <a:solidFill>
                        <a:srgbClr val="D5DFD8"/>
                      </a:solidFill>
                      <a:prstDash val="solid"/>
                    </a:lnT>
                    <a:lnB w="9525">
                      <a:solidFill>
                        <a:srgbClr val="D5DFD8"/>
                      </a:solidFill>
                      <a:prstDash val="solid"/>
                    </a:lnB>
                    <a:solidFill>
                      <a:srgbClr val="F6F8F6"/>
                    </a:solidFill>
                  </a:tcPr>
                </a:tc>
              </a:tr>
              <a:tr h="990600">
                <a:tc vMerge="1">
                  <a:txBody>
                    <a:bodyPr/>
                    <a:lstStyle/>
                    <a:p>
                      <a:r>
                        <a:t/>
                      </a:r>
                    </a:p>
                  </a:txBody>
                  <a:tcPr marL="91440" marR="91440" marT="45720" marB="45720">
                    <a:lnL w="9525">
                      <a:solidFill>
                        <a:srgbClr val="D5DFD8"/>
                      </a:solidFill>
                      <a:prstDash val="solid"/>
                    </a:lnL>
                    <a:lnR w="9525">
                      <a:solidFill>
                        <a:srgbClr val="D5DFD8"/>
                      </a:solidFill>
                      <a:prstDash val="solid"/>
                    </a:lnR>
                    <a:lnB w="9525">
                      <a:solidFill>
                        <a:srgbClr val="D5DFD8"/>
                      </a:solidFill>
                      <a:prstDash val="solid"/>
                    </a:lnB>
                  </a:tcPr>
                </a:tc>
                <a:tc>
                  <a:txBody>
                    <a:bodyPr>
                      <a:noAutofit/>
                    </a:bodyPr>
                    <a:lstStyle/>
                    <a:p>
                      <a:r>
                        <a:rPr sz="1500" b="1">
                          <a:solidFill>
                            <a:srgbClr val="172B24"/>
                          </a:solidFill>
                          <a:latin typeface="Arial"/>
                          <a:ea typeface="Arial"/>
                          <a:cs typeface="Arial"/>
                        </a:rPr>
                        <a:t>Resources</a:t>
                      </a:r>
                    </a:p>
                    <a:p>
                      <a:r>
                        <a:rPr sz="1500">
                          <a:solidFill>
                            <a:srgbClr val="172B24"/>
                          </a:solidFill>
                          <a:latin typeface="Arial"/>
                          <a:ea typeface="Arial"/>
                          <a:cs typeface="Arial"/>
                        </a:rPr>
                        <a:t>Relevant supply</a:t>
                      </a:r>
                    </a:p>
                    <a:p>
                      <a:r>
                        <a:rPr sz="1500">
                          <a:solidFill>
                            <a:srgbClr val="172B24"/>
                          </a:solidFill>
                          <a:latin typeface="Arial"/>
                          <a:ea typeface="Arial"/>
                          <a:cs typeface="Arial"/>
                        </a:rPr>
                        <a:t>Code and operators</a:t>
                      </a:r>
                    </a:p>
                  </a:txBody>
                  <a:tcPr marL="91440" marR="91440" marT="45720" marB="45720">
                    <a:lnR w="9525">
                      <a:solidFill>
                        <a:srgbClr val="D5DFD8"/>
                      </a:solidFill>
                      <a:prstDash val="solid"/>
                    </a:lnR>
                    <a:lnB w="9525">
                      <a:solidFill>
                        <a:srgbClr val="D5DFD8"/>
                      </a:solidFill>
                      <a:prstDash val="solid"/>
                    </a:lnB>
                    <a:solidFill>
                      <a:srgbClr val="F6F8F6"/>
                    </a:solidFill>
                  </a:tcPr>
                </a:tc>
                <a:tc vMerge="1">
                  <a:txBody>
                    <a:bodyPr/>
                    <a:lstStyle/>
                    <a:p>
                      <a:r>
                        <a:t/>
                      </a:r>
                    </a:p>
                  </a:txBody>
                  <a:tcPr marL="91440" marR="91440" marT="45720" marB="45720">
                    <a:lnR w="9525">
                      <a:solidFill>
                        <a:srgbClr val="D5DFD8"/>
                      </a:solidFill>
                      <a:prstDash val="solid"/>
                    </a:lnR>
                    <a:lnB w="9525">
                      <a:solidFill>
                        <a:srgbClr val="D5DFD8"/>
                      </a:solidFill>
                      <a:prstDash val="solid"/>
                    </a:lnB>
                  </a:tcPr>
                </a:tc>
                <a:tc>
                  <a:txBody>
                    <a:bodyPr>
                      <a:noAutofit/>
                    </a:bodyPr>
                    <a:lstStyle/>
                    <a:p>
                      <a:r>
                        <a:rPr sz="1500" b="1">
                          <a:solidFill>
                            <a:srgbClr val="172B24"/>
                          </a:solidFill>
                          <a:latin typeface="Arial"/>
                          <a:ea typeface="Arial"/>
                          <a:cs typeface="Arial"/>
                        </a:rPr>
                        <a:t>Channels</a:t>
                      </a:r>
                    </a:p>
                    <a:p>
                      <a:r>
                        <a:rPr sz="1500">
                          <a:solidFill>
                            <a:srgbClr val="172B24"/>
                          </a:solidFill>
                          <a:latin typeface="Arial"/>
                          <a:ea typeface="Arial"/>
                          <a:cs typeface="Arial"/>
                        </a:rPr>
                        <a:t>Eight DTS classes</a:t>
                      </a:r>
                    </a:p>
                    <a:p>
                      <a:r>
                        <a:rPr sz="1500">
                          <a:solidFill>
                            <a:srgbClr val="172B24"/>
                          </a:solidFill>
                          <a:latin typeface="Arial"/>
                          <a:ea typeface="Arial"/>
                          <a:cs typeface="Arial"/>
                        </a:rPr>
                        <a:t>Permitted referrals</a:t>
                      </a:r>
                    </a:p>
                  </a:txBody>
                  <a:tcPr marL="91440" marR="91440" marT="45720" marB="45720">
                    <a:lnR w="9525">
                      <a:solidFill>
                        <a:srgbClr val="D5DFD8"/>
                      </a:solidFill>
                      <a:prstDash val="solid"/>
                    </a:lnR>
                    <a:lnB w="9525">
                      <a:solidFill>
                        <a:srgbClr val="D5DFD8"/>
                      </a:solidFill>
                      <a:prstDash val="solid"/>
                    </a:lnB>
                    <a:solidFill>
                      <a:srgbClr val="F6F8F6"/>
                    </a:solidFill>
                  </a:tcPr>
                </a:tc>
                <a:tc vMerge="1">
                  <a:txBody>
                    <a:bodyPr/>
                    <a:lstStyle/>
                    <a:p>
                      <a:r>
                        <a:t/>
                      </a:r>
                    </a:p>
                  </a:txBody>
                  <a:tcPr marL="91440" marR="91440" marT="45720" marB="45720">
                    <a:lnR w="9525">
                      <a:solidFill>
                        <a:srgbClr val="D5DFD8"/>
                      </a:solidFill>
                      <a:prstDash val="solid"/>
                    </a:lnR>
                    <a:lnB w="9525">
                      <a:solidFill>
                        <a:srgbClr val="D5DFD8"/>
                      </a:solidFill>
                      <a:prstDash val="solid"/>
                    </a:lnB>
                  </a:tcPr>
                </a:tc>
              </a:tr>
              <a:tr h="800100">
                <a:tc gridSpan="3">
                  <a:txBody>
                    <a:bodyPr>
                      <a:noAutofit/>
                    </a:bodyPr>
                    <a:lstStyle/>
                    <a:p>
                      <a:r>
                        <a:rPr sz="1500" b="1">
                          <a:solidFill>
                            <a:srgbClr val="172B24"/>
                          </a:solidFill>
                          <a:latin typeface="Arial"/>
                          <a:ea typeface="Arial"/>
                          <a:cs typeface="Arial"/>
                        </a:rPr>
                        <a:t>Costs</a:t>
                      </a:r>
                    </a:p>
                    <a:p>
                      <a:r>
                        <a:rPr sz="1500">
                          <a:solidFill>
                            <a:srgbClr val="172B24"/>
                          </a:solidFill>
                          <a:latin typeface="Arial"/>
                          <a:ea typeface="Arial"/>
                          <a:cs typeface="Arial"/>
                        </a:rPr>
                        <a:t>CNY180 cash for four weeks. Team time separate.</a:t>
                      </a:r>
                    </a:p>
                  </a:txBody>
                  <a:tcPr marL="91440" marR="91440" marT="45720" marB="45720">
                    <a:lnL w="9525">
                      <a:solidFill>
                        <a:srgbClr val="D5DFD8"/>
                      </a:solidFill>
                      <a:prstDash val="solid"/>
                    </a:lnL>
                    <a:lnR w="9525">
                      <a:solidFill>
                        <a:srgbClr val="D5DFD8"/>
                      </a:solidFill>
                      <a:prstDash val="solid"/>
                    </a:lnR>
                    <a:lnB w="9525">
                      <a:solidFill>
                        <a:srgbClr val="D5DFD8"/>
                      </a:solidFill>
                      <a:prstDash val="solid"/>
                    </a:lnB>
                    <a:solidFill>
                      <a:srgbClr val="F6F8F6"/>
                    </a:solidFill>
                  </a:tcPr>
                </a:tc>
                <a:tc hMerge="1">
                  <a:txBody>
                    <a:bodyPr/>
                    <a:lstStyle/>
                    <a:p>
                      <a:r>
                        <a:t/>
                      </a:r>
                    </a:p>
                  </a:txBody>
                  <a:tcPr marL="91440" marR="91440" marT="45720" marB="45720">
                    <a:lnR w="9525">
                      <a:solidFill>
                        <a:srgbClr val="D5DFD8"/>
                      </a:solidFill>
                      <a:prstDash val="solid"/>
                    </a:lnR>
                    <a:lnB w="9525">
                      <a:solidFill>
                        <a:srgbClr val="D5DFD8"/>
                      </a:solidFill>
                      <a:prstDash val="solid"/>
                    </a:lnB>
                  </a:tcPr>
                </a:tc>
                <a:tc hMerge="1">
                  <a:txBody>
                    <a:bodyPr/>
                    <a:lstStyle/>
                    <a:p>
                      <a:r>
                        <a:t/>
                      </a:r>
                    </a:p>
                  </a:txBody>
                  <a:tcPr marL="91440" marR="91440" marT="45720" marB="45720">
                    <a:lnR w="9525">
                      <a:solidFill>
                        <a:srgbClr val="D5DFD8"/>
                      </a:solidFill>
                      <a:prstDash val="solid"/>
                    </a:lnR>
                    <a:lnB w="9525">
                      <a:solidFill>
                        <a:srgbClr val="D5DFD8"/>
                      </a:solidFill>
                      <a:prstDash val="solid"/>
                    </a:lnB>
                  </a:tcPr>
                </a:tc>
                <a:tc gridSpan="2">
                  <a:txBody>
                    <a:bodyPr>
                      <a:noAutofit/>
                    </a:bodyPr>
                    <a:lstStyle/>
                    <a:p>
                      <a:r>
                        <a:rPr sz="1500" b="1">
                          <a:solidFill>
                            <a:srgbClr val="172B24"/>
                          </a:solidFill>
                          <a:latin typeface="Arial"/>
                          <a:ea typeface="Arial"/>
                          <a:cs typeface="Arial"/>
                        </a:rPr>
                        <a:t>Revenue</a:t>
                      </a:r>
                    </a:p>
                    <a:p>
                      <a:r>
                        <a:rPr sz="1500">
                          <a:solidFill>
                            <a:srgbClr val="172B24"/>
                          </a:solidFill>
                          <a:latin typeface="Arial"/>
                          <a:ea typeface="Arial"/>
                          <a:cs typeface="Arial"/>
                        </a:rPr>
                        <a:t>Pilot fee CNY0. Future fee unvalidated.</a:t>
                      </a:r>
                    </a:p>
                  </a:txBody>
                  <a:tcPr marL="91440" marR="91440" marT="45720" marB="45720">
                    <a:lnR w="9525">
                      <a:solidFill>
                        <a:srgbClr val="D5DFD8"/>
                      </a:solidFill>
                      <a:prstDash val="solid"/>
                    </a:lnR>
                    <a:lnB w="9525">
                      <a:solidFill>
                        <a:srgbClr val="D5DFD8"/>
                      </a:solidFill>
                      <a:prstDash val="solid"/>
                    </a:lnB>
                    <a:solidFill>
                      <a:srgbClr val="F6F8F6"/>
                    </a:solidFill>
                  </a:tcPr>
                </a:tc>
                <a:tc hMerge="1">
                  <a:txBody>
                    <a:bodyPr/>
                    <a:lstStyle/>
                    <a:p>
                      <a:r>
                        <a:t/>
                      </a:r>
                    </a:p>
                  </a:txBody>
                  <a:tcPr marL="91440" marR="91440" marT="45720" marB="45720">
                    <a:lnR w="9525">
                      <a:solidFill>
                        <a:srgbClr val="D5DFD8"/>
                      </a:solidFill>
                      <a:prstDash val="solid"/>
                    </a:lnR>
                    <a:lnB w="9525">
                      <a:solidFill>
                        <a:srgbClr val="D5DFD8"/>
                      </a:solidFill>
                      <a:prstDash val="solid"/>
                    </a:lnB>
                  </a:tcPr>
                </a:tc>
              </a:tr>
            </a:tbl>
          </a:graphicData>
        </a:graphic>
      </p:graphicFrame>
      <p:graphicFrame>
        <p:nvGraphicFramePr>
          <p:cNvPr id="5" name="Chart">
            <a:extLst xmlns:a="http://schemas.openxmlformats.org/drawingml/2006/main">
              <a:ext uri="{FF2B5EF4-FFF2-40B4-BE49-F238E27FC236}">
                <a16:creationId xmlns:a16="http://schemas.microsoft.com/office/drawing/2014/main" id="{422F537A-1D7E-4011-A19B-E6A90A339898}"/>
              </a:ext>
            </a:extLst>
          </p:cNvPr>
          <p:cNvGraphicFramePr/>
          <p:nvPr/>
        </p:nvGraphicFramePr>
        <p:xfrm>
          <a:off xmlns:a="http://schemas.openxmlformats.org/drawingml/2006/main" x="609600" y="4905375"/>
          <a:ext xmlns:a="http://schemas.openxmlformats.org/drawingml/2006/main" cx="5143500" cy="1514475"/>
        </p:xfrm>
        <a:graphic xmlns:a="http://schemas.openxmlformats.org/drawingml/2006/main">
          <a:graphicData uri="http://schemas.openxmlformats.org/drawingml/2006/chart">
            <c:chart xmlns:r="http://schemas.openxmlformats.org/officeDocument/2006/relationships" xmlns:c="http://schemas.openxmlformats.org/drawingml/2006/chart" r:id="R95a97882b5a44ac5"/>
          </a:graphicData>
        </a:graphic>
      </p:graphicFrame>
      <p:sp>
        <p:nvSpPr>
          <p:cNvPr id="6" name="">
            <a:extLst xmlns:a="http://schemas.openxmlformats.org/drawingml/2006/main">
              <a:ext uri="{FF2B5EF4-FFF2-40B4-BE49-F238E27FC236}">
                <a16:creationId xmlns:a16="http://schemas.microsoft.com/office/drawing/2014/main" id="{5F1A9755-BD14-4A20-8E04-876627BF04E5}"/>
              </a:ext>
            </a:extLst>
          </p:cNvPr>
          <p:cNvSpPr>
            <a:spLocks xmlns:a="http://schemas.openxmlformats.org/drawingml/2006/main" noGrp="1"/>
          </p:cNvSpPr>
          <p:nvPr/>
        </p:nvSpPr>
        <p:spPr>
          <a:xfrm xmlns:a="http://schemas.openxmlformats.org/drawingml/2006/main">
            <a:off x="6467475" y="4924425"/>
            <a:ext cx="2333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1">
                <a:solidFill>
                  <a:srgbClr val="172B24"/>
                </a:solidFill>
                <a:latin typeface="Arial"/>
                <a:ea typeface="Arial"/>
                <a:cs typeface="Arial"/>
              </a:defRPr>
            </a:defPPr>
            <a:lvl1pPr>
              <a:defRPr sz="3300" b="1">
                <a:solidFill>
                  <a:srgbClr val="172B24"/>
                </a:solidFill>
                <a:latin typeface="Arial"/>
                <a:ea typeface="Arial"/>
                <a:cs typeface="Arial"/>
              </a:defRPr>
            </a:lvl1pPr>
            <a:lvl2pPr>
              <a:defRPr sz="3300" b="1">
                <a:solidFill>
                  <a:srgbClr val="172B24"/>
                </a:solidFill>
                <a:latin typeface="Arial"/>
                <a:ea typeface="Arial"/>
                <a:cs typeface="Arial"/>
              </a:defRPr>
            </a:lvl2pPr>
            <a:lvl3pPr>
              <a:defRPr sz="3300" b="1">
                <a:solidFill>
                  <a:srgbClr val="172B24"/>
                </a:solidFill>
                <a:latin typeface="Arial"/>
                <a:ea typeface="Arial"/>
                <a:cs typeface="Arial"/>
              </a:defRPr>
            </a:lvl3pPr>
            <a:lvl4pPr>
              <a:defRPr sz="3300" b="1">
                <a:solidFill>
                  <a:srgbClr val="172B24"/>
                </a:solidFill>
                <a:latin typeface="Arial"/>
                <a:ea typeface="Arial"/>
                <a:cs typeface="Arial"/>
              </a:defRPr>
            </a:lvl4pPr>
            <a:lvl5pPr>
              <a:defRPr sz="3300" b="1">
                <a:solidFill>
                  <a:srgbClr val="172B24"/>
                </a:solidFill>
                <a:latin typeface="Arial"/>
                <a:ea typeface="Arial"/>
                <a:cs typeface="Arial"/>
              </a:defRPr>
            </a:lvl5pPr>
            <a:lvl6pPr>
              <a:defRPr sz="3300" b="1">
                <a:solidFill>
                  <a:srgbClr val="172B24"/>
                </a:solidFill>
                <a:latin typeface="Arial"/>
                <a:ea typeface="Arial"/>
                <a:cs typeface="Arial"/>
              </a:defRPr>
            </a:lvl6pPr>
            <a:lvl7pPr>
              <a:defRPr sz="3300" b="1">
                <a:solidFill>
                  <a:srgbClr val="172B24"/>
                </a:solidFill>
                <a:latin typeface="Arial"/>
                <a:ea typeface="Arial"/>
                <a:cs typeface="Arial"/>
              </a:defRPr>
            </a:lvl7pPr>
            <a:lvl8pPr>
              <a:defRPr sz="3300" b="1">
                <a:solidFill>
                  <a:srgbClr val="172B24"/>
                </a:solidFill>
                <a:latin typeface="Arial"/>
                <a:ea typeface="Arial"/>
                <a:cs typeface="Arial"/>
              </a:defRPr>
            </a:lvl8pPr>
            <a:lvl9pPr>
              <a:defRPr sz="3300" b="1">
                <a:solidFill>
                  <a:srgbClr val="172B24"/>
                </a:solidFill>
                <a:latin typeface="Arial"/>
                <a:ea typeface="Arial"/>
                <a:cs typeface="Arial"/>
              </a:defRPr>
            </a:lvl9pPr>
          </a:lstStyle>
          <a:p xmlns:a="http://schemas.openxmlformats.org/drawingml/2006/main">
            <a:pPr>
              <a:defRPr sz="3300" b="1">
                <a:solidFill>
                  <a:srgbClr val="172B24"/>
                </a:solidFill>
                <a:latin typeface="Arial"/>
                <a:ea typeface="Arial"/>
                <a:cs typeface="Arial"/>
              </a:defRPr>
            </a:pPr>
            <a:r>
              <a:rPr sz="3300" b="1">
                <a:solidFill>
                  <a:srgbClr val="172B24"/>
                </a:solidFill>
                <a:latin typeface="Arial"/>
                <a:ea typeface="Arial"/>
                <a:cs typeface="Arial"/>
              </a:rPr>
              <a:t>CNY20</a:t>
            </a:r>
          </a:p>
        </p:txBody>
      </p:sp>
      <p:sp>
        <p:nvSpPr>
          <p:cNvPr id="7" name="">
            <a:extLst xmlns:a="http://schemas.openxmlformats.org/drawingml/2006/main">
              <a:ext uri="{FF2B5EF4-FFF2-40B4-BE49-F238E27FC236}">
                <a16:creationId xmlns:a16="http://schemas.microsoft.com/office/drawing/2014/main" id="{506BE932-3710-4A55-9EFB-B2D0699089A9}"/>
              </a:ext>
            </a:extLst>
          </p:cNvPr>
          <p:cNvSpPr>
            <a:spLocks xmlns:a="http://schemas.openxmlformats.org/drawingml/2006/main" noGrp="1"/>
          </p:cNvSpPr>
          <p:nvPr/>
        </p:nvSpPr>
        <p:spPr>
          <a:xfrm xmlns:a="http://schemas.openxmlformats.org/drawingml/2006/main">
            <a:off x="6467475" y="5495925"/>
            <a:ext cx="2333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425" b="0">
                <a:solidFill>
                  <a:srgbClr val="5C6A63"/>
                </a:solidFill>
                <a:latin typeface="Arial"/>
                <a:ea typeface="Arial"/>
                <a:cs typeface="Arial"/>
              </a:defRPr>
            </a:defPPr>
            <a:lvl1pPr>
              <a:defRPr sz="1425" b="0">
                <a:solidFill>
                  <a:srgbClr val="5C6A63"/>
                </a:solidFill>
                <a:latin typeface="Arial"/>
                <a:ea typeface="Arial"/>
                <a:cs typeface="Arial"/>
              </a:defRPr>
            </a:lvl1pPr>
            <a:lvl2pPr>
              <a:defRPr sz="1425" b="0">
                <a:solidFill>
                  <a:srgbClr val="5C6A63"/>
                </a:solidFill>
                <a:latin typeface="Arial"/>
                <a:ea typeface="Arial"/>
                <a:cs typeface="Arial"/>
              </a:defRPr>
            </a:lvl2pPr>
            <a:lvl3pPr>
              <a:defRPr sz="1425" b="0">
                <a:solidFill>
                  <a:srgbClr val="5C6A63"/>
                </a:solidFill>
                <a:latin typeface="Arial"/>
                <a:ea typeface="Arial"/>
                <a:cs typeface="Arial"/>
              </a:defRPr>
            </a:lvl3pPr>
            <a:lvl4pPr>
              <a:defRPr sz="1425" b="0">
                <a:solidFill>
                  <a:srgbClr val="5C6A63"/>
                </a:solidFill>
                <a:latin typeface="Arial"/>
                <a:ea typeface="Arial"/>
                <a:cs typeface="Arial"/>
              </a:defRPr>
            </a:lvl4pPr>
            <a:lvl5pPr>
              <a:defRPr sz="1425" b="0">
                <a:solidFill>
                  <a:srgbClr val="5C6A63"/>
                </a:solidFill>
                <a:latin typeface="Arial"/>
                <a:ea typeface="Arial"/>
                <a:cs typeface="Arial"/>
              </a:defRPr>
            </a:lvl5pPr>
            <a:lvl6pPr>
              <a:defRPr sz="1425" b="0">
                <a:solidFill>
                  <a:srgbClr val="5C6A63"/>
                </a:solidFill>
                <a:latin typeface="Arial"/>
                <a:ea typeface="Arial"/>
                <a:cs typeface="Arial"/>
              </a:defRPr>
            </a:lvl6pPr>
            <a:lvl7pPr>
              <a:defRPr sz="1425" b="0">
                <a:solidFill>
                  <a:srgbClr val="5C6A63"/>
                </a:solidFill>
                <a:latin typeface="Arial"/>
                <a:ea typeface="Arial"/>
                <a:cs typeface="Arial"/>
              </a:defRPr>
            </a:lvl7pPr>
            <a:lvl8pPr>
              <a:defRPr sz="1425" b="0">
                <a:solidFill>
                  <a:srgbClr val="5C6A63"/>
                </a:solidFill>
                <a:latin typeface="Arial"/>
                <a:ea typeface="Arial"/>
                <a:cs typeface="Arial"/>
              </a:defRPr>
            </a:lvl8pPr>
            <a:lvl9pPr>
              <a:defRPr sz="1425" b="0">
                <a:solidFill>
                  <a:srgbClr val="5C6A63"/>
                </a:solidFill>
                <a:latin typeface="Arial"/>
                <a:ea typeface="Arial"/>
                <a:cs typeface="Arial"/>
              </a:defRPr>
            </a:lvl9pPr>
          </a:lstStyle>
          <a:p xmlns:a="http://schemas.openxmlformats.org/drawingml/2006/main">
            <a:pPr>
              <a:defRPr sz="1425" b="0">
                <a:solidFill>
                  <a:srgbClr val="5C6A63"/>
                </a:solidFill>
                <a:latin typeface="Arial"/>
                <a:ea typeface="Arial"/>
                <a:cs typeface="Arial"/>
              </a:defRPr>
            </a:pPr>
            <a:r>
              <a:rPr sz="1425" b="0">
                <a:solidFill>
                  <a:srgbClr val="5C6A63"/>
                </a:solidFill>
                <a:latin typeface="Arial"/>
                <a:ea typeface="Arial"/>
                <a:cs typeface="Arial"/>
              </a:rPr>
              <a:t>Planned paid GMV</a:t>
            </a:r>
          </a:p>
        </p:txBody>
      </p:sp>
      <p:sp>
        <p:nvSpPr>
          <p:cNvPr id="8" name="">
            <a:extLst xmlns:a="http://schemas.openxmlformats.org/drawingml/2006/main">
              <a:ext uri="{FF2B5EF4-FFF2-40B4-BE49-F238E27FC236}">
                <a16:creationId xmlns:a16="http://schemas.microsoft.com/office/drawing/2014/main" id="{1C7A6648-0018-42F7-95F0-44DD0D1617F8}"/>
              </a:ext>
            </a:extLst>
          </p:cNvPr>
          <p:cNvSpPr>
            <a:spLocks xmlns:a="http://schemas.openxmlformats.org/drawingml/2006/main" noGrp="1"/>
          </p:cNvSpPr>
          <p:nvPr/>
        </p:nvSpPr>
        <p:spPr>
          <a:xfrm xmlns:a="http://schemas.openxmlformats.org/drawingml/2006/main">
            <a:off x="9296400" y="4924425"/>
            <a:ext cx="2286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1">
                <a:solidFill>
                  <a:srgbClr val="24634D"/>
                </a:solidFill>
                <a:latin typeface="Arial"/>
                <a:ea typeface="Arial"/>
                <a:cs typeface="Arial"/>
              </a:defRPr>
            </a:defPPr>
            <a:lvl1pPr>
              <a:defRPr sz="3300" b="1">
                <a:solidFill>
                  <a:srgbClr val="24634D"/>
                </a:solidFill>
                <a:latin typeface="Arial"/>
                <a:ea typeface="Arial"/>
                <a:cs typeface="Arial"/>
              </a:defRPr>
            </a:lvl1pPr>
            <a:lvl2pPr>
              <a:defRPr sz="3300" b="1">
                <a:solidFill>
                  <a:srgbClr val="24634D"/>
                </a:solidFill>
                <a:latin typeface="Arial"/>
                <a:ea typeface="Arial"/>
                <a:cs typeface="Arial"/>
              </a:defRPr>
            </a:lvl2pPr>
            <a:lvl3pPr>
              <a:defRPr sz="3300" b="1">
                <a:solidFill>
                  <a:srgbClr val="24634D"/>
                </a:solidFill>
                <a:latin typeface="Arial"/>
                <a:ea typeface="Arial"/>
                <a:cs typeface="Arial"/>
              </a:defRPr>
            </a:lvl3pPr>
            <a:lvl4pPr>
              <a:defRPr sz="3300" b="1">
                <a:solidFill>
                  <a:srgbClr val="24634D"/>
                </a:solidFill>
                <a:latin typeface="Arial"/>
                <a:ea typeface="Arial"/>
                <a:cs typeface="Arial"/>
              </a:defRPr>
            </a:lvl4pPr>
            <a:lvl5pPr>
              <a:defRPr sz="3300" b="1">
                <a:solidFill>
                  <a:srgbClr val="24634D"/>
                </a:solidFill>
                <a:latin typeface="Arial"/>
                <a:ea typeface="Arial"/>
                <a:cs typeface="Arial"/>
              </a:defRPr>
            </a:lvl5pPr>
            <a:lvl6pPr>
              <a:defRPr sz="3300" b="1">
                <a:solidFill>
                  <a:srgbClr val="24634D"/>
                </a:solidFill>
                <a:latin typeface="Arial"/>
                <a:ea typeface="Arial"/>
                <a:cs typeface="Arial"/>
              </a:defRPr>
            </a:lvl6pPr>
            <a:lvl7pPr>
              <a:defRPr sz="3300" b="1">
                <a:solidFill>
                  <a:srgbClr val="24634D"/>
                </a:solidFill>
                <a:latin typeface="Arial"/>
                <a:ea typeface="Arial"/>
                <a:cs typeface="Arial"/>
              </a:defRPr>
            </a:lvl7pPr>
            <a:lvl8pPr>
              <a:defRPr sz="3300" b="1">
                <a:solidFill>
                  <a:srgbClr val="24634D"/>
                </a:solidFill>
                <a:latin typeface="Arial"/>
                <a:ea typeface="Arial"/>
                <a:cs typeface="Arial"/>
              </a:defRPr>
            </a:lvl8pPr>
            <a:lvl9pPr>
              <a:defRPr sz="3300" b="1">
                <a:solidFill>
                  <a:srgbClr val="24634D"/>
                </a:solidFill>
                <a:latin typeface="Arial"/>
                <a:ea typeface="Arial"/>
                <a:cs typeface="Arial"/>
              </a:defRPr>
            </a:lvl9pPr>
          </a:lstStyle>
          <a:p xmlns:a="http://schemas.openxmlformats.org/drawingml/2006/main">
            <a:pPr>
              <a:defRPr sz="3300" b="1">
                <a:solidFill>
                  <a:srgbClr val="24634D"/>
                </a:solidFill>
                <a:latin typeface="Arial"/>
                <a:ea typeface="Arial"/>
                <a:cs typeface="Arial"/>
              </a:defRPr>
            </a:pPr>
            <a:r>
              <a:rPr sz="3300" b="1">
                <a:solidFill>
                  <a:srgbClr val="24634D"/>
                </a:solidFill>
                <a:latin typeface="Arial"/>
                <a:ea typeface="Arial"/>
                <a:cs typeface="Arial"/>
              </a:rPr>
              <a:t>CNY0</a:t>
            </a:r>
          </a:p>
        </p:txBody>
      </p:sp>
      <p:sp>
        <p:nvSpPr>
          <p:cNvPr id="9" name="">
            <a:extLst xmlns:a="http://schemas.openxmlformats.org/drawingml/2006/main">
              <a:ext uri="{FF2B5EF4-FFF2-40B4-BE49-F238E27FC236}">
                <a16:creationId xmlns:a16="http://schemas.microsoft.com/office/drawing/2014/main" id="{20088E9B-87CE-41BB-BB72-1BDF02C7E3AB}"/>
              </a:ext>
            </a:extLst>
          </p:cNvPr>
          <p:cNvSpPr>
            <a:spLocks xmlns:a="http://schemas.openxmlformats.org/drawingml/2006/main" noGrp="1"/>
          </p:cNvSpPr>
          <p:nvPr/>
        </p:nvSpPr>
        <p:spPr>
          <a:xfrm xmlns:a="http://schemas.openxmlformats.org/drawingml/2006/main">
            <a:off x="9296400" y="5495925"/>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425" b="0">
                <a:solidFill>
                  <a:srgbClr val="5C6A63"/>
                </a:solidFill>
                <a:latin typeface="Arial"/>
                <a:ea typeface="Arial"/>
                <a:cs typeface="Arial"/>
              </a:defRPr>
            </a:defPPr>
            <a:lvl1pPr>
              <a:defRPr sz="1425" b="0">
                <a:solidFill>
                  <a:srgbClr val="5C6A63"/>
                </a:solidFill>
                <a:latin typeface="Arial"/>
                <a:ea typeface="Arial"/>
                <a:cs typeface="Arial"/>
              </a:defRPr>
            </a:lvl1pPr>
            <a:lvl2pPr>
              <a:defRPr sz="1425" b="0">
                <a:solidFill>
                  <a:srgbClr val="5C6A63"/>
                </a:solidFill>
                <a:latin typeface="Arial"/>
                <a:ea typeface="Arial"/>
                <a:cs typeface="Arial"/>
              </a:defRPr>
            </a:lvl2pPr>
            <a:lvl3pPr>
              <a:defRPr sz="1425" b="0">
                <a:solidFill>
                  <a:srgbClr val="5C6A63"/>
                </a:solidFill>
                <a:latin typeface="Arial"/>
                <a:ea typeface="Arial"/>
                <a:cs typeface="Arial"/>
              </a:defRPr>
            </a:lvl3pPr>
            <a:lvl4pPr>
              <a:defRPr sz="1425" b="0">
                <a:solidFill>
                  <a:srgbClr val="5C6A63"/>
                </a:solidFill>
                <a:latin typeface="Arial"/>
                <a:ea typeface="Arial"/>
                <a:cs typeface="Arial"/>
              </a:defRPr>
            </a:lvl4pPr>
            <a:lvl5pPr>
              <a:defRPr sz="1425" b="0">
                <a:solidFill>
                  <a:srgbClr val="5C6A63"/>
                </a:solidFill>
                <a:latin typeface="Arial"/>
                <a:ea typeface="Arial"/>
                <a:cs typeface="Arial"/>
              </a:defRPr>
            </a:lvl5pPr>
            <a:lvl6pPr>
              <a:defRPr sz="1425" b="0">
                <a:solidFill>
                  <a:srgbClr val="5C6A63"/>
                </a:solidFill>
                <a:latin typeface="Arial"/>
                <a:ea typeface="Arial"/>
                <a:cs typeface="Arial"/>
              </a:defRPr>
            </a:lvl6pPr>
            <a:lvl7pPr>
              <a:defRPr sz="1425" b="0">
                <a:solidFill>
                  <a:srgbClr val="5C6A63"/>
                </a:solidFill>
                <a:latin typeface="Arial"/>
                <a:ea typeface="Arial"/>
                <a:cs typeface="Arial"/>
              </a:defRPr>
            </a:lvl7pPr>
            <a:lvl8pPr>
              <a:defRPr sz="1425" b="0">
                <a:solidFill>
                  <a:srgbClr val="5C6A63"/>
                </a:solidFill>
                <a:latin typeface="Arial"/>
                <a:ea typeface="Arial"/>
                <a:cs typeface="Arial"/>
              </a:defRPr>
            </a:lvl8pPr>
            <a:lvl9pPr>
              <a:defRPr sz="1425" b="0">
                <a:solidFill>
                  <a:srgbClr val="5C6A63"/>
                </a:solidFill>
                <a:latin typeface="Arial"/>
                <a:ea typeface="Arial"/>
                <a:cs typeface="Arial"/>
              </a:defRPr>
            </a:lvl9pPr>
          </a:lstStyle>
          <a:p xmlns:a="http://schemas.openxmlformats.org/drawingml/2006/main">
            <a:pPr>
              <a:defRPr sz="1425" b="0">
                <a:solidFill>
                  <a:srgbClr val="5C6A63"/>
                </a:solidFill>
                <a:latin typeface="Arial"/>
                <a:ea typeface="Arial"/>
                <a:cs typeface="Arial"/>
              </a:defRPr>
            </a:pPr>
            <a:r>
              <a:rPr sz="1425" b="0">
                <a:solidFill>
                  <a:srgbClr val="5C6A63"/>
                </a:solidFill>
                <a:latin typeface="Arial"/>
                <a:ea typeface="Arial"/>
                <a:cs typeface="Arial"/>
              </a:rPr>
              <a:t>Pilot fee revenue</a:t>
            </a:r>
          </a:p>
        </p:txBody>
      </p:sp>
      <p:sp>
        <p:nvSpPr>
          <p:cNvPr id="10" name="">
            <a:extLst xmlns:a="http://schemas.openxmlformats.org/drawingml/2006/main">
              <a:ext uri="{FF2B5EF4-FFF2-40B4-BE49-F238E27FC236}">
                <a16:creationId xmlns:a16="http://schemas.microsoft.com/office/drawing/2014/main" id="{A1FE8F71-2EA4-486F-875A-6E144F39C144}"/>
              </a:ext>
            </a:extLst>
          </p:cNvPr>
          <p:cNvSpPr>
            <a:spLocks xmlns:a="http://schemas.openxmlformats.org/drawingml/2006/main" noGrp="1"/>
          </p:cNvSpPr>
          <p:nvPr/>
        </p:nvSpPr>
        <p:spPr>
          <a:xfrm xmlns:a="http://schemas.openxmlformats.org/drawingml/2006/main">
            <a:off x="6467475" y="5886450"/>
            <a:ext cx="2333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550" b="1">
                <a:solidFill>
                  <a:srgbClr val="C26D55"/>
                </a:solidFill>
                <a:latin typeface="Arial"/>
                <a:ea typeface="Arial"/>
                <a:cs typeface="Arial"/>
              </a:defRPr>
            </a:defPPr>
            <a:lvl1pPr>
              <a:defRPr sz="2550" b="1">
                <a:solidFill>
                  <a:srgbClr val="C26D55"/>
                </a:solidFill>
                <a:latin typeface="Arial"/>
                <a:ea typeface="Arial"/>
                <a:cs typeface="Arial"/>
              </a:defRPr>
            </a:lvl1pPr>
            <a:lvl2pPr>
              <a:defRPr sz="2550" b="1">
                <a:solidFill>
                  <a:srgbClr val="C26D55"/>
                </a:solidFill>
                <a:latin typeface="Arial"/>
                <a:ea typeface="Arial"/>
                <a:cs typeface="Arial"/>
              </a:defRPr>
            </a:lvl2pPr>
            <a:lvl3pPr>
              <a:defRPr sz="2550" b="1">
                <a:solidFill>
                  <a:srgbClr val="C26D55"/>
                </a:solidFill>
                <a:latin typeface="Arial"/>
                <a:ea typeface="Arial"/>
                <a:cs typeface="Arial"/>
              </a:defRPr>
            </a:lvl3pPr>
            <a:lvl4pPr>
              <a:defRPr sz="2550" b="1">
                <a:solidFill>
                  <a:srgbClr val="C26D55"/>
                </a:solidFill>
                <a:latin typeface="Arial"/>
                <a:ea typeface="Arial"/>
                <a:cs typeface="Arial"/>
              </a:defRPr>
            </a:lvl4pPr>
            <a:lvl5pPr>
              <a:defRPr sz="2550" b="1">
                <a:solidFill>
                  <a:srgbClr val="C26D55"/>
                </a:solidFill>
                <a:latin typeface="Arial"/>
                <a:ea typeface="Arial"/>
                <a:cs typeface="Arial"/>
              </a:defRPr>
            </a:lvl5pPr>
            <a:lvl6pPr>
              <a:defRPr sz="2550" b="1">
                <a:solidFill>
                  <a:srgbClr val="C26D55"/>
                </a:solidFill>
                <a:latin typeface="Arial"/>
                <a:ea typeface="Arial"/>
                <a:cs typeface="Arial"/>
              </a:defRPr>
            </a:lvl6pPr>
            <a:lvl7pPr>
              <a:defRPr sz="2550" b="1">
                <a:solidFill>
                  <a:srgbClr val="C26D55"/>
                </a:solidFill>
                <a:latin typeface="Arial"/>
                <a:ea typeface="Arial"/>
                <a:cs typeface="Arial"/>
              </a:defRPr>
            </a:lvl7pPr>
            <a:lvl8pPr>
              <a:defRPr sz="2550" b="1">
                <a:solidFill>
                  <a:srgbClr val="C26D55"/>
                </a:solidFill>
                <a:latin typeface="Arial"/>
                <a:ea typeface="Arial"/>
                <a:cs typeface="Arial"/>
              </a:defRPr>
            </a:lvl8pPr>
            <a:lvl9pPr>
              <a:defRPr sz="2550" b="1">
                <a:solidFill>
                  <a:srgbClr val="C26D55"/>
                </a:solidFill>
                <a:latin typeface="Arial"/>
                <a:ea typeface="Arial"/>
                <a:cs typeface="Arial"/>
              </a:defRPr>
            </a:lvl9pPr>
          </a:lstStyle>
          <a:p xmlns:a="http://schemas.openxmlformats.org/drawingml/2006/main">
            <a:pPr>
              <a:defRPr sz="2550" b="1">
                <a:solidFill>
                  <a:srgbClr val="C26D55"/>
                </a:solidFill>
                <a:latin typeface="Arial"/>
                <a:ea typeface="Arial"/>
                <a:cs typeface="Arial"/>
              </a:defRPr>
            </a:pPr>
            <a:r>
              <a:rPr sz="2550" b="1">
                <a:solidFill>
                  <a:srgbClr val="C26D55"/>
                </a:solidFill>
                <a:latin typeface="Arial"/>
                <a:ea typeface="Arial"/>
                <a:cs typeface="Arial"/>
              </a:rPr>
              <a:t>-CNY180</a:t>
            </a:r>
          </a:p>
        </p:txBody>
      </p:sp>
      <p:sp>
        <p:nvSpPr>
          <p:cNvPr id="11" name="">
            <a:extLst xmlns:a="http://schemas.openxmlformats.org/drawingml/2006/main">
              <a:ext uri="{FF2B5EF4-FFF2-40B4-BE49-F238E27FC236}">
                <a16:creationId xmlns:a16="http://schemas.microsoft.com/office/drawing/2014/main" id="{CDA5D470-68C5-4D61-BEB4-DA638D80FD88}"/>
              </a:ext>
            </a:extLst>
          </p:cNvPr>
          <p:cNvSpPr>
            <a:spLocks xmlns:a="http://schemas.openxmlformats.org/drawingml/2006/main" noGrp="1"/>
          </p:cNvSpPr>
          <p:nvPr/>
        </p:nvSpPr>
        <p:spPr>
          <a:xfrm xmlns:a="http://schemas.openxmlformats.org/drawingml/2006/main">
            <a:off x="6467475" y="6296025"/>
            <a:ext cx="23336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75" b="0">
                <a:solidFill>
                  <a:srgbClr val="5C6A63"/>
                </a:solidFill>
                <a:latin typeface="Arial"/>
                <a:ea typeface="Arial"/>
                <a:cs typeface="Arial"/>
              </a:defRPr>
            </a:defPPr>
            <a:lvl1pPr>
              <a:defRPr sz="1275" b="0">
                <a:solidFill>
                  <a:srgbClr val="5C6A63"/>
                </a:solidFill>
                <a:latin typeface="Arial"/>
                <a:ea typeface="Arial"/>
                <a:cs typeface="Arial"/>
              </a:defRPr>
            </a:lvl1pPr>
            <a:lvl2pPr>
              <a:defRPr sz="1275" b="0">
                <a:solidFill>
                  <a:srgbClr val="5C6A63"/>
                </a:solidFill>
                <a:latin typeface="Arial"/>
                <a:ea typeface="Arial"/>
                <a:cs typeface="Arial"/>
              </a:defRPr>
            </a:lvl2pPr>
            <a:lvl3pPr>
              <a:defRPr sz="1275" b="0">
                <a:solidFill>
                  <a:srgbClr val="5C6A63"/>
                </a:solidFill>
                <a:latin typeface="Arial"/>
                <a:ea typeface="Arial"/>
                <a:cs typeface="Arial"/>
              </a:defRPr>
            </a:lvl3pPr>
            <a:lvl4pPr>
              <a:defRPr sz="1275" b="0">
                <a:solidFill>
                  <a:srgbClr val="5C6A63"/>
                </a:solidFill>
                <a:latin typeface="Arial"/>
                <a:ea typeface="Arial"/>
                <a:cs typeface="Arial"/>
              </a:defRPr>
            </a:lvl4pPr>
            <a:lvl5pPr>
              <a:defRPr sz="1275" b="0">
                <a:solidFill>
                  <a:srgbClr val="5C6A63"/>
                </a:solidFill>
                <a:latin typeface="Arial"/>
                <a:ea typeface="Arial"/>
                <a:cs typeface="Arial"/>
              </a:defRPr>
            </a:lvl5pPr>
            <a:lvl6pPr>
              <a:defRPr sz="1275" b="0">
                <a:solidFill>
                  <a:srgbClr val="5C6A63"/>
                </a:solidFill>
                <a:latin typeface="Arial"/>
                <a:ea typeface="Arial"/>
                <a:cs typeface="Arial"/>
              </a:defRPr>
            </a:lvl6pPr>
            <a:lvl7pPr>
              <a:defRPr sz="1275" b="0">
                <a:solidFill>
                  <a:srgbClr val="5C6A63"/>
                </a:solidFill>
                <a:latin typeface="Arial"/>
                <a:ea typeface="Arial"/>
                <a:cs typeface="Arial"/>
              </a:defRPr>
            </a:lvl7pPr>
            <a:lvl8pPr>
              <a:defRPr sz="1275" b="0">
                <a:solidFill>
                  <a:srgbClr val="5C6A63"/>
                </a:solidFill>
                <a:latin typeface="Arial"/>
                <a:ea typeface="Arial"/>
                <a:cs typeface="Arial"/>
              </a:defRPr>
            </a:lvl8pPr>
            <a:lvl9pPr>
              <a:defRPr sz="1275" b="0">
                <a:solidFill>
                  <a:srgbClr val="5C6A63"/>
                </a:solidFill>
                <a:latin typeface="Arial"/>
                <a:ea typeface="Arial"/>
                <a:cs typeface="Arial"/>
              </a:defRPr>
            </a:lvl9pPr>
          </a:lstStyle>
          <a:p xmlns:a="http://schemas.openxmlformats.org/drawingml/2006/main">
            <a:pPr>
              <a:defRPr sz="1275" b="0">
                <a:solidFill>
                  <a:srgbClr val="5C6A63"/>
                </a:solidFill>
                <a:latin typeface="Arial"/>
                <a:ea typeface="Arial"/>
                <a:cs typeface="Arial"/>
              </a:defRPr>
            </a:pPr>
            <a:r>
              <a:rPr sz="1275" b="0">
                <a:solidFill>
                  <a:srgbClr val="5C6A63"/>
                </a:solidFill>
                <a:latin typeface="Arial"/>
                <a:ea typeface="Arial"/>
                <a:cs typeface="Arial"/>
              </a:rPr>
              <a:t>Pilot cash contribution</a:t>
            </a:r>
          </a:p>
        </p:txBody>
      </p:sp>
      <p:sp>
        <p:nvSpPr>
          <p:cNvPr id="12" name="">
            <a:extLst xmlns:a="http://schemas.openxmlformats.org/drawingml/2006/main">
              <a:ext uri="{FF2B5EF4-FFF2-40B4-BE49-F238E27FC236}">
                <a16:creationId xmlns:a16="http://schemas.microsoft.com/office/drawing/2014/main" id="{7E715578-22B2-4CC0-B372-16100262667D}"/>
              </a:ext>
            </a:extLst>
          </p:cNvPr>
          <p:cNvSpPr>
            <a:spLocks xmlns:a="http://schemas.openxmlformats.org/drawingml/2006/main" noGrp="1"/>
          </p:cNvSpPr>
          <p:nvPr/>
        </p:nvSpPr>
        <p:spPr>
          <a:xfrm xmlns:a="http://schemas.openxmlformats.org/drawingml/2006/main">
            <a:off x="9296400" y="5886450"/>
            <a:ext cx="228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550" b="1">
                <a:solidFill>
                  <a:srgbClr val="172B24"/>
                </a:solidFill>
                <a:latin typeface="Arial"/>
                <a:ea typeface="Arial"/>
                <a:cs typeface="Arial"/>
              </a:defRPr>
            </a:defPPr>
            <a:lvl1pPr>
              <a:defRPr sz="2550" b="1">
                <a:solidFill>
                  <a:srgbClr val="172B24"/>
                </a:solidFill>
                <a:latin typeface="Arial"/>
                <a:ea typeface="Arial"/>
                <a:cs typeface="Arial"/>
              </a:defRPr>
            </a:lvl1pPr>
            <a:lvl2pPr>
              <a:defRPr sz="2550" b="1">
                <a:solidFill>
                  <a:srgbClr val="172B24"/>
                </a:solidFill>
                <a:latin typeface="Arial"/>
                <a:ea typeface="Arial"/>
                <a:cs typeface="Arial"/>
              </a:defRPr>
            </a:lvl2pPr>
            <a:lvl3pPr>
              <a:defRPr sz="2550" b="1">
                <a:solidFill>
                  <a:srgbClr val="172B24"/>
                </a:solidFill>
                <a:latin typeface="Arial"/>
                <a:ea typeface="Arial"/>
                <a:cs typeface="Arial"/>
              </a:defRPr>
            </a:lvl3pPr>
            <a:lvl4pPr>
              <a:defRPr sz="2550" b="1">
                <a:solidFill>
                  <a:srgbClr val="172B24"/>
                </a:solidFill>
                <a:latin typeface="Arial"/>
                <a:ea typeface="Arial"/>
                <a:cs typeface="Arial"/>
              </a:defRPr>
            </a:lvl4pPr>
            <a:lvl5pPr>
              <a:defRPr sz="2550" b="1">
                <a:solidFill>
                  <a:srgbClr val="172B24"/>
                </a:solidFill>
                <a:latin typeface="Arial"/>
                <a:ea typeface="Arial"/>
                <a:cs typeface="Arial"/>
              </a:defRPr>
            </a:lvl5pPr>
            <a:lvl6pPr>
              <a:defRPr sz="2550" b="1">
                <a:solidFill>
                  <a:srgbClr val="172B24"/>
                </a:solidFill>
                <a:latin typeface="Arial"/>
                <a:ea typeface="Arial"/>
                <a:cs typeface="Arial"/>
              </a:defRPr>
            </a:lvl6pPr>
            <a:lvl7pPr>
              <a:defRPr sz="2550" b="1">
                <a:solidFill>
                  <a:srgbClr val="172B24"/>
                </a:solidFill>
                <a:latin typeface="Arial"/>
                <a:ea typeface="Arial"/>
                <a:cs typeface="Arial"/>
              </a:defRPr>
            </a:lvl7pPr>
            <a:lvl8pPr>
              <a:defRPr sz="2550" b="1">
                <a:solidFill>
                  <a:srgbClr val="172B24"/>
                </a:solidFill>
                <a:latin typeface="Arial"/>
                <a:ea typeface="Arial"/>
                <a:cs typeface="Arial"/>
              </a:defRPr>
            </a:lvl8pPr>
            <a:lvl9pPr>
              <a:defRPr sz="2550" b="1">
                <a:solidFill>
                  <a:srgbClr val="172B24"/>
                </a:solidFill>
                <a:latin typeface="Arial"/>
                <a:ea typeface="Arial"/>
                <a:cs typeface="Arial"/>
              </a:defRPr>
            </a:lvl9pPr>
          </a:lstStyle>
          <a:p xmlns:a="http://schemas.openxmlformats.org/drawingml/2006/main">
            <a:pPr>
              <a:defRPr sz="2550" b="1">
                <a:solidFill>
                  <a:srgbClr val="172B24"/>
                </a:solidFill>
                <a:latin typeface="Arial"/>
                <a:ea typeface="Arial"/>
                <a:cs typeface="Arial"/>
              </a:defRPr>
            </a:pPr>
            <a:r>
              <a:rPr sz="2550" b="1">
                <a:solidFill>
                  <a:srgbClr val="172B24"/>
                </a:solidFill>
                <a:latin typeface="Arial"/>
                <a:ea typeface="Arial"/>
                <a:cs typeface="Arial"/>
              </a:rPr>
              <a:t>CNY1</a:t>
            </a:r>
          </a:p>
        </p:txBody>
      </p:sp>
      <p:sp>
        <p:nvSpPr>
          <p:cNvPr id="13" name="">
            <a:extLst xmlns:a="http://schemas.openxmlformats.org/drawingml/2006/main">
              <a:ext uri="{FF2B5EF4-FFF2-40B4-BE49-F238E27FC236}">
                <a16:creationId xmlns:a16="http://schemas.microsoft.com/office/drawing/2014/main" id="{A918B8A2-86DB-4922-8819-805D424A1DF3}"/>
              </a:ext>
            </a:extLst>
          </p:cNvPr>
          <p:cNvSpPr>
            <a:spLocks xmlns:a="http://schemas.openxmlformats.org/drawingml/2006/main" noGrp="1"/>
          </p:cNvSpPr>
          <p:nvPr/>
        </p:nvSpPr>
        <p:spPr>
          <a:xfrm xmlns:a="http://schemas.openxmlformats.org/drawingml/2006/main">
            <a:off x="9296400" y="6296025"/>
            <a:ext cx="2286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75" b="0">
                <a:solidFill>
                  <a:srgbClr val="5C6A63"/>
                </a:solidFill>
                <a:latin typeface="Arial"/>
                <a:ea typeface="Arial"/>
                <a:cs typeface="Arial"/>
              </a:defRPr>
            </a:defPPr>
            <a:lvl1pPr>
              <a:defRPr sz="1275" b="0">
                <a:solidFill>
                  <a:srgbClr val="5C6A63"/>
                </a:solidFill>
                <a:latin typeface="Arial"/>
                <a:ea typeface="Arial"/>
                <a:cs typeface="Arial"/>
              </a:defRPr>
            </a:lvl1pPr>
            <a:lvl2pPr>
              <a:defRPr sz="1275" b="0">
                <a:solidFill>
                  <a:srgbClr val="5C6A63"/>
                </a:solidFill>
                <a:latin typeface="Arial"/>
                <a:ea typeface="Arial"/>
                <a:cs typeface="Arial"/>
              </a:defRPr>
            </a:lvl2pPr>
            <a:lvl3pPr>
              <a:defRPr sz="1275" b="0">
                <a:solidFill>
                  <a:srgbClr val="5C6A63"/>
                </a:solidFill>
                <a:latin typeface="Arial"/>
                <a:ea typeface="Arial"/>
                <a:cs typeface="Arial"/>
              </a:defRPr>
            </a:lvl3pPr>
            <a:lvl4pPr>
              <a:defRPr sz="1275" b="0">
                <a:solidFill>
                  <a:srgbClr val="5C6A63"/>
                </a:solidFill>
                <a:latin typeface="Arial"/>
                <a:ea typeface="Arial"/>
                <a:cs typeface="Arial"/>
              </a:defRPr>
            </a:lvl4pPr>
            <a:lvl5pPr>
              <a:defRPr sz="1275" b="0">
                <a:solidFill>
                  <a:srgbClr val="5C6A63"/>
                </a:solidFill>
                <a:latin typeface="Arial"/>
                <a:ea typeface="Arial"/>
                <a:cs typeface="Arial"/>
              </a:defRPr>
            </a:lvl5pPr>
            <a:lvl6pPr>
              <a:defRPr sz="1275" b="0">
                <a:solidFill>
                  <a:srgbClr val="5C6A63"/>
                </a:solidFill>
                <a:latin typeface="Arial"/>
                <a:ea typeface="Arial"/>
                <a:cs typeface="Arial"/>
              </a:defRPr>
            </a:lvl6pPr>
            <a:lvl7pPr>
              <a:defRPr sz="1275" b="0">
                <a:solidFill>
                  <a:srgbClr val="5C6A63"/>
                </a:solidFill>
                <a:latin typeface="Arial"/>
                <a:ea typeface="Arial"/>
                <a:cs typeface="Arial"/>
              </a:defRPr>
            </a:lvl7pPr>
            <a:lvl8pPr>
              <a:defRPr sz="1275" b="0">
                <a:solidFill>
                  <a:srgbClr val="5C6A63"/>
                </a:solidFill>
                <a:latin typeface="Arial"/>
                <a:ea typeface="Arial"/>
                <a:cs typeface="Arial"/>
              </a:defRPr>
            </a:lvl8pPr>
            <a:lvl9pPr>
              <a:defRPr sz="1275" b="0">
                <a:solidFill>
                  <a:srgbClr val="5C6A63"/>
                </a:solidFill>
                <a:latin typeface="Arial"/>
                <a:ea typeface="Arial"/>
                <a:cs typeface="Arial"/>
              </a:defRPr>
            </a:lvl9pPr>
          </a:lstStyle>
          <a:p xmlns:a="http://schemas.openxmlformats.org/drawingml/2006/main">
            <a:pPr>
              <a:defRPr sz="1275" b="0">
                <a:solidFill>
                  <a:srgbClr val="5C6A63"/>
                </a:solidFill>
                <a:latin typeface="Arial"/>
                <a:ea typeface="Arial"/>
                <a:cs typeface="Arial"/>
              </a:defRPr>
            </a:pPr>
            <a:r>
              <a:rPr sz="1275" b="0">
                <a:solidFill>
                  <a:srgbClr val="5C6A63"/>
                </a:solidFill>
                <a:latin typeface="Arial"/>
                <a:ea typeface="Arial"/>
                <a:cs typeface="Arial"/>
              </a:rPr>
              <a:t>Later 5% fee, before costs</a:t>
            </a:r>
          </a:p>
        </p:txBody>
      </p:sp>
      <p:sp>
        <p:nvSpPr>
          <p:cNvPr id="14" name="">
            <a:extLst xmlns:a="http://schemas.openxmlformats.org/drawingml/2006/main">
              <a:ext uri="{FF2B5EF4-FFF2-40B4-BE49-F238E27FC236}">
                <a16:creationId xmlns:a16="http://schemas.microsoft.com/office/drawing/2014/main" id="{5B0286AF-2CF5-4214-9EB8-EBC5B3B15F96}"/>
              </a:ext>
            </a:extLst>
          </p:cNvPr>
          <p:cNvSpPr>
            <a:spLocks xmlns:a="http://schemas.openxmlformats.org/drawingml/2006/main" noGrp="1"/>
          </p:cNvSpPr>
          <p:nvPr/>
        </p:nvSpPr>
        <p:spPr>
          <a:xfrm xmlns:a="http://schemas.openxmlformats.org/drawingml/2006/main">
            <a:off x="609600" y="6638925"/>
            <a:ext cx="100488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050" b="0">
                <a:solidFill>
                  <a:srgbClr val="5C6A63"/>
                </a:solidFill>
                <a:latin typeface="Arial"/>
                <a:ea typeface="Arial"/>
                <a:cs typeface="Arial"/>
              </a:defRPr>
            </a:defPPr>
            <a:lvl1pPr>
              <a:defRPr sz="1050" b="0">
                <a:solidFill>
                  <a:srgbClr val="5C6A63"/>
                </a:solidFill>
                <a:latin typeface="Arial"/>
                <a:ea typeface="Arial"/>
                <a:cs typeface="Arial"/>
              </a:defRPr>
            </a:lvl1pPr>
            <a:lvl2pPr>
              <a:defRPr sz="1050" b="0">
                <a:solidFill>
                  <a:srgbClr val="5C6A63"/>
                </a:solidFill>
                <a:latin typeface="Arial"/>
                <a:ea typeface="Arial"/>
                <a:cs typeface="Arial"/>
              </a:defRPr>
            </a:lvl2pPr>
            <a:lvl3pPr>
              <a:defRPr sz="1050" b="0">
                <a:solidFill>
                  <a:srgbClr val="5C6A63"/>
                </a:solidFill>
                <a:latin typeface="Arial"/>
                <a:ea typeface="Arial"/>
                <a:cs typeface="Arial"/>
              </a:defRPr>
            </a:lvl3pPr>
            <a:lvl4pPr>
              <a:defRPr sz="1050" b="0">
                <a:solidFill>
                  <a:srgbClr val="5C6A63"/>
                </a:solidFill>
                <a:latin typeface="Arial"/>
                <a:ea typeface="Arial"/>
                <a:cs typeface="Arial"/>
              </a:defRPr>
            </a:lvl4pPr>
            <a:lvl5pPr>
              <a:defRPr sz="1050" b="0">
                <a:solidFill>
                  <a:srgbClr val="5C6A63"/>
                </a:solidFill>
                <a:latin typeface="Arial"/>
                <a:ea typeface="Arial"/>
                <a:cs typeface="Arial"/>
              </a:defRPr>
            </a:lvl5pPr>
            <a:lvl6pPr>
              <a:defRPr sz="1050" b="0">
                <a:solidFill>
                  <a:srgbClr val="5C6A63"/>
                </a:solidFill>
                <a:latin typeface="Arial"/>
                <a:ea typeface="Arial"/>
                <a:cs typeface="Arial"/>
              </a:defRPr>
            </a:lvl6pPr>
            <a:lvl7pPr>
              <a:defRPr sz="1050" b="0">
                <a:solidFill>
                  <a:srgbClr val="5C6A63"/>
                </a:solidFill>
                <a:latin typeface="Arial"/>
                <a:ea typeface="Arial"/>
                <a:cs typeface="Arial"/>
              </a:defRPr>
            </a:lvl7pPr>
            <a:lvl8pPr>
              <a:defRPr sz="1050" b="0">
                <a:solidFill>
                  <a:srgbClr val="5C6A63"/>
                </a:solidFill>
                <a:latin typeface="Arial"/>
                <a:ea typeface="Arial"/>
                <a:cs typeface="Arial"/>
              </a:defRPr>
            </a:lvl8pPr>
            <a:lvl9pPr>
              <a:defRPr sz="1050" b="0">
                <a:solidFill>
                  <a:srgbClr val="5C6A63"/>
                </a:solidFill>
                <a:latin typeface="Arial"/>
                <a:ea typeface="Arial"/>
                <a:cs typeface="Arial"/>
              </a:defRPr>
            </a:lvl9pPr>
          </a:lstStyle>
          <a:p xmlns:a="http://schemas.openxmlformats.org/drawingml/2006/main">
            <a:pPr>
              <a:defRPr sz="1050" b="0">
                <a:solidFill>
                  <a:srgbClr val="5C6A63"/>
                </a:solidFill>
                <a:latin typeface="Arial"/>
                <a:ea typeface="Arial"/>
                <a:cs typeface="Arial"/>
              </a:defRPr>
            </a:pPr>
            <a:r>
              <a:rPr sz="1050" b="0">
                <a:solidFill>
                  <a:srgbClr val="5C6A63"/>
                </a:solidFill>
                <a:latin typeface="Arial"/>
                <a:ea typeface="Arial"/>
                <a:cs typeface="Arial"/>
              </a:rPr>
              <a:t>Planning only. Team time: 56 h, assumed value CNY1,120. Free borrowing, swaps and deposits generate no fee GMV.</a:t>
            </a:r>
          </a:p>
        </p:txBody>
      </p:sp>
    </p:spTree>
    <p:extLst>
      <p:ext uri="{BB962C8B-B14F-4D97-AF65-F5344CB8AC3E}">
        <p14:creationId xmlns:p14="http://schemas.microsoft.com/office/powerpoint/2010/main" val="565541989"/>
      </p:ext>
    </p:extLst>
  </p:cSld>
</p:sld>
</file>

<file path=ppt/slides/slide6.xml><?xml version="1.0" encoding="utf-8"?>
<p:sld xmlns:p="http://schemas.openxmlformats.org/presentationml/2006/main">
  <p:cSld>
    <p:bg>
      <p:bgPr>
        <a:solidFill xmlns:a="http://schemas.openxmlformats.org/drawingml/2006/main">
          <a:srgbClr val="11221C"/>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0CDF67B3-3F0D-4B00-97D3-071B8B24D38D}"/>
              </a:ext>
            </a:extLst>
          </p:cNvPr>
          <p:cNvSpPr>
            <a:spLocks xmlns:a="http://schemas.openxmlformats.org/drawingml/2006/main" noGrp="1"/>
          </p:cNvSpPr>
          <p:nvPr/>
        </p:nvSpPr>
        <p:spPr>
          <a:xfrm xmlns:a="http://schemas.openxmlformats.org/drawingml/2006/main">
            <a:off x="609600" y="266700"/>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500" b="1">
                <a:solidFill>
                  <a:srgbClr val="D6E58A"/>
                </a:solidFill>
                <a:latin typeface="Arial"/>
                <a:ea typeface="Arial"/>
                <a:cs typeface="Arial"/>
              </a:defRPr>
            </a:defPPr>
            <a:lvl1pPr>
              <a:defRPr sz="1500" b="1">
                <a:solidFill>
                  <a:srgbClr val="D6E58A"/>
                </a:solidFill>
                <a:latin typeface="Arial"/>
                <a:ea typeface="Arial"/>
                <a:cs typeface="Arial"/>
              </a:defRPr>
            </a:lvl1pPr>
            <a:lvl2pPr>
              <a:defRPr sz="1500" b="1">
                <a:solidFill>
                  <a:srgbClr val="D6E58A"/>
                </a:solidFill>
                <a:latin typeface="Arial"/>
                <a:ea typeface="Arial"/>
                <a:cs typeface="Arial"/>
              </a:defRPr>
            </a:lvl2pPr>
            <a:lvl3pPr>
              <a:defRPr sz="1500" b="1">
                <a:solidFill>
                  <a:srgbClr val="D6E58A"/>
                </a:solidFill>
                <a:latin typeface="Arial"/>
                <a:ea typeface="Arial"/>
                <a:cs typeface="Arial"/>
              </a:defRPr>
            </a:lvl3pPr>
            <a:lvl4pPr>
              <a:defRPr sz="1500" b="1">
                <a:solidFill>
                  <a:srgbClr val="D6E58A"/>
                </a:solidFill>
                <a:latin typeface="Arial"/>
                <a:ea typeface="Arial"/>
                <a:cs typeface="Arial"/>
              </a:defRPr>
            </a:lvl4pPr>
            <a:lvl5pPr>
              <a:defRPr sz="1500" b="1">
                <a:solidFill>
                  <a:srgbClr val="D6E58A"/>
                </a:solidFill>
                <a:latin typeface="Arial"/>
                <a:ea typeface="Arial"/>
                <a:cs typeface="Arial"/>
              </a:defRPr>
            </a:lvl5pPr>
            <a:lvl6pPr>
              <a:defRPr sz="1500" b="1">
                <a:solidFill>
                  <a:srgbClr val="D6E58A"/>
                </a:solidFill>
                <a:latin typeface="Arial"/>
                <a:ea typeface="Arial"/>
                <a:cs typeface="Arial"/>
              </a:defRPr>
            </a:lvl6pPr>
            <a:lvl7pPr>
              <a:defRPr sz="1500" b="1">
                <a:solidFill>
                  <a:srgbClr val="D6E58A"/>
                </a:solidFill>
                <a:latin typeface="Arial"/>
                <a:ea typeface="Arial"/>
                <a:cs typeface="Arial"/>
              </a:defRPr>
            </a:lvl7pPr>
            <a:lvl8pPr>
              <a:defRPr sz="1500" b="1">
                <a:solidFill>
                  <a:srgbClr val="D6E58A"/>
                </a:solidFill>
                <a:latin typeface="Arial"/>
                <a:ea typeface="Arial"/>
                <a:cs typeface="Arial"/>
              </a:defRPr>
            </a:lvl8pPr>
            <a:lvl9pPr>
              <a:defRPr sz="1500" b="1">
                <a:solidFill>
                  <a:srgbClr val="D6E58A"/>
                </a:solidFill>
                <a:latin typeface="Arial"/>
                <a:ea typeface="Arial"/>
                <a:cs typeface="Arial"/>
              </a:defRPr>
            </a:lvl9pPr>
          </a:lstStyle>
          <a:p xmlns:a="http://schemas.openxmlformats.org/drawingml/2006/main">
            <a:pPr>
              <a:defRPr sz="1500" b="1">
                <a:solidFill>
                  <a:srgbClr val="D6E58A"/>
                </a:solidFill>
                <a:latin typeface="Arial"/>
                <a:ea typeface="Arial"/>
                <a:cs typeface="Arial"/>
              </a:defRPr>
            </a:pPr>
            <a:r>
              <a:rPr sz="1500" b="1">
                <a:solidFill>
                  <a:srgbClr val="D6E58A"/>
                </a:solidFill>
                <a:latin typeface="Arial"/>
                <a:ea typeface="Arial"/>
                <a:cs typeface="Arial"/>
              </a:rPr>
              <a:t>U Use</a:t>
            </a:r>
          </a:p>
        </p:txBody>
      </p:sp>
      <p:sp>
        <p:nvSpPr>
          <p:cNvPr id="2" name="">
            <a:extLst xmlns:a="http://schemas.openxmlformats.org/drawingml/2006/main">
              <a:ext uri="{FF2B5EF4-FFF2-40B4-BE49-F238E27FC236}">
                <a16:creationId xmlns:a16="http://schemas.microsoft.com/office/drawing/2014/main" id="{F2DE4677-6AB4-48C4-B6DF-5027359486F7}"/>
              </a:ext>
            </a:extLst>
          </p:cNvPr>
          <p:cNvSpPr>
            <a:spLocks xmlns:a="http://schemas.openxmlformats.org/drawingml/2006/main" noGrp="1"/>
          </p:cNvSpPr>
          <p:nvPr/>
        </p:nvSpPr>
        <p:spPr>
          <a:xfrm xmlns:a="http://schemas.openxmlformats.org/drawingml/2006/main">
            <a:off x="609600" y="82867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900" b="1">
                <a:solidFill>
                  <a:srgbClr val="FFFFFF"/>
                </a:solidFill>
                <a:latin typeface="Arial"/>
                <a:ea typeface="Arial"/>
                <a:cs typeface="Arial"/>
              </a:defRPr>
            </a:defPPr>
            <a:lvl1pPr>
              <a:defRPr sz="3900" b="1">
                <a:solidFill>
                  <a:srgbClr val="FFFFFF"/>
                </a:solidFill>
                <a:latin typeface="Arial"/>
                <a:ea typeface="Arial"/>
                <a:cs typeface="Arial"/>
              </a:defRPr>
            </a:lvl1pPr>
            <a:lvl2pPr>
              <a:defRPr sz="3900" b="1">
                <a:solidFill>
                  <a:srgbClr val="FFFFFF"/>
                </a:solidFill>
                <a:latin typeface="Arial"/>
                <a:ea typeface="Arial"/>
                <a:cs typeface="Arial"/>
              </a:defRPr>
            </a:lvl2pPr>
            <a:lvl3pPr>
              <a:defRPr sz="3900" b="1">
                <a:solidFill>
                  <a:srgbClr val="FFFFFF"/>
                </a:solidFill>
                <a:latin typeface="Arial"/>
                <a:ea typeface="Arial"/>
                <a:cs typeface="Arial"/>
              </a:defRPr>
            </a:lvl3pPr>
            <a:lvl4pPr>
              <a:defRPr sz="3900" b="1">
                <a:solidFill>
                  <a:srgbClr val="FFFFFF"/>
                </a:solidFill>
                <a:latin typeface="Arial"/>
                <a:ea typeface="Arial"/>
                <a:cs typeface="Arial"/>
              </a:defRPr>
            </a:lvl4pPr>
            <a:lvl5pPr>
              <a:defRPr sz="3900" b="1">
                <a:solidFill>
                  <a:srgbClr val="FFFFFF"/>
                </a:solidFill>
                <a:latin typeface="Arial"/>
                <a:ea typeface="Arial"/>
                <a:cs typeface="Arial"/>
              </a:defRPr>
            </a:lvl5pPr>
            <a:lvl6pPr>
              <a:defRPr sz="3900" b="1">
                <a:solidFill>
                  <a:srgbClr val="FFFFFF"/>
                </a:solidFill>
                <a:latin typeface="Arial"/>
                <a:ea typeface="Arial"/>
                <a:cs typeface="Arial"/>
              </a:defRPr>
            </a:lvl6pPr>
            <a:lvl7pPr>
              <a:defRPr sz="3900" b="1">
                <a:solidFill>
                  <a:srgbClr val="FFFFFF"/>
                </a:solidFill>
                <a:latin typeface="Arial"/>
                <a:ea typeface="Arial"/>
                <a:cs typeface="Arial"/>
              </a:defRPr>
            </a:lvl7pPr>
            <a:lvl8pPr>
              <a:defRPr sz="3900" b="1">
                <a:solidFill>
                  <a:srgbClr val="FFFFFF"/>
                </a:solidFill>
                <a:latin typeface="Arial"/>
                <a:ea typeface="Arial"/>
                <a:cs typeface="Arial"/>
              </a:defRPr>
            </a:lvl8pPr>
            <a:lvl9pPr>
              <a:defRPr sz="3900" b="1">
                <a:solidFill>
                  <a:srgbClr val="FFFFFF"/>
                </a:solidFill>
                <a:latin typeface="Arial"/>
                <a:ea typeface="Arial"/>
                <a:cs typeface="Arial"/>
              </a:defRPr>
            </a:lvl9pPr>
          </a:lstStyle>
          <a:p xmlns:a="http://schemas.openxmlformats.org/drawingml/2006/main">
            <a:pPr>
              <a:defRPr sz="3900" b="1">
                <a:solidFill>
                  <a:srgbClr val="FFFFFF"/>
                </a:solidFill>
                <a:latin typeface="Arial"/>
                <a:ea typeface="Arial"/>
                <a:cs typeface="Arial"/>
              </a:defRPr>
            </a:pPr>
            <a:r>
              <a:rPr sz="3900" b="1">
                <a:solidFill>
                  <a:srgbClr val="FFFFFF"/>
                </a:solidFill>
                <a:latin typeface="Arial"/>
                <a:ea typeface="Arial"/>
                <a:cs typeface="Arial"/>
              </a:rPr>
              <a:t>Team and next milestones</a:t>
            </a:r>
          </a:p>
        </p:txBody>
      </p:sp>
      <p:sp>
        <p:nvSpPr>
          <p:cNvPr id="3" name="">
            <a:extLst xmlns:a="http://schemas.openxmlformats.org/drawingml/2006/main">
              <a:ext uri="{FF2B5EF4-FFF2-40B4-BE49-F238E27FC236}">
                <a16:creationId xmlns:a16="http://schemas.microsoft.com/office/drawing/2014/main" id="{794216DF-13A0-4C0A-AA4B-F33B4731F7A7}"/>
              </a:ext>
            </a:extLst>
          </p:cNvPr>
          <p:cNvSpPr>
            <a:spLocks xmlns:a="http://schemas.openxmlformats.org/drawingml/2006/main" noGrp="1"/>
          </p:cNvSpPr>
          <p:nvPr/>
        </p:nvSpPr>
        <p:spPr>
          <a:xfrm xmlns:a="http://schemas.openxmlformats.org/drawingml/2006/main">
            <a:off x="609600" y="1743075"/>
            <a:ext cx="5905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725" b="1">
                <a:solidFill>
                  <a:srgbClr val="D6E58A"/>
                </a:solidFill>
                <a:latin typeface="Arial"/>
                <a:ea typeface="Arial"/>
                <a:cs typeface="Arial"/>
              </a:defRPr>
            </a:defPPr>
            <a:lvl1pPr>
              <a:defRPr sz="1725" b="1">
                <a:solidFill>
                  <a:srgbClr val="D6E58A"/>
                </a:solidFill>
                <a:latin typeface="Arial"/>
                <a:ea typeface="Arial"/>
                <a:cs typeface="Arial"/>
              </a:defRPr>
            </a:lvl1pPr>
            <a:lvl2pPr>
              <a:defRPr sz="1725" b="1">
                <a:solidFill>
                  <a:srgbClr val="D6E58A"/>
                </a:solidFill>
                <a:latin typeface="Arial"/>
                <a:ea typeface="Arial"/>
                <a:cs typeface="Arial"/>
              </a:defRPr>
            </a:lvl2pPr>
            <a:lvl3pPr>
              <a:defRPr sz="1725" b="1">
                <a:solidFill>
                  <a:srgbClr val="D6E58A"/>
                </a:solidFill>
                <a:latin typeface="Arial"/>
                <a:ea typeface="Arial"/>
                <a:cs typeface="Arial"/>
              </a:defRPr>
            </a:lvl3pPr>
            <a:lvl4pPr>
              <a:defRPr sz="1725" b="1">
                <a:solidFill>
                  <a:srgbClr val="D6E58A"/>
                </a:solidFill>
                <a:latin typeface="Arial"/>
                <a:ea typeface="Arial"/>
                <a:cs typeface="Arial"/>
              </a:defRPr>
            </a:lvl4pPr>
            <a:lvl5pPr>
              <a:defRPr sz="1725" b="1">
                <a:solidFill>
                  <a:srgbClr val="D6E58A"/>
                </a:solidFill>
                <a:latin typeface="Arial"/>
                <a:ea typeface="Arial"/>
                <a:cs typeface="Arial"/>
              </a:defRPr>
            </a:lvl5pPr>
            <a:lvl6pPr>
              <a:defRPr sz="1725" b="1">
                <a:solidFill>
                  <a:srgbClr val="D6E58A"/>
                </a:solidFill>
                <a:latin typeface="Arial"/>
                <a:ea typeface="Arial"/>
                <a:cs typeface="Arial"/>
              </a:defRPr>
            </a:lvl6pPr>
            <a:lvl7pPr>
              <a:defRPr sz="1725" b="1">
                <a:solidFill>
                  <a:srgbClr val="D6E58A"/>
                </a:solidFill>
                <a:latin typeface="Arial"/>
                <a:ea typeface="Arial"/>
                <a:cs typeface="Arial"/>
              </a:defRPr>
            </a:lvl7pPr>
            <a:lvl8pPr>
              <a:defRPr sz="1725" b="1">
                <a:solidFill>
                  <a:srgbClr val="D6E58A"/>
                </a:solidFill>
                <a:latin typeface="Arial"/>
                <a:ea typeface="Arial"/>
                <a:cs typeface="Arial"/>
              </a:defRPr>
            </a:lvl8pPr>
            <a:lvl9pPr>
              <a:defRPr sz="1725" b="1">
                <a:solidFill>
                  <a:srgbClr val="D6E58A"/>
                </a:solidFill>
                <a:latin typeface="Arial"/>
                <a:ea typeface="Arial"/>
                <a:cs typeface="Arial"/>
              </a:defRPr>
            </a:lvl9pPr>
          </a:lstStyle>
          <a:p xmlns:a="http://schemas.openxmlformats.org/drawingml/2006/main">
            <a:pPr>
              <a:defRPr sz="1725" b="1">
                <a:solidFill>
                  <a:srgbClr val="D6E58A"/>
                </a:solidFill>
                <a:latin typeface="Arial"/>
                <a:ea typeface="Arial"/>
                <a:cs typeface="Arial"/>
              </a:defRPr>
            </a:pPr>
            <a:r>
              <a:rPr sz="1725" b="1">
                <a:solidFill>
                  <a:srgbClr val="D6E58A"/>
                </a:solidFill>
                <a:latin typeface="Arial"/>
                <a:ea typeface="Arial"/>
                <a:cs typeface="Arial"/>
              </a:rPr>
              <a:t>Agreed responsibilities</a:t>
            </a:r>
          </a:p>
        </p:txBody>
      </p:sp>
      <p:sp>
        <p:nvSpPr>
          <p:cNvPr id="4" name="">
            <a:extLst xmlns:a="http://schemas.openxmlformats.org/drawingml/2006/main">
              <a:ext uri="{FF2B5EF4-FFF2-40B4-BE49-F238E27FC236}">
                <a16:creationId xmlns:a16="http://schemas.microsoft.com/office/drawing/2014/main" id="{24091A6C-FD4F-4368-8144-4B91E66D6471}"/>
              </a:ext>
            </a:extLst>
          </p:cNvPr>
          <p:cNvSpPr>
            <a:spLocks xmlns:a="http://schemas.openxmlformats.org/drawingml/2006/main" noGrp="1"/>
          </p:cNvSpPr>
          <p:nvPr/>
        </p:nvSpPr>
        <p:spPr>
          <a:xfrm xmlns:a="http://schemas.openxmlformats.org/drawingml/2006/main">
            <a:off x="609600" y="219075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00" b="1">
                <a:solidFill>
                  <a:srgbClr val="FFFFFF"/>
                </a:solidFill>
                <a:latin typeface="PingFang SC"/>
                <a:ea typeface="PingFang SC"/>
                <a:cs typeface="PingFang SC"/>
              </a:defRPr>
            </a:defPPr>
            <a:lvl1pPr>
              <a:defRPr sz="1800" b="1">
                <a:solidFill>
                  <a:srgbClr val="FFFFFF"/>
                </a:solidFill>
                <a:latin typeface="PingFang SC"/>
                <a:ea typeface="PingFang SC"/>
                <a:cs typeface="PingFang SC"/>
              </a:defRPr>
            </a:lvl1pPr>
            <a:lvl2pPr>
              <a:defRPr sz="1800" b="1">
                <a:solidFill>
                  <a:srgbClr val="FFFFFF"/>
                </a:solidFill>
                <a:latin typeface="PingFang SC"/>
                <a:ea typeface="PingFang SC"/>
                <a:cs typeface="PingFang SC"/>
              </a:defRPr>
            </a:lvl2pPr>
            <a:lvl3pPr>
              <a:defRPr sz="1800" b="1">
                <a:solidFill>
                  <a:srgbClr val="FFFFFF"/>
                </a:solidFill>
                <a:latin typeface="PingFang SC"/>
                <a:ea typeface="PingFang SC"/>
                <a:cs typeface="PingFang SC"/>
              </a:defRPr>
            </a:lvl3pPr>
            <a:lvl4pPr>
              <a:defRPr sz="1800" b="1">
                <a:solidFill>
                  <a:srgbClr val="FFFFFF"/>
                </a:solidFill>
                <a:latin typeface="PingFang SC"/>
                <a:ea typeface="PingFang SC"/>
                <a:cs typeface="PingFang SC"/>
              </a:defRPr>
            </a:lvl4pPr>
            <a:lvl5pPr>
              <a:defRPr sz="1800" b="1">
                <a:solidFill>
                  <a:srgbClr val="FFFFFF"/>
                </a:solidFill>
                <a:latin typeface="PingFang SC"/>
                <a:ea typeface="PingFang SC"/>
                <a:cs typeface="PingFang SC"/>
              </a:defRPr>
            </a:lvl5pPr>
            <a:lvl6pPr>
              <a:defRPr sz="1800" b="1">
                <a:solidFill>
                  <a:srgbClr val="FFFFFF"/>
                </a:solidFill>
                <a:latin typeface="PingFang SC"/>
                <a:ea typeface="PingFang SC"/>
                <a:cs typeface="PingFang SC"/>
              </a:defRPr>
            </a:lvl6pPr>
            <a:lvl7pPr>
              <a:defRPr sz="1800" b="1">
                <a:solidFill>
                  <a:srgbClr val="FFFFFF"/>
                </a:solidFill>
                <a:latin typeface="PingFang SC"/>
                <a:ea typeface="PingFang SC"/>
                <a:cs typeface="PingFang SC"/>
              </a:defRPr>
            </a:lvl7pPr>
            <a:lvl8pPr>
              <a:defRPr sz="1800" b="1">
                <a:solidFill>
                  <a:srgbClr val="FFFFFF"/>
                </a:solidFill>
                <a:latin typeface="PingFang SC"/>
                <a:ea typeface="PingFang SC"/>
                <a:cs typeface="PingFang SC"/>
              </a:defRPr>
            </a:lvl8pPr>
            <a:lvl9pPr>
              <a:defRPr sz="1800" b="1">
                <a:solidFill>
                  <a:srgbClr val="FFFFFF"/>
                </a:solidFill>
                <a:latin typeface="PingFang SC"/>
                <a:ea typeface="PingFang SC"/>
                <a:cs typeface="PingFang SC"/>
              </a:defRPr>
            </a:lvl9pPr>
          </a:lstStyle>
          <a:p xmlns:a="http://schemas.openxmlformats.org/drawingml/2006/main">
            <a:pPr>
              <a:defRPr sz="1800" b="1">
                <a:solidFill>
                  <a:srgbClr val="FFFFFF"/>
                </a:solidFill>
                <a:latin typeface="PingFang SC"/>
                <a:ea typeface="PingFang SC"/>
                <a:cs typeface="PingFang SC"/>
              </a:defRPr>
            </a:pPr>
            <a:r>
              <a:rPr sz="1800" b="1">
                <a:solidFill>
                  <a:srgbClr val="FFFFFF"/>
                </a:solidFill>
                <a:latin typeface="PingFang SC"/>
                <a:ea typeface="PingFang SC"/>
                <a:cs typeface="PingFang SC"/>
              </a:rPr>
              <a:t>郭宇璇 (Rita)</a:t>
            </a:r>
          </a:p>
        </p:txBody>
      </p:sp>
      <p:sp>
        <p:nvSpPr>
          <p:cNvPr id="5" name="">
            <a:extLst xmlns:a="http://schemas.openxmlformats.org/drawingml/2006/main">
              <a:ext uri="{FF2B5EF4-FFF2-40B4-BE49-F238E27FC236}">
                <a16:creationId xmlns:a16="http://schemas.microsoft.com/office/drawing/2014/main" id="{672061AE-B1C2-438A-B6C6-CBEA57D0CFF6}"/>
              </a:ext>
            </a:extLst>
          </p:cNvPr>
          <p:cNvSpPr>
            <a:spLocks xmlns:a="http://schemas.openxmlformats.org/drawingml/2006/main" noGrp="1"/>
          </p:cNvSpPr>
          <p:nvPr/>
        </p:nvSpPr>
        <p:spPr>
          <a:xfrm xmlns:a="http://schemas.openxmlformats.org/drawingml/2006/main">
            <a:off x="2762250" y="2190750"/>
            <a:ext cx="3733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650" b="0">
                <a:solidFill>
                  <a:srgbClr val="BDCEC5"/>
                </a:solidFill>
                <a:latin typeface="Arial"/>
                <a:ea typeface="Arial"/>
                <a:cs typeface="Arial"/>
              </a:defRPr>
            </a:defPPr>
            <a:lvl1pPr>
              <a:defRPr sz="1650" b="0">
                <a:solidFill>
                  <a:srgbClr val="BDCEC5"/>
                </a:solidFill>
                <a:latin typeface="Arial"/>
                <a:ea typeface="Arial"/>
                <a:cs typeface="Arial"/>
              </a:defRPr>
            </a:lvl1pPr>
            <a:lvl2pPr>
              <a:defRPr sz="1650" b="0">
                <a:solidFill>
                  <a:srgbClr val="BDCEC5"/>
                </a:solidFill>
                <a:latin typeface="Arial"/>
                <a:ea typeface="Arial"/>
                <a:cs typeface="Arial"/>
              </a:defRPr>
            </a:lvl2pPr>
            <a:lvl3pPr>
              <a:defRPr sz="1650" b="0">
                <a:solidFill>
                  <a:srgbClr val="BDCEC5"/>
                </a:solidFill>
                <a:latin typeface="Arial"/>
                <a:ea typeface="Arial"/>
                <a:cs typeface="Arial"/>
              </a:defRPr>
            </a:lvl3pPr>
            <a:lvl4pPr>
              <a:defRPr sz="1650" b="0">
                <a:solidFill>
                  <a:srgbClr val="BDCEC5"/>
                </a:solidFill>
                <a:latin typeface="Arial"/>
                <a:ea typeface="Arial"/>
                <a:cs typeface="Arial"/>
              </a:defRPr>
            </a:lvl4pPr>
            <a:lvl5pPr>
              <a:defRPr sz="1650" b="0">
                <a:solidFill>
                  <a:srgbClr val="BDCEC5"/>
                </a:solidFill>
                <a:latin typeface="Arial"/>
                <a:ea typeface="Arial"/>
                <a:cs typeface="Arial"/>
              </a:defRPr>
            </a:lvl5pPr>
            <a:lvl6pPr>
              <a:defRPr sz="1650" b="0">
                <a:solidFill>
                  <a:srgbClr val="BDCEC5"/>
                </a:solidFill>
                <a:latin typeface="Arial"/>
                <a:ea typeface="Arial"/>
                <a:cs typeface="Arial"/>
              </a:defRPr>
            </a:lvl6pPr>
            <a:lvl7pPr>
              <a:defRPr sz="1650" b="0">
                <a:solidFill>
                  <a:srgbClr val="BDCEC5"/>
                </a:solidFill>
                <a:latin typeface="Arial"/>
                <a:ea typeface="Arial"/>
                <a:cs typeface="Arial"/>
              </a:defRPr>
            </a:lvl7pPr>
            <a:lvl8pPr>
              <a:defRPr sz="1650" b="0">
                <a:solidFill>
                  <a:srgbClr val="BDCEC5"/>
                </a:solidFill>
                <a:latin typeface="Arial"/>
                <a:ea typeface="Arial"/>
                <a:cs typeface="Arial"/>
              </a:defRPr>
            </a:lvl8pPr>
            <a:lvl9pPr>
              <a:defRPr sz="1650" b="0">
                <a:solidFill>
                  <a:srgbClr val="BDCEC5"/>
                </a:solidFill>
                <a:latin typeface="Arial"/>
                <a:ea typeface="Arial"/>
                <a:cs typeface="Arial"/>
              </a:defRPr>
            </a:lvl9pPr>
          </a:lstStyle>
          <a:p xmlns:a="http://schemas.openxmlformats.org/drawingml/2006/main">
            <a:pPr>
              <a:defRPr sz="1650" b="0">
                <a:solidFill>
                  <a:srgbClr val="BDCEC5"/>
                </a:solidFill>
                <a:latin typeface="Arial"/>
                <a:ea typeface="Arial"/>
                <a:cs typeface="Arial"/>
              </a:defRPr>
            </a:pPr>
            <a:r>
              <a:rPr sz="1650" b="0">
                <a:solidFill>
                  <a:srgbClr val="BDCEC5"/>
                </a:solidFill>
                <a:latin typeface="Arial"/>
                <a:ea typeface="Arial"/>
                <a:cs typeface="Arial"/>
              </a:rPr>
              <a:t>Code and coordination</a:t>
            </a:r>
          </a:p>
        </p:txBody>
      </p:sp>
      <p:sp>
        <p:nvSpPr>
          <p:cNvPr id="6" name="">
            <a:extLst xmlns:a="http://schemas.openxmlformats.org/drawingml/2006/main">
              <a:ext uri="{FF2B5EF4-FFF2-40B4-BE49-F238E27FC236}">
                <a16:creationId xmlns:a16="http://schemas.microsoft.com/office/drawing/2014/main" id="{6ED592C3-72F5-4743-9846-FB130042A680}"/>
              </a:ext>
            </a:extLst>
          </p:cNvPr>
          <p:cNvSpPr>
            <a:spLocks xmlns:a="http://schemas.openxmlformats.org/drawingml/2006/main" noGrp="1"/>
          </p:cNvSpPr>
          <p:nvPr/>
        </p:nvSpPr>
        <p:spPr>
          <a:xfrm xmlns:a="http://schemas.openxmlformats.org/drawingml/2006/main">
            <a:off x="609600" y="259080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00" b="1">
                <a:solidFill>
                  <a:srgbClr val="FFFFFF"/>
                </a:solidFill>
                <a:latin typeface="PingFang SC"/>
                <a:ea typeface="PingFang SC"/>
                <a:cs typeface="PingFang SC"/>
              </a:defRPr>
            </a:defPPr>
            <a:lvl1pPr>
              <a:defRPr sz="1800" b="1">
                <a:solidFill>
                  <a:srgbClr val="FFFFFF"/>
                </a:solidFill>
                <a:latin typeface="PingFang SC"/>
                <a:ea typeface="PingFang SC"/>
                <a:cs typeface="PingFang SC"/>
              </a:defRPr>
            </a:lvl1pPr>
            <a:lvl2pPr>
              <a:defRPr sz="1800" b="1">
                <a:solidFill>
                  <a:srgbClr val="FFFFFF"/>
                </a:solidFill>
                <a:latin typeface="PingFang SC"/>
                <a:ea typeface="PingFang SC"/>
                <a:cs typeface="PingFang SC"/>
              </a:defRPr>
            </a:lvl2pPr>
            <a:lvl3pPr>
              <a:defRPr sz="1800" b="1">
                <a:solidFill>
                  <a:srgbClr val="FFFFFF"/>
                </a:solidFill>
                <a:latin typeface="PingFang SC"/>
                <a:ea typeface="PingFang SC"/>
                <a:cs typeface="PingFang SC"/>
              </a:defRPr>
            </a:lvl3pPr>
            <a:lvl4pPr>
              <a:defRPr sz="1800" b="1">
                <a:solidFill>
                  <a:srgbClr val="FFFFFF"/>
                </a:solidFill>
                <a:latin typeface="PingFang SC"/>
                <a:ea typeface="PingFang SC"/>
                <a:cs typeface="PingFang SC"/>
              </a:defRPr>
            </a:lvl4pPr>
            <a:lvl5pPr>
              <a:defRPr sz="1800" b="1">
                <a:solidFill>
                  <a:srgbClr val="FFFFFF"/>
                </a:solidFill>
                <a:latin typeface="PingFang SC"/>
                <a:ea typeface="PingFang SC"/>
                <a:cs typeface="PingFang SC"/>
              </a:defRPr>
            </a:lvl5pPr>
            <a:lvl6pPr>
              <a:defRPr sz="1800" b="1">
                <a:solidFill>
                  <a:srgbClr val="FFFFFF"/>
                </a:solidFill>
                <a:latin typeface="PingFang SC"/>
                <a:ea typeface="PingFang SC"/>
                <a:cs typeface="PingFang SC"/>
              </a:defRPr>
            </a:lvl6pPr>
            <a:lvl7pPr>
              <a:defRPr sz="1800" b="1">
                <a:solidFill>
                  <a:srgbClr val="FFFFFF"/>
                </a:solidFill>
                <a:latin typeface="PingFang SC"/>
                <a:ea typeface="PingFang SC"/>
                <a:cs typeface="PingFang SC"/>
              </a:defRPr>
            </a:lvl7pPr>
            <a:lvl8pPr>
              <a:defRPr sz="1800" b="1">
                <a:solidFill>
                  <a:srgbClr val="FFFFFF"/>
                </a:solidFill>
                <a:latin typeface="PingFang SC"/>
                <a:ea typeface="PingFang SC"/>
                <a:cs typeface="PingFang SC"/>
              </a:defRPr>
            </a:lvl8pPr>
            <a:lvl9pPr>
              <a:defRPr sz="1800" b="1">
                <a:solidFill>
                  <a:srgbClr val="FFFFFF"/>
                </a:solidFill>
                <a:latin typeface="PingFang SC"/>
                <a:ea typeface="PingFang SC"/>
                <a:cs typeface="PingFang SC"/>
              </a:defRPr>
            </a:lvl9pPr>
          </a:lstStyle>
          <a:p xmlns:a="http://schemas.openxmlformats.org/drawingml/2006/main">
            <a:pPr>
              <a:defRPr sz="1800" b="1">
                <a:solidFill>
                  <a:srgbClr val="FFFFFF"/>
                </a:solidFill>
                <a:latin typeface="PingFang SC"/>
                <a:ea typeface="PingFang SC"/>
                <a:cs typeface="PingFang SC"/>
              </a:defRPr>
            </a:pPr>
            <a:r>
              <a:rPr sz="1800" b="1">
                <a:solidFill>
                  <a:srgbClr val="FFFFFF"/>
                </a:solidFill>
                <a:latin typeface="PingFang SC"/>
                <a:ea typeface="PingFang SC"/>
                <a:cs typeface="PingFang SC"/>
              </a:rPr>
              <a:t>汪睿</a:t>
            </a:r>
          </a:p>
        </p:txBody>
      </p:sp>
      <p:sp>
        <p:nvSpPr>
          <p:cNvPr id="7" name="">
            <a:extLst xmlns:a="http://schemas.openxmlformats.org/drawingml/2006/main">
              <a:ext uri="{FF2B5EF4-FFF2-40B4-BE49-F238E27FC236}">
                <a16:creationId xmlns:a16="http://schemas.microsoft.com/office/drawing/2014/main" id="{2EFE8FD5-6657-4A30-B73B-6587EDFC04F5}"/>
              </a:ext>
            </a:extLst>
          </p:cNvPr>
          <p:cNvSpPr>
            <a:spLocks xmlns:a="http://schemas.openxmlformats.org/drawingml/2006/main" noGrp="1"/>
          </p:cNvSpPr>
          <p:nvPr/>
        </p:nvSpPr>
        <p:spPr>
          <a:xfrm xmlns:a="http://schemas.openxmlformats.org/drawingml/2006/main">
            <a:off x="2762250" y="2590800"/>
            <a:ext cx="3733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650" b="0">
                <a:solidFill>
                  <a:srgbClr val="BDCEC5"/>
                </a:solidFill>
                <a:latin typeface="Arial"/>
                <a:ea typeface="Arial"/>
                <a:cs typeface="Arial"/>
              </a:defRPr>
            </a:defPPr>
            <a:lvl1pPr>
              <a:defRPr sz="1650" b="0">
                <a:solidFill>
                  <a:srgbClr val="BDCEC5"/>
                </a:solidFill>
                <a:latin typeface="Arial"/>
                <a:ea typeface="Arial"/>
                <a:cs typeface="Arial"/>
              </a:defRPr>
            </a:lvl1pPr>
            <a:lvl2pPr>
              <a:defRPr sz="1650" b="0">
                <a:solidFill>
                  <a:srgbClr val="BDCEC5"/>
                </a:solidFill>
                <a:latin typeface="Arial"/>
                <a:ea typeface="Arial"/>
                <a:cs typeface="Arial"/>
              </a:defRPr>
            </a:lvl2pPr>
            <a:lvl3pPr>
              <a:defRPr sz="1650" b="0">
                <a:solidFill>
                  <a:srgbClr val="BDCEC5"/>
                </a:solidFill>
                <a:latin typeface="Arial"/>
                <a:ea typeface="Arial"/>
                <a:cs typeface="Arial"/>
              </a:defRPr>
            </a:lvl3pPr>
            <a:lvl4pPr>
              <a:defRPr sz="1650" b="0">
                <a:solidFill>
                  <a:srgbClr val="BDCEC5"/>
                </a:solidFill>
                <a:latin typeface="Arial"/>
                <a:ea typeface="Arial"/>
                <a:cs typeface="Arial"/>
              </a:defRPr>
            </a:lvl4pPr>
            <a:lvl5pPr>
              <a:defRPr sz="1650" b="0">
                <a:solidFill>
                  <a:srgbClr val="BDCEC5"/>
                </a:solidFill>
                <a:latin typeface="Arial"/>
                <a:ea typeface="Arial"/>
                <a:cs typeface="Arial"/>
              </a:defRPr>
            </a:lvl5pPr>
            <a:lvl6pPr>
              <a:defRPr sz="1650" b="0">
                <a:solidFill>
                  <a:srgbClr val="BDCEC5"/>
                </a:solidFill>
                <a:latin typeface="Arial"/>
                <a:ea typeface="Arial"/>
                <a:cs typeface="Arial"/>
              </a:defRPr>
            </a:lvl6pPr>
            <a:lvl7pPr>
              <a:defRPr sz="1650" b="0">
                <a:solidFill>
                  <a:srgbClr val="BDCEC5"/>
                </a:solidFill>
                <a:latin typeface="Arial"/>
                <a:ea typeface="Arial"/>
                <a:cs typeface="Arial"/>
              </a:defRPr>
            </a:lvl7pPr>
            <a:lvl8pPr>
              <a:defRPr sz="1650" b="0">
                <a:solidFill>
                  <a:srgbClr val="BDCEC5"/>
                </a:solidFill>
                <a:latin typeface="Arial"/>
                <a:ea typeface="Arial"/>
                <a:cs typeface="Arial"/>
              </a:defRPr>
            </a:lvl8pPr>
            <a:lvl9pPr>
              <a:defRPr sz="1650" b="0">
                <a:solidFill>
                  <a:srgbClr val="BDCEC5"/>
                </a:solidFill>
                <a:latin typeface="Arial"/>
                <a:ea typeface="Arial"/>
                <a:cs typeface="Arial"/>
              </a:defRPr>
            </a:lvl9pPr>
          </a:lstStyle>
          <a:p xmlns:a="http://schemas.openxmlformats.org/drawingml/2006/main">
            <a:pPr>
              <a:defRPr sz="1650" b="0">
                <a:solidFill>
                  <a:srgbClr val="BDCEC5"/>
                </a:solidFill>
                <a:latin typeface="Arial"/>
                <a:ea typeface="Arial"/>
                <a:cs typeface="Arial"/>
              </a:defRPr>
            </a:pPr>
            <a:r>
              <a:rPr sz="1650" b="0">
                <a:solidFill>
                  <a:srgbClr val="BDCEC5"/>
                </a:solidFill>
                <a:latin typeface="Arial"/>
                <a:ea typeface="Arial"/>
                <a:cs typeface="Arial"/>
              </a:rPr>
              <a:t>Analysis and presentation</a:t>
            </a:r>
          </a:p>
        </p:txBody>
      </p:sp>
      <p:sp>
        <p:nvSpPr>
          <p:cNvPr id="8" name="">
            <a:extLst xmlns:a="http://schemas.openxmlformats.org/drawingml/2006/main">
              <a:ext uri="{FF2B5EF4-FFF2-40B4-BE49-F238E27FC236}">
                <a16:creationId xmlns:a16="http://schemas.microsoft.com/office/drawing/2014/main" id="{948E8552-F7EC-4BD7-995D-F3F2AF50CE32}"/>
              </a:ext>
            </a:extLst>
          </p:cNvPr>
          <p:cNvSpPr>
            <a:spLocks xmlns:a="http://schemas.openxmlformats.org/drawingml/2006/main" noGrp="1"/>
          </p:cNvSpPr>
          <p:nvPr/>
        </p:nvSpPr>
        <p:spPr>
          <a:xfrm xmlns:a="http://schemas.openxmlformats.org/drawingml/2006/main">
            <a:off x="609600" y="299085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00" b="1">
                <a:solidFill>
                  <a:srgbClr val="FFFFFF"/>
                </a:solidFill>
                <a:latin typeface="PingFang SC"/>
                <a:ea typeface="PingFang SC"/>
                <a:cs typeface="PingFang SC"/>
              </a:defRPr>
            </a:defPPr>
            <a:lvl1pPr>
              <a:defRPr sz="1800" b="1">
                <a:solidFill>
                  <a:srgbClr val="FFFFFF"/>
                </a:solidFill>
                <a:latin typeface="PingFang SC"/>
                <a:ea typeface="PingFang SC"/>
                <a:cs typeface="PingFang SC"/>
              </a:defRPr>
            </a:lvl1pPr>
            <a:lvl2pPr>
              <a:defRPr sz="1800" b="1">
                <a:solidFill>
                  <a:srgbClr val="FFFFFF"/>
                </a:solidFill>
                <a:latin typeface="PingFang SC"/>
                <a:ea typeface="PingFang SC"/>
                <a:cs typeface="PingFang SC"/>
              </a:defRPr>
            </a:lvl2pPr>
            <a:lvl3pPr>
              <a:defRPr sz="1800" b="1">
                <a:solidFill>
                  <a:srgbClr val="FFFFFF"/>
                </a:solidFill>
                <a:latin typeface="PingFang SC"/>
                <a:ea typeface="PingFang SC"/>
                <a:cs typeface="PingFang SC"/>
              </a:defRPr>
            </a:lvl3pPr>
            <a:lvl4pPr>
              <a:defRPr sz="1800" b="1">
                <a:solidFill>
                  <a:srgbClr val="FFFFFF"/>
                </a:solidFill>
                <a:latin typeface="PingFang SC"/>
                <a:ea typeface="PingFang SC"/>
                <a:cs typeface="PingFang SC"/>
              </a:defRPr>
            </a:lvl4pPr>
            <a:lvl5pPr>
              <a:defRPr sz="1800" b="1">
                <a:solidFill>
                  <a:srgbClr val="FFFFFF"/>
                </a:solidFill>
                <a:latin typeface="PingFang SC"/>
                <a:ea typeface="PingFang SC"/>
                <a:cs typeface="PingFang SC"/>
              </a:defRPr>
            </a:lvl5pPr>
            <a:lvl6pPr>
              <a:defRPr sz="1800" b="1">
                <a:solidFill>
                  <a:srgbClr val="FFFFFF"/>
                </a:solidFill>
                <a:latin typeface="PingFang SC"/>
                <a:ea typeface="PingFang SC"/>
                <a:cs typeface="PingFang SC"/>
              </a:defRPr>
            </a:lvl6pPr>
            <a:lvl7pPr>
              <a:defRPr sz="1800" b="1">
                <a:solidFill>
                  <a:srgbClr val="FFFFFF"/>
                </a:solidFill>
                <a:latin typeface="PingFang SC"/>
                <a:ea typeface="PingFang SC"/>
                <a:cs typeface="PingFang SC"/>
              </a:defRPr>
            </a:lvl7pPr>
            <a:lvl8pPr>
              <a:defRPr sz="1800" b="1">
                <a:solidFill>
                  <a:srgbClr val="FFFFFF"/>
                </a:solidFill>
                <a:latin typeface="PingFang SC"/>
                <a:ea typeface="PingFang SC"/>
                <a:cs typeface="PingFang SC"/>
              </a:defRPr>
            </a:lvl8pPr>
            <a:lvl9pPr>
              <a:defRPr sz="1800" b="1">
                <a:solidFill>
                  <a:srgbClr val="FFFFFF"/>
                </a:solidFill>
                <a:latin typeface="PingFang SC"/>
                <a:ea typeface="PingFang SC"/>
                <a:cs typeface="PingFang SC"/>
              </a:defRPr>
            </a:lvl9pPr>
          </a:lstStyle>
          <a:p xmlns:a="http://schemas.openxmlformats.org/drawingml/2006/main">
            <a:pPr>
              <a:defRPr sz="1800" b="1">
                <a:solidFill>
                  <a:srgbClr val="FFFFFF"/>
                </a:solidFill>
                <a:latin typeface="PingFang SC"/>
                <a:ea typeface="PingFang SC"/>
                <a:cs typeface="PingFang SC"/>
              </a:defRPr>
            </a:pPr>
            <a:r>
              <a:rPr sz="1800" b="1">
                <a:solidFill>
                  <a:srgbClr val="FFFFFF"/>
                </a:solidFill>
                <a:latin typeface="PingFang SC"/>
                <a:ea typeface="PingFang SC"/>
                <a:cs typeface="PingFang SC"/>
              </a:rPr>
              <a:t>毛相宜</a:t>
            </a:r>
          </a:p>
        </p:txBody>
      </p:sp>
      <p:sp>
        <p:nvSpPr>
          <p:cNvPr id="9" name="">
            <a:extLst xmlns:a="http://schemas.openxmlformats.org/drawingml/2006/main">
              <a:ext uri="{FF2B5EF4-FFF2-40B4-BE49-F238E27FC236}">
                <a16:creationId xmlns:a16="http://schemas.microsoft.com/office/drawing/2014/main" id="{28BF12A6-9C1D-4839-8663-A93437E4FBB5}"/>
              </a:ext>
            </a:extLst>
          </p:cNvPr>
          <p:cNvSpPr>
            <a:spLocks xmlns:a="http://schemas.openxmlformats.org/drawingml/2006/main" noGrp="1"/>
          </p:cNvSpPr>
          <p:nvPr/>
        </p:nvSpPr>
        <p:spPr>
          <a:xfrm xmlns:a="http://schemas.openxmlformats.org/drawingml/2006/main">
            <a:off x="2762250" y="2990850"/>
            <a:ext cx="3733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650" b="0">
                <a:solidFill>
                  <a:srgbClr val="BDCEC5"/>
                </a:solidFill>
                <a:latin typeface="Arial"/>
                <a:ea typeface="Arial"/>
                <a:cs typeface="Arial"/>
              </a:defRPr>
            </a:defPPr>
            <a:lvl1pPr>
              <a:defRPr sz="1650" b="0">
                <a:solidFill>
                  <a:srgbClr val="BDCEC5"/>
                </a:solidFill>
                <a:latin typeface="Arial"/>
                <a:ea typeface="Arial"/>
                <a:cs typeface="Arial"/>
              </a:defRPr>
            </a:lvl1pPr>
            <a:lvl2pPr>
              <a:defRPr sz="1650" b="0">
                <a:solidFill>
                  <a:srgbClr val="BDCEC5"/>
                </a:solidFill>
                <a:latin typeface="Arial"/>
                <a:ea typeface="Arial"/>
                <a:cs typeface="Arial"/>
              </a:defRPr>
            </a:lvl2pPr>
            <a:lvl3pPr>
              <a:defRPr sz="1650" b="0">
                <a:solidFill>
                  <a:srgbClr val="BDCEC5"/>
                </a:solidFill>
                <a:latin typeface="Arial"/>
                <a:ea typeface="Arial"/>
                <a:cs typeface="Arial"/>
              </a:defRPr>
            </a:lvl3pPr>
            <a:lvl4pPr>
              <a:defRPr sz="1650" b="0">
                <a:solidFill>
                  <a:srgbClr val="BDCEC5"/>
                </a:solidFill>
                <a:latin typeface="Arial"/>
                <a:ea typeface="Arial"/>
                <a:cs typeface="Arial"/>
              </a:defRPr>
            </a:lvl4pPr>
            <a:lvl5pPr>
              <a:defRPr sz="1650" b="0">
                <a:solidFill>
                  <a:srgbClr val="BDCEC5"/>
                </a:solidFill>
                <a:latin typeface="Arial"/>
                <a:ea typeface="Arial"/>
                <a:cs typeface="Arial"/>
              </a:defRPr>
            </a:lvl5pPr>
            <a:lvl6pPr>
              <a:defRPr sz="1650" b="0">
                <a:solidFill>
                  <a:srgbClr val="BDCEC5"/>
                </a:solidFill>
                <a:latin typeface="Arial"/>
                <a:ea typeface="Arial"/>
                <a:cs typeface="Arial"/>
              </a:defRPr>
            </a:lvl6pPr>
            <a:lvl7pPr>
              <a:defRPr sz="1650" b="0">
                <a:solidFill>
                  <a:srgbClr val="BDCEC5"/>
                </a:solidFill>
                <a:latin typeface="Arial"/>
                <a:ea typeface="Arial"/>
                <a:cs typeface="Arial"/>
              </a:defRPr>
            </a:lvl7pPr>
            <a:lvl8pPr>
              <a:defRPr sz="1650" b="0">
                <a:solidFill>
                  <a:srgbClr val="BDCEC5"/>
                </a:solidFill>
                <a:latin typeface="Arial"/>
                <a:ea typeface="Arial"/>
                <a:cs typeface="Arial"/>
              </a:defRPr>
            </a:lvl8pPr>
            <a:lvl9pPr>
              <a:defRPr sz="1650" b="0">
                <a:solidFill>
                  <a:srgbClr val="BDCEC5"/>
                </a:solidFill>
                <a:latin typeface="Arial"/>
                <a:ea typeface="Arial"/>
                <a:cs typeface="Arial"/>
              </a:defRPr>
            </a:lvl9pPr>
          </a:lstStyle>
          <a:p xmlns:a="http://schemas.openxmlformats.org/drawingml/2006/main">
            <a:pPr>
              <a:defRPr sz="1650" b="0">
                <a:solidFill>
                  <a:srgbClr val="BDCEC5"/>
                </a:solidFill>
                <a:latin typeface="Arial"/>
                <a:ea typeface="Arial"/>
                <a:cs typeface="Arial"/>
              </a:defRPr>
            </a:pPr>
            <a:r>
              <a:rPr sz="1650" b="0">
                <a:solidFill>
                  <a:srgbClr val="BDCEC5"/>
                </a:solidFill>
                <a:latin typeface="Arial"/>
                <a:ea typeface="Arial"/>
                <a:cs typeface="Arial"/>
              </a:rPr>
              <a:t>Interviews and requirements</a:t>
            </a:r>
          </a:p>
        </p:txBody>
      </p:sp>
      <p:sp>
        <p:nvSpPr>
          <p:cNvPr id="10" name="">
            <a:extLst xmlns:a="http://schemas.openxmlformats.org/drawingml/2006/main">
              <a:ext uri="{FF2B5EF4-FFF2-40B4-BE49-F238E27FC236}">
                <a16:creationId xmlns:a16="http://schemas.microsoft.com/office/drawing/2014/main" id="{E59F75A7-3031-4A09-87F5-40D1B47AF726}"/>
              </a:ext>
            </a:extLst>
          </p:cNvPr>
          <p:cNvSpPr>
            <a:spLocks xmlns:a="http://schemas.openxmlformats.org/drawingml/2006/main" noGrp="1"/>
          </p:cNvSpPr>
          <p:nvPr/>
        </p:nvSpPr>
        <p:spPr>
          <a:xfrm xmlns:a="http://schemas.openxmlformats.org/drawingml/2006/main">
            <a:off x="609600" y="339090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00" b="1">
                <a:solidFill>
                  <a:srgbClr val="FFFFFF"/>
                </a:solidFill>
                <a:latin typeface="PingFang SC"/>
                <a:ea typeface="PingFang SC"/>
                <a:cs typeface="PingFang SC"/>
              </a:defRPr>
            </a:defPPr>
            <a:lvl1pPr>
              <a:defRPr sz="1800" b="1">
                <a:solidFill>
                  <a:srgbClr val="FFFFFF"/>
                </a:solidFill>
                <a:latin typeface="PingFang SC"/>
                <a:ea typeface="PingFang SC"/>
                <a:cs typeface="PingFang SC"/>
              </a:defRPr>
            </a:lvl1pPr>
            <a:lvl2pPr>
              <a:defRPr sz="1800" b="1">
                <a:solidFill>
                  <a:srgbClr val="FFFFFF"/>
                </a:solidFill>
                <a:latin typeface="PingFang SC"/>
                <a:ea typeface="PingFang SC"/>
                <a:cs typeface="PingFang SC"/>
              </a:defRPr>
            </a:lvl2pPr>
            <a:lvl3pPr>
              <a:defRPr sz="1800" b="1">
                <a:solidFill>
                  <a:srgbClr val="FFFFFF"/>
                </a:solidFill>
                <a:latin typeface="PingFang SC"/>
                <a:ea typeface="PingFang SC"/>
                <a:cs typeface="PingFang SC"/>
              </a:defRPr>
            </a:lvl3pPr>
            <a:lvl4pPr>
              <a:defRPr sz="1800" b="1">
                <a:solidFill>
                  <a:srgbClr val="FFFFFF"/>
                </a:solidFill>
                <a:latin typeface="PingFang SC"/>
                <a:ea typeface="PingFang SC"/>
                <a:cs typeface="PingFang SC"/>
              </a:defRPr>
            </a:lvl4pPr>
            <a:lvl5pPr>
              <a:defRPr sz="1800" b="1">
                <a:solidFill>
                  <a:srgbClr val="FFFFFF"/>
                </a:solidFill>
                <a:latin typeface="PingFang SC"/>
                <a:ea typeface="PingFang SC"/>
                <a:cs typeface="PingFang SC"/>
              </a:defRPr>
            </a:lvl5pPr>
            <a:lvl6pPr>
              <a:defRPr sz="1800" b="1">
                <a:solidFill>
                  <a:srgbClr val="FFFFFF"/>
                </a:solidFill>
                <a:latin typeface="PingFang SC"/>
                <a:ea typeface="PingFang SC"/>
                <a:cs typeface="PingFang SC"/>
              </a:defRPr>
            </a:lvl6pPr>
            <a:lvl7pPr>
              <a:defRPr sz="1800" b="1">
                <a:solidFill>
                  <a:srgbClr val="FFFFFF"/>
                </a:solidFill>
                <a:latin typeface="PingFang SC"/>
                <a:ea typeface="PingFang SC"/>
                <a:cs typeface="PingFang SC"/>
              </a:defRPr>
            </a:lvl7pPr>
            <a:lvl8pPr>
              <a:defRPr sz="1800" b="1">
                <a:solidFill>
                  <a:srgbClr val="FFFFFF"/>
                </a:solidFill>
                <a:latin typeface="PingFang SC"/>
                <a:ea typeface="PingFang SC"/>
                <a:cs typeface="PingFang SC"/>
              </a:defRPr>
            </a:lvl8pPr>
            <a:lvl9pPr>
              <a:defRPr sz="1800" b="1">
                <a:solidFill>
                  <a:srgbClr val="FFFFFF"/>
                </a:solidFill>
                <a:latin typeface="PingFang SC"/>
                <a:ea typeface="PingFang SC"/>
                <a:cs typeface="PingFang SC"/>
              </a:defRPr>
            </a:lvl9pPr>
          </a:lstStyle>
          <a:p xmlns:a="http://schemas.openxmlformats.org/drawingml/2006/main">
            <a:pPr>
              <a:defRPr sz="1800" b="1">
                <a:solidFill>
                  <a:srgbClr val="FFFFFF"/>
                </a:solidFill>
                <a:latin typeface="PingFang SC"/>
                <a:ea typeface="PingFang SC"/>
                <a:cs typeface="PingFang SC"/>
              </a:defRPr>
            </a:pPr>
            <a:r>
              <a:rPr sz="1800" b="1">
                <a:solidFill>
                  <a:srgbClr val="FFFFFF"/>
                </a:solidFill>
                <a:latin typeface="PingFang SC"/>
                <a:ea typeface="PingFang SC"/>
                <a:cs typeface="PingFang SC"/>
              </a:rPr>
              <a:t>黄俊杰</a:t>
            </a:r>
          </a:p>
        </p:txBody>
      </p:sp>
      <p:sp>
        <p:nvSpPr>
          <p:cNvPr id="11" name="">
            <a:extLst xmlns:a="http://schemas.openxmlformats.org/drawingml/2006/main">
              <a:ext uri="{FF2B5EF4-FFF2-40B4-BE49-F238E27FC236}">
                <a16:creationId xmlns:a16="http://schemas.microsoft.com/office/drawing/2014/main" id="{F35D07B9-631F-4A49-9F34-02A6091073A6}"/>
              </a:ext>
            </a:extLst>
          </p:cNvPr>
          <p:cNvSpPr>
            <a:spLocks xmlns:a="http://schemas.openxmlformats.org/drawingml/2006/main" noGrp="1"/>
          </p:cNvSpPr>
          <p:nvPr/>
        </p:nvSpPr>
        <p:spPr>
          <a:xfrm xmlns:a="http://schemas.openxmlformats.org/drawingml/2006/main">
            <a:off x="2762250" y="3390900"/>
            <a:ext cx="3733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650" b="0">
                <a:solidFill>
                  <a:srgbClr val="BDCEC5"/>
                </a:solidFill>
                <a:latin typeface="Arial"/>
                <a:ea typeface="Arial"/>
                <a:cs typeface="Arial"/>
              </a:defRPr>
            </a:defPPr>
            <a:lvl1pPr>
              <a:defRPr sz="1650" b="0">
                <a:solidFill>
                  <a:srgbClr val="BDCEC5"/>
                </a:solidFill>
                <a:latin typeface="Arial"/>
                <a:ea typeface="Arial"/>
                <a:cs typeface="Arial"/>
              </a:defRPr>
            </a:lvl1pPr>
            <a:lvl2pPr>
              <a:defRPr sz="1650" b="0">
                <a:solidFill>
                  <a:srgbClr val="BDCEC5"/>
                </a:solidFill>
                <a:latin typeface="Arial"/>
                <a:ea typeface="Arial"/>
                <a:cs typeface="Arial"/>
              </a:defRPr>
            </a:lvl2pPr>
            <a:lvl3pPr>
              <a:defRPr sz="1650" b="0">
                <a:solidFill>
                  <a:srgbClr val="BDCEC5"/>
                </a:solidFill>
                <a:latin typeface="Arial"/>
                <a:ea typeface="Arial"/>
                <a:cs typeface="Arial"/>
              </a:defRPr>
            </a:lvl3pPr>
            <a:lvl4pPr>
              <a:defRPr sz="1650" b="0">
                <a:solidFill>
                  <a:srgbClr val="BDCEC5"/>
                </a:solidFill>
                <a:latin typeface="Arial"/>
                <a:ea typeface="Arial"/>
                <a:cs typeface="Arial"/>
              </a:defRPr>
            </a:lvl4pPr>
            <a:lvl5pPr>
              <a:defRPr sz="1650" b="0">
                <a:solidFill>
                  <a:srgbClr val="BDCEC5"/>
                </a:solidFill>
                <a:latin typeface="Arial"/>
                <a:ea typeface="Arial"/>
                <a:cs typeface="Arial"/>
              </a:defRPr>
            </a:lvl5pPr>
            <a:lvl6pPr>
              <a:defRPr sz="1650" b="0">
                <a:solidFill>
                  <a:srgbClr val="BDCEC5"/>
                </a:solidFill>
                <a:latin typeface="Arial"/>
                <a:ea typeface="Arial"/>
                <a:cs typeface="Arial"/>
              </a:defRPr>
            </a:lvl6pPr>
            <a:lvl7pPr>
              <a:defRPr sz="1650" b="0">
                <a:solidFill>
                  <a:srgbClr val="BDCEC5"/>
                </a:solidFill>
                <a:latin typeface="Arial"/>
                <a:ea typeface="Arial"/>
                <a:cs typeface="Arial"/>
              </a:defRPr>
            </a:lvl7pPr>
            <a:lvl8pPr>
              <a:defRPr sz="1650" b="0">
                <a:solidFill>
                  <a:srgbClr val="BDCEC5"/>
                </a:solidFill>
                <a:latin typeface="Arial"/>
                <a:ea typeface="Arial"/>
                <a:cs typeface="Arial"/>
              </a:defRPr>
            </a:lvl8pPr>
            <a:lvl9pPr>
              <a:defRPr sz="1650" b="0">
                <a:solidFill>
                  <a:srgbClr val="BDCEC5"/>
                </a:solidFill>
                <a:latin typeface="Arial"/>
                <a:ea typeface="Arial"/>
                <a:cs typeface="Arial"/>
              </a:defRPr>
            </a:lvl9pPr>
          </a:lstStyle>
          <a:p xmlns:a="http://schemas.openxmlformats.org/drawingml/2006/main">
            <a:pPr>
              <a:defRPr sz="1650" b="0">
                <a:solidFill>
                  <a:srgbClr val="BDCEC5"/>
                </a:solidFill>
                <a:latin typeface="Arial"/>
                <a:ea typeface="Arial"/>
                <a:cs typeface="Arial"/>
              </a:defRPr>
            </a:pPr>
            <a:r>
              <a:rPr sz="1650" b="0">
                <a:solidFill>
                  <a:srgbClr val="BDCEC5"/>
                </a:solidFill>
                <a:latin typeface="Arial"/>
                <a:ea typeface="Arial"/>
                <a:cs typeface="Arial"/>
              </a:rPr>
              <a:t>Recruitment and personas</a:t>
            </a:r>
          </a:p>
        </p:txBody>
      </p:sp>
      <p:sp>
        <p:nvSpPr>
          <p:cNvPr id="12" name="">
            <a:extLst xmlns:a="http://schemas.openxmlformats.org/drawingml/2006/main">
              <a:ext uri="{FF2B5EF4-FFF2-40B4-BE49-F238E27FC236}">
                <a16:creationId xmlns:a16="http://schemas.microsoft.com/office/drawing/2014/main" id="{2D065A90-F04A-4C7E-8A56-5EB415F304A7}"/>
              </a:ext>
            </a:extLst>
          </p:cNvPr>
          <p:cNvSpPr>
            <a:spLocks xmlns:a="http://schemas.openxmlformats.org/drawingml/2006/main" noGrp="1"/>
          </p:cNvSpPr>
          <p:nvPr/>
        </p:nvSpPr>
        <p:spPr>
          <a:xfrm xmlns:a="http://schemas.openxmlformats.org/drawingml/2006/main">
            <a:off x="609600" y="379095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00" b="1">
                <a:solidFill>
                  <a:srgbClr val="FFFFFF"/>
                </a:solidFill>
                <a:latin typeface="PingFang SC"/>
                <a:ea typeface="PingFang SC"/>
                <a:cs typeface="PingFang SC"/>
              </a:defRPr>
            </a:defPPr>
            <a:lvl1pPr>
              <a:defRPr sz="1800" b="1">
                <a:solidFill>
                  <a:srgbClr val="FFFFFF"/>
                </a:solidFill>
                <a:latin typeface="PingFang SC"/>
                <a:ea typeface="PingFang SC"/>
                <a:cs typeface="PingFang SC"/>
              </a:defRPr>
            </a:lvl1pPr>
            <a:lvl2pPr>
              <a:defRPr sz="1800" b="1">
                <a:solidFill>
                  <a:srgbClr val="FFFFFF"/>
                </a:solidFill>
                <a:latin typeface="PingFang SC"/>
                <a:ea typeface="PingFang SC"/>
                <a:cs typeface="PingFang SC"/>
              </a:defRPr>
            </a:lvl2pPr>
            <a:lvl3pPr>
              <a:defRPr sz="1800" b="1">
                <a:solidFill>
                  <a:srgbClr val="FFFFFF"/>
                </a:solidFill>
                <a:latin typeface="PingFang SC"/>
                <a:ea typeface="PingFang SC"/>
                <a:cs typeface="PingFang SC"/>
              </a:defRPr>
            </a:lvl3pPr>
            <a:lvl4pPr>
              <a:defRPr sz="1800" b="1">
                <a:solidFill>
                  <a:srgbClr val="FFFFFF"/>
                </a:solidFill>
                <a:latin typeface="PingFang SC"/>
                <a:ea typeface="PingFang SC"/>
                <a:cs typeface="PingFang SC"/>
              </a:defRPr>
            </a:lvl4pPr>
            <a:lvl5pPr>
              <a:defRPr sz="1800" b="1">
                <a:solidFill>
                  <a:srgbClr val="FFFFFF"/>
                </a:solidFill>
                <a:latin typeface="PingFang SC"/>
                <a:ea typeface="PingFang SC"/>
                <a:cs typeface="PingFang SC"/>
              </a:defRPr>
            </a:lvl5pPr>
            <a:lvl6pPr>
              <a:defRPr sz="1800" b="1">
                <a:solidFill>
                  <a:srgbClr val="FFFFFF"/>
                </a:solidFill>
                <a:latin typeface="PingFang SC"/>
                <a:ea typeface="PingFang SC"/>
                <a:cs typeface="PingFang SC"/>
              </a:defRPr>
            </a:lvl6pPr>
            <a:lvl7pPr>
              <a:defRPr sz="1800" b="1">
                <a:solidFill>
                  <a:srgbClr val="FFFFFF"/>
                </a:solidFill>
                <a:latin typeface="PingFang SC"/>
                <a:ea typeface="PingFang SC"/>
                <a:cs typeface="PingFang SC"/>
              </a:defRPr>
            </a:lvl7pPr>
            <a:lvl8pPr>
              <a:defRPr sz="1800" b="1">
                <a:solidFill>
                  <a:srgbClr val="FFFFFF"/>
                </a:solidFill>
                <a:latin typeface="PingFang SC"/>
                <a:ea typeface="PingFang SC"/>
                <a:cs typeface="PingFang SC"/>
              </a:defRPr>
            </a:lvl8pPr>
            <a:lvl9pPr>
              <a:defRPr sz="1800" b="1">
                <a:solidFill>
                  <a:srgbClr val="FFFFFF"/>
                </a:solidFill>
                <a:latin typeface="PingFang SC"/>
                <a:ea typeface="PingFang SC"/>
                <a:cs typeface="PingFang SC"/>
              </a:defRPr>
            </a:lvl9pPr>
          </a:lstStyle>
          <a:p xmlns:a="http://schemas.openxmlformats.org/drawingml/2006/main">
            <a:pPr>
              <a:defRPr sz="1800" b="1">
                <a:solidFill>
                  <a:srgbClr val="FFFFFF"/>
                </a:solidFill>
                <a:latin typeface="PingFang SC"/>
                <a:ea typeface="PingFang SC"/>
                <a:cs typeface="PingFang SC"/>
              </a:defRPr>
            </a:pPr>
            <a:r>
              <a:rPr sz="1800" b="1">
                <a:solidFill>
                  <a:srgbClr val="FFFFFF"/>
                </a:solidFill>
                <a:latin typeface="PingFang SC"/>
                <a:ea typeface="PingFang SC"/>
                <a:cs typeface="PingFang SC"/>
              </a:rPr>
              <a:t>李元龙</a:t>
            </a:r>
          </a:p>
        </p:txBody>
      </p:sp>
      <p:sp>
        <p:nvSpPr>
          <p:cNvPr id="13" name="">
            <a:extLst xmlns:a="http://schemas.openxmlformats.org/drawingml/2006/main">
              <a:ext uri="{FF2B5EF4-FFF2-40B4-BE49-F238E27FC236}">
                <a16:creationId xmlns:a16="http://schemas.microsoft.com/office/drawing/2014/main" id="{54A99BD5-AE60-43EE-BAB1-B7E01931AD05}"/>
              </a:ext>
            </a:extLst>
          </p:cNvPr>
          <p:cNvSpPr>
            <a:spLocks xmlns:a="http://schemas.openxmlformats.org/drawingml/2006/main" noGrp="1"/>
          </p:cNvSpPr>
          <p:nvPr/>
        </p:nvSpPr>
        <p:spPr>
          <a:xfrm xmlns:a="http://schemas.openxmlformats.org/drawingml/2006/main">
            <a:off x="2762250" y="3790950"/>
            <a:ext cx="3733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650" b="0">
                <a:solidFill>
                  <a:srgbClr val="BDCEC5"/>
                </a:solidFill>
                <a:latin typeface="Arial"/>
                <a:ea typeface="Arial"/>
                <a:cs typeface="Arial"/>
              </a:defRPr>
            </a:defPPr>
            <a:lvl1pPr>
              <a:defRPr sz="1650" b="0">
                <a:solidFill>
                  <a:srgbClr val="BDCEC5"/>
                </a:solidFill>
                <a:latin typeface="Arial"/>
                <a:ea typeface="Arial"/>
                <a:cs typeface="Arial"/>
              </a:defRPr>
            </a:lvl1pPr>
            <a:lvl2pPr>
              <a:defRPr sz="1650" b="0">
                <a:solidFill>
                  <a:srgbClr val="BDCEC5"/>
                </a:solidFill>
                <a:latin typeface="Arial"/>
                <a:ea typeface="Arial"/>
                <a:cs typeface="Arial"/>
              </a:defRPr>
            </a:lvl2pPr>
            <a:lvl3pPr>
              <a:defRPr sz="1650" b="0">
                <a:solidFill>
                  <a:srgbClr val="BDCEC5"/>
                </a:solidFill>
                <a:latin typeface="Arial"/>
                <a:ea typeface="Arial"/>
                <a:cs typeface="Arial"/>
              </a:defRPr>
            </a:lvl3pPr>
            <a:lvl4pPr>
              <a:defRPr sz="1650" b="0">
                <a:solidFill>
                  <a:srgbClr val="BDCEC5"/>
                </a:solidFill>
                <a:latin typeface="Arial"/>
                <a:ea typeface="Arial"/>
                <a:cs typeface="Arial"/>
              </a:defRPr>
            </a:lvl4pPr>
            <a:lvl5pPr>
              <a:defRPr sz="1650" b="0">
                <a:solidFill>
                  <a:srgbClr val="BDCEC5"/>
                </a:solidFill>
                <a:latin typeface="Arial"/>
                <a:ea typeface="Arial"/>
                <a:cs typeface="Arial"/>
              </a:defRPr>
            </a:lvl5pPr>
            <a:lvl6pPr>
              <a:defRPr sz="1650" b="0">
                <a:solidFill>
                  <a:srgbClr val="BDCEC5"/>
                </a:solidFill>
                <a:latin typeface="Arial"/>
                <a:ea typeface="Arial"/>
                <a:cs typeface="Arial"/>
              </a:defRPr>
            </a:lvl6pPr>
            <a:lvl7pPr>
              <a:defRPr sz="1650" b="0">
                <a:solidFill>
                  <a:srgbClr val="BDCEC5"/>
                </a:solidFill>
                <a:latin typeface="Arial"/>
                <a:ea typeface="Arial"/>
                <a:cs typeface="Arial"/>
              </a:defRPr>
            </a:lvl7pPr>
            <a:lvl8pPr>
              <a:defRPr sz="1650" b="0">
                <a:solidFill>
                  <a:srgbClr val="BDCEC5"/>
                </a:solidFill>
                <a:latin typeface="Arial"/>
                <a:ea typeface="Arial"/>
                <a:cs typeface="Arial"/>
              </a:defRPr>
            </a:lvl8pPr>
            <a:lvl9pPr>
              <a:defRPr sz="1650" b="0">
                <a:solidFill>
                  <a:srgbClr val="BDCEC5"/>
                </a:solidFill>
                <a:latin typeface="Arial"/>
                <a:ea typeface="Arial"/>
                <a:cs typeface="Arial"/>
              </a:defRPr>
            </a:lvl9pPr>
          </a:lstStyle>
          <a:p xmlns:a="http://schemas.openxmlformats.org/drawingml/2006/main">
            <a:pPr>
              <a:defRPr sz="1650" b="0">
                <a:solidFill>
                  <a:srgbClr val="BDCEC5"/>
                </a:solidFill>
                <a:latin typeface="Arial"/>
                <a:ea typeface="Arial"/>
                <a:cs typeface="Arial"/>
              </a:defRPr>
            </a:pPr>
            <a:r>
              <a:rPr sz="1650" b="0">
                <a:solidFill>
                  <a:srgbClr val="BDCEC5"/>
                </a:solidFill>
                <a:latin typeface="Arial"/>
                <a:ea typeface="Arial"/>
                <a:cs typeface="Arial"/>
              </a:rPr>
              <a:t>User tests and statistics</a:t>
            </a:r>
          </a:p>
        </p:txBody>
      </p:sp>
      <p:sp>
        <p:nvSpPr>
          <p:cNvPr id="14" name="">
            <a:extLst xmlns:a="http://schemas.openxmlformats.org/drawingml/2006/main">
              <a:ext uri="{FF2B5EF4-FFF2-40B4-BE49-F238E27FC236}">
                <a16:creationId xmlns:a16="http://schemas.microsoft.com/office/drawing/2014/main" id="{92D323A6-0452-486B-A886-F80223A583C1}"/>
              </a:ext>
            </a:extLst>
          </p:cNvPr>
          <p:cNvSpPr>
            <a:spLocks xmlns:a="http://schemas.openxmlformats.org/drawingml/2006/main" noGrp="1"/>
          </p:cNvSpPr>
          <p:nvPr/>
        </p:nvSpPr>
        <p:spPr>
          <a:xfrm xmlns:a="http://schemas.openxmlformats.org/drawingml/2006/main">
            <a:off x="609600" y="419100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00" b="1">
                <a:solidFill>
                  <a:srgbClr val="FFFFFF"/>
                </a:solidFill>
                <a:latin typeface="PingFang SC"/>
                <a:ea typeface="PingFang SC"/>
                <a:cs typeface="PingFang SC"/>
              </a:defRPr>
            </a:defPPr>
            <a:lvl1pPr>
              <a:defRPr sz="1800" b="1">
                <a:solidFill>
                  <a:srgbClr val="FFFFFF"/>
                </a:solidFill>
                <a:latin typeface="PingFang SC"/>
                <a:ea typeface="PingFang SC"/>
                <a:cs typeface="PingFang SC"/>
              </a:defRPr>
            </a:lvl1pPr>
            <a:lvl2pPr>
              <a:defRPr sz="1800" b="1">
                <a:solidFill>
                  <a:srgbClr val="FFFFFF"/>
                </a:solidFill>
                <a:latin typeface="PingFang SC"/>
                <a:ea typeface="PingFang SC"/>
                <a:cs typeface="PingFang SC"/>
              </a:defRPr>
            </a:lvl2pPr>
            <a:lvl3pPr>
              <a:defRPr sz="1800" b="1">
                <a:solidFill>
                  <a:srgbClr val="FFFFFF"/>
                </a:solidFill>
                <a:latin typeface="PingFang SC"/>
                <a:ea typeface="PingFang SC"/>
                <a:cs typeface="PingFang SC"/>
              </a:defRPr>
            </a:lvl3pPr>
            <a:lvl4pPr>
              <a:defRPr sz="1800" b="1">
                <a:solidFill>
                  <a:srgbClr val="FFFFFF"/>
                </a:solidFill>
                <a:latin typeface="PingFang SC"/>
                <a:ea typeface="PingFang SC"/>
                <a:cs typeface="PingFang SC"/>
              </a:defRPr>
            </a:lvl4pPr>
            <a:lvl5pPr>
              <a:defRPr sz="1800" b="1">
                <a:solidFill>
                  <a:srgbClr val="FFFFFF"/>
                </a:solidFill>
                <a:latin typeface="PingFang SC"/>
                <a:ea typeface="PingFang SC"/>
                <a:cs typeface="PingFang SC"/>
              </a:defRPr>
            </a:lvl5pPr>
            <a:lvl6pPr>
              <a:defRPr sz="1800" b="1">
                <a:solidFill>
                  <a:srgbClr val="FFFFFF"/>
                </a:solidFill>
                <a:latin typeface="PingFang SC"/>
                <a:ea typeface="PingFang SC"/>
                <a:cs typeface="PingFang SC"/>
              </a:defRPr>
            </a:lvl6pPr>
            <a:lvl7pPr>
              <a:defRPr sz="1800" b="1">
                <a:solidFill>
                  <a:srgbClr val="FFFFFF"/>
                </a:solidFill>
                <a:latin typeface="PingFang SC"/>
                <a:ea typeface="PingFang SC"/>
                <a:cs typeface="PingFang SC"/>
              </a:defRPr>
            </a:lvl7pPr>
            <a:lvl8pPr>
              <a:defRPr sz="1800" b="1">
                <a:solidFill>
                  <a:srgbClr val="FFFFFF"/>
                </a:solidFill>
                <a:latin typeface="PingFang SC"/>
                <a:ea typeface="PingFang SC"/>
                <a:cs typeface="PingFang SC"/>
              </a:defRPr>
            </a:lvl8pPr>
            <a:lvl9pPr>
              <a:defRPr sz="1800" b="1">
                <a:solidFill>
                  <a:srgbClr val="FFFFFF"/>
                </a:solidFill>
                <a:latin typeface="PingFang SC"/>
                <a:ea typeface="PingFang SC"/>
                <a:cs typeface="PingFang SC"/>
              </a:defRPr>
            </a:lvl9pPr>
          </a:lstStyle>
          <a:p xmlns:a="http://schemas.openxmlformats.org/drawingml/2006/main">
            <a:pPr>
              <a:defRPr sz="1800" b="1">
                <a:solidFill>
                  <a:srgbClr val="FFFFFF"/>
                </a:solidFill>
                <a:latin typeface="PingFang SC"/>
                <a:ea typeface="PingFang SC"/>
                <a:cs typeface="PingFang SC"/>
              </a:defRPr>
            </a:pPr>
            <a:r>
              <a:rPr sz="1800" b="1">
                <a:solidFill>
                  <a:srgbClr val="FFFFFF"/>
                </a:solidFill>
                <a:latin typeface="PingFang SC"/>
                <a:ea typeface="PingFang SC"/>
                <a:cs typeface="PingFang SC"/>
              </a:rPr>
              <a:t>黄禹轩</a:t>
            </a:r>
          </a:p>
        </p:txBody>
      </p:sp>
      <p:sp>
        <p:nvSpPr>
          <p:cNvPr id="15" name="">
            <a:extLst xmlns:a="http://schemas.openxmlformats.org/drawingml/2006/main">
              <a:ext uri="{FF2B5EF4-FFF2-40B4-BE49-F238E27FC236}">
                <a16:creationId xmlns:a16="http://schemas.microsoft.com/office/drawing/2014/main" id="{86691FD8-619E-419A-939A-9E4B6B946A7B}"/>
              </a:ext>
            </a:extLst>
          </p:cNvPr>
          <p:cNvSpPr>
            <a:spLocks xmlns:a="http://schemas.openxmlformats.org/drawingml/2006/main" noGrp="1"/>
          </p:cNvSpPr>
          <p:nvPr/>
        </p:nvSpPr>
        <p:spPr>
          <a:xfrm xmlns:a="http://schemas.openxmlformats.org/drawingml/2006/main">
            <a:off x="2762250" y="4191000"/>
            <a:ext cx="3733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650" b="0">
                <a:solidFill>
                  <a:srgbClr val="BDCEC5"/>
                </a:solidFill>
                <a:latin typeface="Arial"/>
                <a:ea typeface="Arial"/>
                <a:cs typeface="Arial"/>
              </a:defRPr>
            </a:defPPr>
            <a:lvl1pPr>
              <a:defRPr sz="1650" b="0">
                <a:solidFill>
                  <a:srgbClr val="BDCEC5"/>
                </a:solidFill>
                <a:latin typeface="Arial"/>
                <a:ea typeface="Arial"/>
                <a:cs typeface="Arial"/>
              </a:defRPr>
            </a:lvl1pPr>
            <a:lvl2pPr>
              <a:defRPr sz="1650" b="0">
                <a:solidFill>
                  <a:srgbClr val="BDCEC5"/>
                </a:solidFill>
                <a:latin typeface="Arial"/>
                <a:ea typeface="Arial"/>
                <a:cs typeface="Arial"/>
              </a:defRPr>
            </a:lvl2pPr>
            <a:lvl3pPr>
              <a:defRPr sz="1650" b="0">
                <a:solidFill>
                  <a:srgbClr val="BDCEC5"/>
                </a:solidFill>
                <a:latin typeface="Arial"/>
                <a:ea typeface="Arial"/>
                <a:cs typeface="Arial"/>
              </a:defRPr>
            </a:lvl3pPr>
            <a:lvl4pPr>
              <a:defRPr sz="1650" b="0">
                <a:solidFill>
                  <a:srgbClr val="BDCEC5"/>
                </a:solidFill>
                <a:latin typeface="Arial"/>
                <a:ea typeface="Arial"/>
                <a:cs typeface="Arial"/>
              </a:defRPr>
            </a:lvl4pPr>
            <a:lvl5pPr>
              <a:defRPr sz="1650" b="0">
                <a:solidFill>
                  <a:srgbClr val="BDCEC5"/>
                </a:solidFill>
                <a:latin typeface="Arial"/>
                <a:ea typeface="Arial"/>
                <a:cs typeface="Arial"/>
              </a:defRPr>
            </a:lvl5pPr>
            <a:lvl6pPr>
              <a:defRPr sz="1650" b="0">
                <a:solidFill>
                  <a:srgbClr val="BDCEC5"/>
                </a:solidFill>
                <a:latin typeface="Arial"/>
                <a:ea typeface="Arial"/>
                <a:cs typeface="Arial"/>
              </a:defRPr>
            </a:lvl6pPr>
            <a:lvl7pPr>
              <a:defRPr sz="1650" b="0">
                <a:solidFill>
                  <a:srgbClr val="BDCEC5"/>
                </a:solidFill>
                <a:latin typeface="Arial"/>
                <a:ea typeface="Arial"/>
                <a:cs typeface="Arial"/>
              </a:defRPr>
            </a:lvl7pPr>
            <a:lvl8pPr>
              <a:defRPr sz="1650" b="0">
                <a:solidFill>
                  <a:srgbClr val="BDCEC5"/>
                </a:solidFill>
                <a:latin typeface="Arial"/>
                <a:ea typeface="Arial"/>
                <a:cs typeface="Arial"/>
              </a:defRPr>
            </a:lvl8pPr>
            <a:lvl9pPr>
              <a:defRPr sz="1650" b="0">
                <a:solidFill>
                  <a:srgbClr val="BDCEC5"/>
                </a:solidFill>
                <a:latin typeface="Arial"/>
                <a:ea typeface="Arial"/>
                <a:cs typeface="Arial"/>
              </a:defRPr>
            </a:lvl9pPr>
          </a:lstStyle>
          <a:p xmlns:a="http://schemas.openxmlformats.org/drawingml/2006/main">
            <a:pPr>
              <a:defRPr sz="1650" b="0">
                <a:solidFill>
                  <a:srgbClr val="BDCEC5"/>
                </a:solidFill>
                <a:latin typeface="Arial"/>
                <a:ea typeface="Arial"/>
                <a:cs typeface="Arial"/>
              </a:defRPr>
            </a:pPr>
            <a:r>
              <a:rPr sz="1650" b="0">
                <a:solidFill>
                  <a:srgbClr val="BDCEC5"/>
                </a:solidFill>
                <a:latin typeface="Arial"/>
                <a:ea typeface="Arial"/>
                <a:cs typeface="Arial"/>
              </a:rPr>
              <a:t>Data and weekly submission</a:t>
            </a:r>
          </a:p>
        </p:txBody>
      </p:sp>
      <p:sp>
        <p:nvSpPr>
          <p:cNvPr id="16" name="">
            <a:extLst xmlns:a="http://schemas.openxmlformats.org/drawingml/2006/main">
              <a:ext uri="{FF2B5EF4-FFF2-40B4-BE49-F238E27FC236}">
                <a16:creationId xmlns:a16="http://schemas.microsoft.com/office/drawing/2014/main" id="{42535654-5E0F-4212-A755-29363A2E6B52}"/>
              </a:ext>
            </a:extLst>
          </p:cNvPr>
          <p:cNvSpPr>
            <a:spLocks xmlns:a="http://schemas.openxmlformats.org/drawingml/2006/main" noGrp="1"/>
          </p:cNvSpPr>
          <p:nvPr/>
        </p:nvSpPr>
        <p:spPr>
          <a:xfrm xmlns:a="http://schemas.openxmlformats.org/drawingml/2006/main">
            <a:off x="609600" y="459105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00" b="1">
                <a:solidFill>
                  <a:srgbClr val="FFFFFF"/>
                </a:solidFill>
                <a:latin typeface="PingFang SC"/>
                <a:ea typeface="PingFang SC"/>
                <a:cs typeface="PingFang SC"/>
              </a:defRPr>
            </a:defPPr>
            <a:lvl1pPr>
              <a:defRPr sz="1800" b="1">
                <a:solidFill>
                  <a:srgbClr val="FFFFFF"/>
                </a:solidFill>
                <a:latin typeface="PingFang SC"/>
                <a:ea typeface="PingFang SC"/>
                <a:cs typeface="PingFang SC"/>
              </a:defRPr>
            </a:lvl1pPr>
            <a:lvl2pPr>
              <a:defRPr sz="1800" b="1">
                <a:solidFill>
                  <a:srgbClr val="FFFFFF"/>
                </a:solidFill>
                <a:latin typeface="PingFang SC"/>
                <a:ea typeface="PingFang SC"/>
                <a:cs typeface="PingFang SC"/>
              </a:defRPr>
            </a:lvl2pPr>
            <a:lvl3pPr>
              <a:defRPr sz="1800" b="1">
                <a:solidFill>
                  <a:srgbClr val="FFFFFF"/>
                </a:solidFill>
                <a:latin typeface="PingFang SC"/>
                <a:ea typeface="PingFang SC"/>
                <a:cs typeface="PingFang SC"/>
              </a:defRPr>
            </a:lvl3pPr>
            <a:lvl4pPr>
              <a:defRPr sz="1800" b="1">
                <a:solidFill>
                  <a:srgbClr val="FFFFFF"/>
                </a:solidFill>
                <a:latin typeface="PingFang SC"/>
                <a:ea typeface="PingFang SC"/>
                <a:cs typeface="PingFang SC"/>
              </a:defRPr>
            </a:lvl4pPr>
            <a:lvl5pPr>
              <a:defRPr sz="1800" b="1">
                <a:solidFill>
                  <a:srgbClr val="FFFFFF"/>
                </a:solidFill>
                <a:latin typeface="PingFang SC"/>
                <a:ea typeface="PingFang SC"/>
                <a:cs typeface="PingFang SC"/>
              </a:defRPr>
            </a:lvl5pPr>
            <a:lvl6pPr>
              <a:defRPr sz="1800" b="1">
                <a:solidFill>
                  <a:srgbClr val="FFFFFF"/>
                </a:solidFill>
                <a:latin typeface="PingFang SC"/>
                <a:ea typeface="PingFang SC"/>
                <a:cs typeface="PingFang SC"/>
              </a:defRPr>
            </a:lvl6pPr>
            <a:lvl7pPr>
              <a:defRPr sz="1800" b="1">
                <a:solidFill>
                  <a:srgbClr val="FFFFFF"/>
                </a:solidFill>
                <a:latin typeface="PingFang SC"/>
                <a:ea typeface="PingFang SC"/>
                <a:cs typeface="PingFang SC"/>
              </a:defRPr>
            </a:lvl7pPr>
            <a:lvl8pPr>
              <a:defRPr sz="1800" b="1">
                <a:solidFill>
                  <a:srgbClr val="FFFFFF"/>
                </a:solidFill>
                <a:latin typeface="PingFang SC"/>
                <a:ea typeface="PingFang SC"/>
                <a:cs typeface="PingFang SC"/>
              </a:defRPr>
            </a:lvl8pPr>
            <a:lvl9pPr>
              <a:defRPr sz="1800" b="1">
                <a:solidFill>
                  <a:srgbClr val="FFFFFF"/>
                </a:solidFill>
                <a:latin typeface="PingFang SC"/>
                <a:ea typeface="PingFang SC"/>
                <a:cs typeface="PingFang SC"/>
              </a:defRPr>
            </a:lvl9pPr>
          </a:lstStyle>
          <a:p xmlns:a="http://schemas.openxmlformats.org/drawingml/2006/main">
            <a:pPr>
              <a:defRPr sz="1800" b="1">
                <a:solidFill>
                  <a:srgbClr val="FFFFFF"/>
                </a:solidFill>
                <a:latin typeface="PingFang SC"/>
                <a:ea typeface="PingFang SC"/>
                <a:cs typeface="PingFang SC"/>
              </a:defRPr>
            </a:pPr>
            <a:r>
              <a:rPr sz="1800" b="1">
                <a:solidFill>
                  <a:srgbClr val="FFFFFF"/>
                </a:solidFill>
                <a:latin typeface="PingFang SC"/>
                <a:ea typeface="PingFang SC"/>
                <a:cs typeface="PingFang SC"/>
              </a:rPr>
              <a:t>汤鋆秋</a:t>
            </a:r>
          </a:p>
        </p:txBody>
      </p:sp>
      <p:sp>
        <p:nvSpPr>
          <p:cNvPr id="17" name="">
            <a:extLst xmlns:a="http://schemas.openxmlformats.org/drawingml/2006/main">
              <a:ext uri="{FF2B5EF4-FFF2-40B4-BE49-F238E27FC236}">
                <a16:creationId xmlns:a16="http://schemas.microsoft.com/office/drawing/2014/main" id="{4974BB37-D114-4D4F-8310-D7764D46FCC7}"/>
              </a:ext>
            </a:extLst>
          </p:cNvPr>
          <p:cNvSpPr>
            <a:spLocks xmlns:a="http://schemas.openxmlformats.org/drawingml/2006/main" noGrp="1"/>
          </p:cNvSpPr>
          <p:nvPr/>
        </p:nvSpPr>
        <p:spPr>
          <a:xfrm xmlns:a="http://schemas.openxmlformats.org/drawingml/2006/main">
            <a:off x="2762250" y="4591050"/>
            <a:ext cx="3733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650" b="0">
                <a:solidFill>
                  <a:srgbClr val="BDCEC5"/>
                </a:solidFill>
                <a:latin typeface="Arial"/>
                <a:ea typeface="Arial"/>
                <a:cs typeface="Arial"/>
              </a:defRPr>
            </a:defPPr>
            <a:lvl1pPr>
              <a:defRPr sz="1650" b="0">
                <a:solidFill>
                  <a:srgbClr val="BDCEC5"/>
                </a:solidFill>
                <a:latin typeface="Arial"/>
                <a:ea typeface="Arial"/>
                <a:cs typeface="Arial"/>
              </a:defRPr>
            </a:lvl1pPr>
            <a:lvl2pPr>
              <a:defRPr sz="1650" b="0">
                <a:solidFill>
                  <a:srgbClr val="BDCEC5"/>
                </a:solidFill>
                <a:latin typeface="Arial"/>
                <a:ea typeface="Arial"/>
                <a:cs typeface="Arial"/>
              </a:defRPr>
            </a:lvl2pPr>
            <a:lvl3pPr>
              <a:defRPr sz="1650" b="0">
                <a:solidFill>
                  <a:srgbClr val="BDCEC5"/>
                </a:solidFill>
                <a:latin typeface="Arial"/>
                <a:ea typeface="Arial"/>
                <a:cs typeface="Arial"/>
              </a:defRPr>
            </a:lvl3pPr>
            <a:lvl4pPr>
              <a:defRPr sz="1650" b="0">
                <a:solidFill>
                  <a:srgbClr val="BDCEC5"/>
                </a:solidFill>
                <a:latin typeface="Arial"/>
                <a:ea typeface="Arial"/>
                <a:cs typeface="Arial"/>
              </a:defRPr>
            </a:lvl4pPr>
            <a:lvl5pPr>
              <a:defRPr sz="1650" b="0">
                <a:solidFill>
                  <a:srgbClr val="BDCEC5"/>
                </a:solidFill>
                <a:latin typeface="Arial"/>
                <a:ea typeface="Arial"/>
                <a:cs typeface="Arial"/>
              </a:defRPr>
            </a:lvl5pPr>
            <a:lvl6pPr>
              <a:defRPr sz="1650" b="0">
                <a:solidFill>
                  <a:srgbClr val="BDCEC5"/>
                </a:solidFill>
                <a:latin typeface="Arial"/>
                <a:ea typeface="Arial"/>
                <a:cs typeface="Arial"/>
              </a:defRPr>
            </a:lvl6pPr>
            <a:lvl7pPr>
              <a:defRPr sz="1650" b="0">
                <a:solidFill>
                  <a:srgbClr val="BDCEC5"/>
                </a:solidFill>
                <a:latin typeface="Arial"/>
                <a:ea typeface="Arial"/>
                <a:cs typeface="Arial"/>
              </a:defRPr>
            </a:lvl7pPr>
            <a:lvl8pPr>
              <a:defRPr sz="1650" b="0">
                <a:solidFill>
                  <a:srgbClr val="BDCEC5"/>
                </a:solidFill>
                <a:latin typeface="Arial"/>
                <a:ea typeface="Arial"/>
                <a:cs typeface="Arial"/>
              </a:defRPr>
            </a:lvl8pPr>
            <a:lvl9pPr>
              <a:defRPr sz="1650" b="0">
                <a:solidFill>
                  <a:srgbClr val="BDCEC5"/>
                </a:solidFill>
                <a:latin typeface="Arial"/>
                <a:ea typeface="Arial"/>
                <a:cs typeface="Arial"/>
              </a:defRPr>
            </a:lvl9pPr>
          </a:lstStyle>
          <a:p xmlns:a="http://schemas.openxmlformats.org/drawingml/2006/main">
            <a:pPr>
              <a:defRPr sz="1650" b="0">
                <a:solidFill>
                  <a:srgbClr val="BDCEC5"/>
                </a:solidFill>
                <a:latin typeface="Arial"/>
                <a:ea typeface="Arial"/>
                <a:cs typeface="Arial"/>
              </a:defRPr>
            </a:pPr>
            <a:r>
              <a:rPr sz="1650" b="0">
                <a:solidFill>
                  <a:srgbClr val="BDCEC5"/>
                </a:solidFill>
                <a:latin typeface="Arial"/>
                <a:ea typeface="Arial"/>
                <a:cs typeface="Arial"/>
              </a:rPr>
              <a:t>Iteration and retesting</a:t>
            </a:r>
          </a:p>
        </p:txBody>
      </p:sp>
      <p:sp>
        <p:nvSpPr>
          <p:cNvPr id="18" name="">
            <a:extLst xmlns:a="http://schemas.openxmlformats.org/drawingml/2006/main">
              <a:ext uri="{FF2B5EF4-FFF2-40B4-BE49-F238E27FC236}">
                <a16:creationId xmlns:a16="http://schemas.microsoft.com/office/drawing/2014/main" id="{5E584FD0-54F8-4129-A863-688944BE1C70}"/>
              </a:ext>
            </a:extLst>
          </p:cNvPr>
          <p:cNvSpPr>
            <a:spLocks xmlns:a="http://schemas.openxmlformats.org/drawingml/2006/main" noGrp="1"/>
          </p:cNvSpPr>
          <p:nvPr/>
        </p:nvSpPr>
        <p:spPr>
          <a:xfrm xmlns:a="http://schemas.openxmlformats.org/drawingml/2006/main">
            <a:off x="609600" y="5133975"/>
            <a:ext cx="590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650" b="1">
                <a:solidFill>
                  <a:srgbClr val="D6E58A"/>
                </a:solidFill>
                <a:latin typeface="Arial"/>
                <a:ea typeface="Arial"/>
                <a:cs typeface="Arial"/>
              </a:defRPr>
            </a:defPPr>
            <a:lvl1pPr>
              <a:defRPr sz="1650" b="1">
                <a:solidFill>
                  <a:srgbClr val="D6E58A"/>
                </a:solidFill>
                <a:latin typeface="Arial"/>
                <a:ea typeface="Arial"/>
                <a:cs typeface="Arial"/>
              </a:defRPr>
            </a:lvl1pPr>
            <a:lvl2pPr>
              <a:defRPr sz="1650" b="1">
                <a:solidFill>
                  <a:srgbClr val="D6E58A"/>
                </a:solidFill>
                <a:latin typeface="Arial"/>
                <a:ea typeface="Arial"/>
                <a:cs typeface="Arial"/>
              </a:defRPr>
            </a:lvl2pPr>
            <a:lvl3pPr>
              <a:defRPr sz="1650" b="1">
                <a:solidFill>
                  <a:srgbClr val="D6E58A"/>
                </a:solidFill>
                <a:latin typeface="Arial"/>
                <a:ea typeface="Arial"/>
                <a:cs typeface="Arial"/>
              </a:defRPr>
            </a:lvl3pPr>
            <a:lvl4pPr>
              <a:defRPr sz="1650" b="1">
                <a:solidFill>
                  <a:srgbClr val="D6E58A"/>
                </a:solidFill>
                <a:latin typeface="Arial"/>
                <a:ea typeface="Arial"/>
                <a:cs typeface="Arial"/>
              </a:defRPr>
            </a:lvl4pPr>
            <a:lvl5pPr>
              <a:defRPr sz="1650" b="1">
                <a:solidFill>
                  <a:srgbClr val="D6E58A"/>
                </a:solidFill>
                <a:latin typeface="Arial"/>
                <a:ea typeface="Arial"/>
                <a:cs typeface="Arial"/>
              </a:defRPr>
            </a:lvl5pPr>
            <a:lvl6pPr>
              <a:defRPr sz="1650" b="1">
                <a:solidFill>
                  <a:srgbClr val="D6E58A"/>
                </a:solidFill>
                <a:latin typeface="Arial"/>
                <a:ea typeface="Arial"/>
                <a:cs typeface="Arial"/>
              </a:defRPr>
            </a:lvl6pPr>
            <a:lvl7pPr>
              <a:defRPr sz="1650" b="1">
                <a:solidFill>
                  <a:srgbClr val="D6E58A"/>
                </a:solidFill>
                <a:latin typeface="Arial"/>
                <a:ea typeface="Arial"/>
                <a:cs typeface="Arial"/>
              </a:defRPr>
            </a:lvl7pPr>
            <a:lvl8pPr>
              <a:defRPr sz="1650" b="1">
                <a:solidFill>
                  <a:srgbClr val="D6E58A"/>
                </a:solidFill>
                <a:latin typeface="Arial"/>
                <a:ea typeface="Arial"/>
                <a:cs typeface="Arial"/>
              </a:defRPr>
            </a:lvl8pPr>
            <a:lvl9pPr>
              <a:defRPr sz="1650" b="1">
                <a:solidFill>
                  <a:srgbClr val="D6E58A"/>
                </a:solidFill>
                <a:latin typeface="Arial"/>
                <a:ea typeface="Arial"/>
                <a:cs typeface="Arial"/>
              </a:defRPr>
            </a:lvl9pPr>
          </a:lstStyle>
          <a:p xmlns:a="http://schemas.openxmlformats.org/drawingml/2006/main">
            <a:pPr>
              <a:defRPr sz="1650" b="1">
                <a:solidFill>
                  <a:srgbClr val="D6E58A"/>
                </a:solidFill>
                <a:latin typeface="Arial"/>
                <a:ea typeface="Arial"/>
                <a:cs typeface="Arial"/>
              </a:defRPr>
            </a:pPr>
            <a:r>
              <a:rPr sz="1650" b="1">
                <a:solidFill>
                  <a:srgbClr val="D6E58A"/>
                </a:solidFill>
                <a:latin typeface="Arial"/>
                <a:ea typeface="Arial"/>
                <a:cs typeface="Arial"/>
              </a:rPr>
              <a:t>Next real-user observations</a:t>
            </a:r>
          </a:p>
        </p:txBody>
      </p:sp>
      <p:sp>
        <p:nvSpPr>
          <p:cNvPr id="19" name="">
            <a:extLst xmlns:a="http://schemas.openxmlformats.org/drawingml/2006/main">
              <a:ext uri="{FF2B5EF4-FFF2-40B4-BE49-F238E27FC236}">
                <a16:creationId xmlns:a16="http://schemas.microsoft.com/office/drawing/2014/main" id="{D844F490-201A-4FA2-868F-7BFA326481F6}"/>
              </a:ext>
            </a:extLst>
          </p:cNvPr>
          <p:cNvSpPr>
            <a:spLocks xmlns:a="http://schemas.openxmlformats.org/drawingml/2006/main" noGrp="1"/>
          </p:cNvSpPr>
          <p:nvPr/>
        </p:nvSpPr>
        <p:spPr>
          <a:xfrm xmlns:a="http://schemas.openxmlformats.org/drawingml/2006/main">
            <a:off x="609600" y="5534025"/>
            <a:ext cx="590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500" b="0">
                <a:solidFill>
                  <a:srgbClr val="FFFFFF"/>
                </a:solidFill>
                <a:latin typeface="Arial"/>
                <a:ea typeface="Arial"/>
                <a:cs typeface="Arial"/>
              </a:defRPr>
            </a:defPPr>
            <a:lvl1pPr>
              <a:defRPr sz="1500" b="0">
                <a:solidFill>
                  <a:srgbClr val="FFFFFF"/>
                </a:solidFill>
                <a:latin typeface="Arial"/>
                <a:ea typeface="Arial"/>
                <a:cs typeface="Arial"/>
              </a:defRPr>
            </a:lvl1pPr>
            <a:lvl2pPr>
              <a:defRPr sz="1500" b="0">
                <a:solidFill>
                  <a:srgbClr val="FFFFFF"/>
                </a:solidFill>
                <a:latin typeface="Arial"/>
                <a:ea typeface="Arial"/>
                <a:cs typeface="Arial"/>
              </a:defRPr>
            </a:lvl2pPr>
            <a:lvl3pPr>
              <a:defRPr sz="1500" b="0">
                <a:solidFill>
                  <a:srgbClr val="FFFFFF"/>
                </a:solidFill>
                <a:latin typeface="Arial"/>
                <a:ea typeface="Arial"/>
                <a:cs typeface="Arial"/>
              </a:defRPr>
            </a:lvl3pPr>
            <a:lvl4pPr>
              <a:defRPr sz="1500" b="0">
                <a:solidFill>
                  <a:srgbClr val="FFFFFF"/>
                </a:solidFill>
                <a:latin typeface="Arial"/>
                <a:ea typeface="Arial"/>
                <a:cs typeface="Arial"/>
              </a:defRPr>
            </a:lvl4pPr>
            <a:lvl5pPr>
              <a:defRPr sz="1500" b="0">
                <a:solidFill>
                  <a:srgbClr val="FFFFFF"/>
                </a:solidFill>
                <a:latin typeface="Arial"/>
                <a:ea typeface="Arial"/>
                <a:cs typeface="Arial"/>
              </a:defRPr>
            </a:lvl5pPr>
            <a:lvl6pPr>
              <a:defRPr sz="1500" b="0">
                <a:solidFill>
                  <a:srgbClr val="FFFFFF"/>
                </a:solidFill>
                <a:latin typeface="Arial"/>
                <a:ea typeface="Arial"/>
                <a:cs typeface="Arial"/>
              </a:defRPr>
            </a:lvl6pPr>
            <a:lvl7pPr>
              <a:defRPr sz="1500" b="0">
                <a:solidFill>
                  <a:srgbClr val="FFFFFF"/>
                </a:solidFill>
                <a:latin typeface="Arial"/>
                <a:ea typeface="Arial"/>
                <a:cs typeface="Arial"/>
              </a:defRPr>
            </a:lvl7pPr>
            <a:lvl8pPr>
              <a:defRPr sz="1500" b="0">
                <a:solidFill>
                  <a:srgbClr val="FFFFFF"/>
                </a:solidFill>
                <a:latin typeface="Arial"/>
                <a:ea typeface="Arial"/>
                <a:cs typeface="Arial"/>
              </a:defRPr>
            </a:lvl8pPr>
            <a:lvl9pPr>
              <a:defRPr sz="1500" b="0">
                <a:solidFill>
                  <a:srgbClr val="FFFFFF"/>
                </a:solidFill>
                <a:latin typeface="Arial"/>
                <a:ea typeface="Arial"/>
                <a:cs typeface="Arial"/>
              </a:defRPr>
            </a:lvl9pPr>
          </a:lstStyle>
          <a:p xmlns:a="http://schemas.openxmlformats.org/drawingml/2006/main">
            <a:pPr>
              <a:defRPr sz="1500" b="0">
                <a:solidFill>
                  <a:srgbClr val="FFFFFF"/>
                </a:solidFill>
                <a:latin typeface="Arial"/>
                <a:ea typeface="Arial"/>
                <a:cs typeface="Arial"/>
              </a:defRPr>
            </a:pPr>
            <a:r>
              <a:rPr sz="1500" b="0">
                <a:solidFill>
                  <a:srgbClr val="FFFFFF"/>
                </a:solidFill>
                <a:latin typeface="Arial"/>
                <a:ea typeface="Arial"/>
                <a:cs typeface="Arial"/>
              </a:rPr>
              <a:t>Use personal timetables. Explain fees and return terms.</a:t>
            </a:r>
          </a:p>
          <a:p xmlns:a="http://schemas.openxmlformats.org/drawingml/2006/main">
            <a:pPr>
              <a:defRPr sz="1500" b="0">
                <a:solidFill>
                  <a:srgbClr val="FFFFFF"/>
                </a:solidFill>
                <a:latin typeface="Arial"/>
                <a:ea typeface="Arial"/>
                <a:cs typeface="Arial"/>
              </a:defRPr>
            </a:pPr>
            <a:r>
              <a:rPr sz="1500" b="0">
                <a:solidFill>
                  <a:srgbClr val="FFFFFF"/>
                </a:solidFill>
                <a:latin typeface="Arial"/>
                <a:ea typeface="Arial"/>
                <a:cs typeface="Arial"/>
              </a:rPr>
              <a:t>Decline location. Record outcomes, errors and retests.</a:t>
            </a:r>
          </a:p>
        </p:txBody>
      </p:sp>
      <p:sp>
        <p:nvSpPr>
          <p:cNvPr id="20" name="">
            <a:extLst xmlns:a="http://schemas.openxmlformats.org/drawingml/2006/main">
              <a:ext uri="{FF2B5EF4-FFF2-40B4-BE49-F238E27FC236}">
                <a16:creationId xmlns:a16="http://schemas.microsoft.com/office/drawing/2014/main" id="{1CE15444-ED17-4FED-A66B-972DA884948B}"/>
              </a:ext>
            </a:extLst>
          </p:cNvPr>
          <p:cNvSpPr>
            <a:spLocks xmlns:a="http://schemas.openxmlformats.org/drawingml/2006/main" noGrp="1"/>
          </p:cNvSpPr>
          <p:nvPr/>
        </p:nvSpPr>
        <p:spPr>
          <a:xfrm xmlns:a="http://schemas.openxmlformats.org/drawingml/2006/main">
            <a:off x="7086600" y="2133600"/>
            <a:ext cx="0" cy="3143250"/>
          </a:xfrm>
          <a:prstGeom xmlns:a="http://schemas.openxmlformats.org/drawingml/2006/main" prst="line">
            <a:avLst/>
          </a:prstGeom>
          <a:noFill xmlns:a="http://schemas.openxmlformats.org/drawingml/2006/main"/>
          <a:ln xmlns:a="http://schemas.openxmlformats.org/drawingml/2006/main" w="19050">
            <a:solidFill>
              <a:srgbClr val="527561"/>
            </a:solidFill>
          </a:ln>
        </p:spPr>
      </p:sp>
      <p:sp>
        <p:nvSpPr>
          <p:cNvPr id="21" name="">
            <a:extLst xmlns:a="http://schemas.openxmlformats.org/drawingml/2006/main">
              <a:ext uri="{FF2B5EF4-FFF2-40B4-BE49-F238E27FC236}">
                <a16:creationId xmlns:a16="http://schemas.microsoft.com/office/drawing/2014/main" id="{36EFCB6E-B0D9-4667-BBD9-F8B7257C1DBA}"/>
              </a:ext>
            </a:extLst>
          </p:cNvPr>
          <p:cNvSpPr>
            <a:spLocks xmlns:a="http://schemas.openxmlformats.org/drawingml/2006/main" noGrp="1"/>
          </p:cNvSpPr>
          <p:nvPr/>
        </p:nvSpPr>
        <p:spPr>
          <a:xfrm xmlns:a="http://schemas.openxmlformats.org/drawingml/2006/main">
            <a:off x="7019925" y="2133600"/>
            <a:ext cx="133350" cy="133350"/>
          </a:xfrm>
          <a:prstGeom xmlns:a="http://schemas.openxmlformats.org/drawingml/2006/main" prst="ellipse">
            <a:avLst/>
          </a:prstGeom>
          <a:solidFill xmlns:a="http://schemas.openxmlformats.org/drawingml/2006/main">
            <a:srgbClr val="D6E58A"/>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EB209852-A3BD-4132-A86D-265C0A75A317}"/>
              </a:ext>
            </a:extLst>
          </p:cNvPr>
          <p:cNvSpPr>
            <a:spLocks xmlns:a="http://schemas.openxmlformats.org/drawingml/2006/main" noGrp="1"/>
          </p:cNvSpPr>
          <p:nvPr/>
        </p:nvSpPr>
        <p:spPr>
          <a:xfrm xmlns:a="http://schemas.openxmlformats.org/drawingml/2006/main">
            <a:off x="7439025" y="2095500"/>
            <a:ext cx="41433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575" b="1">
                <a:solidFill>
                  <a:srgbClr val="D6E58A"/>
                </a:solidFill>
                <a:latin typeface="Arial"/>
                <a:ea typeface="Arial"/>
                <a:cs typeface="Arial"/>
              </a:defRPr>
            </a:defPPr>
            <a:lvl1pPr>
              <a:defRPr sz="1575" b="1">
                <a:solidFill>
                  <a:srgbClr val="D6E58A"/>
                </a:solidFill>
                <a:latin typeface="Arial"/>
                <a:ea typeface="Arial"/>
                <a:cs typeface="Arial"/>
              </a:defRPr>
            </a:lvl1pPr>
            <a:lvl2pPr>
              <a:defRPr sz="1575" b="1">
                <a:solidFill>
                  <a:srgbClr val="D6E58A"/>
                </a:solidFill>
                <a:latin typeface="Arial"/>
                <a:ea typeface="Arial"/>
                <a:cs typeface="Arial"/>
              </a:defRPr>
            </a:lvl2pPr>
            <a:lvl3pPr>
              <a:defRPr sz="1575" b="1">
                <a:solidFill>
                  <a:srgbClr val="D6E58A"/>
                </a:solidFill>
                <a:latin typeface="Arial"/>
                <a:ea typeface="Arial"/>
                <a:cs typeface="Arial"/>
              </a:defRPr>
            </a:lvl3pPr>
            <a:lvl4pPr>
              <a:defRPr sz="1575" b="1">
                <a:solidFill>
                  <a:srgbClr val="D6E58A"/>
                </a:solidFill>
                <a:latin typeface="Arial"/>
                <a:ea typeface="Arial"/>
                <a:cs typeface="Arial"/>
              </a:defRPr>
            </a:lvl4pPr>
            <a:lvl5pPr>
              <a:defRPr sz="1575" b="1">
                <a:solidFill>
                  <a:srgbClr val="D6E58A"/>
                </a:solidFill>
                <a:latin typeface="Arial"/>
                <a:ea typeface="Arial"/>
                <a:cs typeface="Arial"/>
              </a:defRPr>
            </a:lvl5pPr>
            <a:lvl6pPr>
              <a:defRPr sz="1575" b="1">
                <a:solidFill>
                  <a:srgbClr val="D6E58A"/>
                </a:solidFill>
                <a:latin typeface="Arial"/>
                <a:ea typeface="Arial"/>
                <a:cs typeface="Arial"/>
              </a:defRPr>
            </a:lvl6pPr>
            <a:lvl7pPr>
              <a:defRPr sz="1575" b="1">
                <a:solidFill>
                  <a:srgbClr val="D6E58A"/>
                </a:solidFill>
                <a:latin typeface="Arial"/>
                <a:ea typeface="Arial"/>
                <a:cs typeface="Arial"/>
              </a:defRPr>
            </a:lvl7pPr>
            <a:lvl8pPr>
              <a:defRPr sz="1575" b="1">
                <a:solidFill>
                  <a:srgbClr val="D6E58A"/>
                </a:solidFill>
                <a:latin typeface="Arial"/>
                <a:ea typeface="Arial"/>
                <a:cs typeface="Arial"/>
              </a:defRPr>
            </a:lvl8pPr>
            <a:lvl9pPr>
              <a:defRPr sz="1575" b="1">
                <a:solidFill>
                  <a:srgbClr val="D6E58A"/>
                </a:solidFill>
                <a:latin typeface="Arial"/>
                <a:ea typeface="Arial"/>
                <a:cs typeface="Arial"/>
              </a:defRPr>
            </a:lvl9pPr>
          </a:lstStyle>
          <a:p xmlns:a="http://schemas.openxmlformats.org/drawingml/2006/main">
            <a:pPr>
              <a:defRPr sz="1575" b="1">
                <a:solidFill>
                  <a:srgbClr val="D6E58A"/>
                </a:solidFill>
                <a:latin typeface="Arial"/>
                <a:ea typeface="Arial"/>
                <a:cs typeface="Arial"/>
              </a:defRPr>
            </a:pPr>
            <a:r>
              <a:rPr sz="1575" b="1">
                <a:solidFill>
                  <a:srgbClr val="D6E58A"/>
                </a:solidFill>
                <a:latin typeface="Arial"/>
                <a:ea typeface="Arial"/>
                <a:cs typeface="Arial"/>
              </a:rPr>
              <a:t>W6   19-25 OCT</a:t>
            </a:r>
          </a:p>
        </p:txBody>
      </p:sp>
      <p:sp>
        <p:nvSpPr>
          <p:cNvPr id="23" name="">
            <a:extLst xmlns:a="http://schemas.openxmlformats.org/drawingml/2006/main">
              <a:ext uri="{FF2B5EF4-FFF2-40B4-BE49-F238E27FC236}">
                <a16:creationId xmlns:a16="http://schemas.microsoft.com/office/drawing/2014/main" id="{BBCC5FE4-EBAB-4721-9B10-28FA2DADB184}"/>
              </a:ext>
            </a:extLst>
          </p:cNvPr>
          <p:cNvSpPr>
            <a:spLocks xmlns:a="http://schemas.openxmlformats.org/drawingml/2006/main" noGrp="1"/>
          </p:cNvSpPr>
          <p:nvPr/>
        </p:nvSpPr>
        <p:spPr>
          <a:xfrm xmlns:a="http://schemas.openxmlformats.org/drawingml/2006/main">
            <a:off x="7439025" y="2505075"/>
            <a:ext cx="41433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575" b="0">
                <a:solidFill>
                  <a:srgbClr val="FFFFFF"/>
                </a:solidFill>
                <a:latin typeface="Arial"/>
                <a:ea typeface="Arial"/>
                <a:cs typeface="Arial"/>
              </a:defRPr>
            </a:defPPr>
            <a:lvl1pPr>
              <a:defRPr sz="1575" b="0">
                <a:solidFill>
                  <a:srgbClr val="FFFFFF"/>
                </a:solidFill>
                <a:latin typeface="Arial"/>
                <a:ea typeface="Arial"/>
                <a:cs typeface="Arial"/>
              </a:defRPr>
            </a:lvl1pPr>
            <a:lvl2pPr>
              <a:defRPr sz="1575" b="0">
                <a:solidFill>
                  <a:srgbClr val="FFFFFF"/>
                </a:solidFill>
                <a:latin typeface="Arial"/>
                <a:ea typeface="Arial"/>
                <a:cs typeface="Arial"/>
              </a:defRPr>
            </a:lvl2pPr>
            <a:lvl3pPr>
              <a:defRPr sz="1575" b="0">
                <a:solidFill>
                  <a:srgbClr val="FFFFFF"/>
                </a:solidFill>
                <a:latin typeface="Arial"/>
                <a:ea typeface="Arial"/>
                <a:cs typeface="Arial"/>
              </a:defRPr>
            </a:lvl3pPr>
            <a:lvl4pPr>
              <a:defRPr sz="1575" b="0">
                <a:solidFill>
                  <a:srgbClr val="FFFFFF"/>
                </a:solidFill>
                <a:latin typeface="Arial"/>
                <a:ea typeface="Arial"/>
                <a:cs typeface="Arial"/>
              </a:defRPr>
            </a:lvl4pPr>
            <a:lvl5pPr>
              <a:defRPr sz="1575" b="0">
                <a:solidFill>
                  <a:srgbClr val="FFFFFF"/>
                </a:solidFill>
                <a:latin typeface="Arial"/>
                <a:ea typeface="Arial"/>
                <a:cs typeface="Arial"/>
              </a:defRPr>
            </a:lvl5pPr>
            <a:lvl6pPr>
              <a:defRPr sz="1575" b="0">
                <a:solidFill>
                  <a:srgbClr val="FFFFFF"/>
                </a:solidFill>
                <a:latin typeface="Arial"/>
                <a:ea typeface="Arial"/>
                <a:cs typeface="Arial"/>
              </a:defRPr>
            </a:lvl6pPr>
            <a:lvl7pPr>
              <a:defRPr sz="1575" b="0">
                <a:solidFill>
                  <a:srgbClr val="FFFFFF"/>
                </a:solidFill>
                <a:latin typeface="Arial"/>
                <a:ea typeface="Arial"/>
                <a:cs typeface="Arial"/>
              </a:defRPr>
            </a:lvl7pPr>
            <a:lvl8pPr>
              <a:defRPr sz="1575" b="0">
                <a:solidFill>
                  <a:srgbClr val="FFFFFF"/>
                </a:solidFill>
                <a:latin typeface="Arial"/>
                <a:ea typeface="Arial"/>
                <a:cs typeface="Arial"/>
              </a:defRPr>
            </a:lvl8pPr>
            <a:lvl9pPr>
              <a:defRPr sz="1575" b="0">
                <a:solidFill>
                  <a:srgbClr val="FFFFFF"/>
                </a:solidFill>
                <a:latin typeface="Arial"/>
                <a:ea typeface="Arial"/>
                <a:cs typeface="Arial"/>
              </a:defRPr>
            </a:lvl9pPr>
          </a:lstStyle>
          <a:p xmlns:a="http://schemas.openxmlformats.org/drawingml/2006/main">
            <a:pPr>
              <a:defRPr sz="1575" b="0">
                <a:solidFill>
                  <a:srgbClr val="FFFFFF"/>
                </a:solidFill>
                <a:latin typeface="Arial"/>
                <a:ea typeface="Arial"/>
                <a:cs typeface="Arial"/>
              </a:defRPr>
            </a:pPr>
            <a:r>
              <a:rPr sz="1575" b="0">
                <a:solidFill>
                  <a:srgbClr val="FFFFFF"/>
                </a:solidFill>
                <a:latin typeface="Arial"/>
                <a:ea typeface="Arial"/>
                <a:cs typeface="Arial"/>
              </a:rPr>
              <a:t>Three insights, persona and journey.</a:t>
            </a:r>
          </a:p>
          <a:p xmlns:a="http://schemas.openxmlformats.org/drawingml/2006/main">
            <a:pPr>
              <a:defRPr sz="1575" b="0">
                <a:solidFill>
                  <a:srgbClr val="FFFFFF"/>
                </a:solidFill>
                <a:latin typeface="Arial"/>
                <a:ea typeface="Arial"/>
                <a:cs typeface="Arial"/>
              </a:defRPr>
            </a:pPr>
            <a:r>
              <a:rPr sz="1575" b="0">
                <a:solidFill>
                  <a:srgbClr val="FFFFFF"/>
                </a:solidFill>
                <a:latin typeface="Arial"/>
                <a:ea typeface="Arial"/>
                <a:cs typeface="Arial"/>
              </a:rPr>
              <a:t>Link dates, consent and source records.</a:t>
            </a:r>
          </a:p>
        </p:txBody>
      </p:sp>
      <p:sp>
        <p:nvSpPr>
          <p:cNvPr id="24" name="">
            <a:extLst xmlns:a="http://schemas.openxmlformats.org/drawingml/2006/main">
              <a:ext uri="{FF2B5EF4-FFF2-40B4-BE49-F238E27FC236}">
                <a16:creationId xmlns:a16="http://schemas.microsoft.com/office/drawing/2014/main" id="{1E9AC4D4-C77A-4CEA-AEAD-D61EC38B9947}"/>
              </a:ext>
            </a:extLst>
          </p:cNvPr>
          <p:cNvSpPr>
            <a:spLocks xmlns:a="http://schemas.openxmlformats.org/drawingml/2006/main" noGrp="1"/>
          </p:cNvSpPr>
          <p:nvPr/>
        </p:nvSpPr>
        <p:spPr>
          <a:xfrm xmlns:a="http://schemas.openxmlformats.org/drawingml/2006/main">
            <a:off x="7019925" y="3371850"/>
            <a:ext cx="133350" cy="133350"/>
          </a:xfrm>
          <a:prstGeom xmlns:a="http://schemas.openxmlformats.org/drawingml/2006/main" prst="ellipse">
            <a:avLst/>
          </a:prstGeom>
          <a:solidFill xmlns:a="http://schemas.openxmlformats.org/drawingml/2006/main">
            <a:srgbClr val="D6E58A"/>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D1ADA2D9-9AAD-4BB4-9065-ABC40257B8D8}"/>
              </a:ext>
            </a:extLst>
          </p:cNvPr>
          <p:cNvSpPr>
            <a:spLocks xmlns:a="http://schemas.openxmlformats.org/drawingml/2006/main" noGrp="1"/>
          </p:cNvSpPr>
          <p:nvPr/>
        </p:nvSpPr>
        <p:spPr>
          <a:xfrm xmlns:a="http://schemas.openxmlformats.org/drawingml/2006/main">
            <a:off x="7439025" y="3333750"/>
            <a:ext cx="41433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575" b="1">
                <a:solidFill>
                  <a:srgbClr val="D6E58A"/>
                </a:solidFill>
                <a:latin typeface="Arial"/>
                <a:ea typeface="Arial"/>
                <a:cs typeface="Arial"/>
              </a:defRPr>
            </a:defPPr>
            <a:lvl1pPr>
              <a:defRPr sz="1575" b="1">
                <a:solidFill>
                  <a:srgbClr val="D6E58A"/>
                </a:solidFill>
                <a:latin typeface="Arial"/>
                <a:ea typeface="Arial"/>
                <a:cs typeface="Arial"/>
              </a:defRPr>
            </a:lvl1pPr>
            <a:lvl2pPr>
              <a:defRPr sz="1575" b="1">
                <a:solidFill>
                  <a:srgbClr val="D6E58A"/>
                </a:solidFill>
                <a:latin typeface="Arial"/>
                <a:ea typeface="Arial"/>
                <a:cs typeface="Arial"/>
              </a:defRPr>
            </a:lvl2pPr>
            <a:lvl3pPr>
              <a:defRPr sz="1575" b="1">
                <a:solidFill>
                  <a:srgbClr val="D6E58A"/>
                </a:solidFill>
                <a:latin typeface="Arial"/>
                <a:ea typeface="Arial"/>
                <a:cs typeface="Arial"/>
              </a:defRPr>
            </a:lvl3pPr>
            <a:lvl4pPr>
              <a:defRPr sz="1575" b="1">
                <a:solidFill>
                  <a:srgbClr val="D6E58A"/>
                </a:solidFill>
                <a:latin typeface="Arial"/>
                <a:ea typeface="Arial"/>
                <a:cs typeface="Arial"/>
              </a:defRPr>
            </a:lvl4pPr>
            <a:lvl5pPr>
              <a:defRPr sz="1575" b="1">
                <a:solidFill>
                  <a:srgbClr val="D6E58A"/>
                </a:solidFill>
                <a:latin typeface="Arial"/>
                <a:ea typeface="Arial"/>
                <a:cs typeface="Arial"/>
              </a:defRPr>
            </a:lvl5pPr>
            <a:lvl6pPr>
              <a:defRPr sz="1575" b="1">
                <a:solidFill>
                  <a:srgbClr val="D6E58A"/>
                </a:solidFill>
                <a:latin typeface="Arial"/>
                <a:ea typeface="Arial"/>
                <a:cs typeface="Arial"/>
              </a:defRPr>
            </a:lvl6pPr>
            <a:lvl7pPr>
              <a:defRPr sz="1575" b="1">
                <a:solidFill>
                  <a:srgbClr val="D6E58A"/>
                </a:solidFill>
                <a:latin typeface="Arial"/>
                <a:ea typeface="Arial"/>
                <a:cs typeface="Arial"/>
              </a:defRPr>
            </a:lvl7pPr>
            <a:lvl8pPr>
              <a:defRPr sz="1575" b="1">
                <a:solidFill>
                  <a:srgbClr val="D6E58A"/>
                </a:solidFill>
                <a:latin typeface="Arial"/>
                <a:ea typeface="Arial"/>
                <a:cs typeface="Arial"/>
              </a:defRPr>
            </a:lvl8pPr>
            <a:lvl9pPr>
              <a:defRPr sz="1575" b="1">
                <a:solidFill>
                  <a:srgbClr val="D6E58A"/>
                </a:solidFill>
                <a:latin typeface="Arial"/>
                <a:ea typeface="Arial"/>
                <a:cs typeface="Arial"/>
              </a:defRPr>
            </a:lvl9pPr>
          </a:lstStyle>
          <a:p xmlns:a="http://schemas.openxmlformats.org/drawingml/2006/main">
            <a:pPr>
              <a:defRPr sz="1575" b="1">
                <a:solidFill>
                  <a:srgbClr val="D6E58A"/>
                </a:solidFill>
                <a:latin typeface="Arial"/>
                <a:ea typeface="Arial"/>
                <a:cs typeface="Arial"/>
              </a:defRPr>
            </a:pPr>
            <a:r>
              <a:rPr sz="1575" b="1">
                <a:solidFill>
                  <a:srgbClr val="D6E58A"/>
                </a:solidFill>
                <a:latin typeface="Arial"/>
                <a:ea typeface="Arial"/>
                <a:cs typeface="Arial"/>
              </a:rPr>
              <a:t>W7   26 OCT-1 NOV</a:t>
            </a:r>
          </a:p>
        </p:txBody>
      </p:sp>
      <p:sp>
        <p:nvSpPr>
          <p:cNvPr id="26" name="">
            <a:extLst xmlns:a="http://schemas.openxmlformats.org/drawingml/2006/main">
              <a:ext uri="{FF2B5EF4-FFF2-40B4-BE49-F238E27FC236}">
                <a16:creationId xmlns:a16="http://schemas.microsoft.com/office/drawing/2014/main" id="{011C2818-1041-4650-B99D-6D74672BD1AD}"/>
              </a:ext>
            </a:extLst>
          </p:cNvPr>
          <p:cNvSpPr>
            <a:spLocks xmlns:a="http://schemas.openxmlformats.org/drawingml/2006/main" noGrp="1"/>
          </p:cNvSpPr>
          <p:nvPr/>
        </p:nvSpPr>
        <p:spPr>
          <a:xfrm xmlns:a="http://schemas.openxmlformats.org/drawingml/2006/main">
            <a:off x="7439025" y="3743325"/>
            <a:ext cx="41433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575" b="0">
                <a:solidFill>
                  <a:srgbClr val="FFFFFF"/>
                </a:solidFill>
                <a:latin typeface="Arial"/>
                <a:ea typeface="Arial"/>
                <a:cs typeface="Arial"/>
              </a:defRPr>
            </a:defPPr>
            <a:lvl1pPr>
              <a:defRPr sz="1575" b="0">
                <a:solidFill>
                  <a:srgbClr val="FFFFFF"/>
                </a:solidFill>
                <a:latin typeface="Arial"/>
                <a:ea typeface="Arial"/>
                <a:cs typeface="Arial"/>
              </a:defRPr>
            </a:lvl1pPr>
            <a:lvl2pPr>
              <a:defRPr sz="1575" b="0">
                <a:solidFill>
                  <a:srgbClr val="FFFFFF"/>
                </a:solidFill>
                <a:latin typeface="Arial"/>
                <a:ea typeface="Arial"/>
                <a:cs typeface="Arial"/>
              </a:defRPr>
            </a:lvl2pPr>
            <a:lvl3pPr>
              <a:defRPr sz="1575" b="0">
                <a:solidFill>
                  <a:srgbClr val="FFFFFF"/>
                </a:solidFill>
                <a:latin typeface="Arial"/>
                <a:ea typeface="Arial"/>
                <a:cs typeface="Arial"/>
              </a:defRPr>
            </a:lvl3pPr>
            <a:lvl4pPr>
              <a:defRPr sz="1575" b="0">
                <a:solidFill>
                  <a:srgbClr val="FFFFFF"/>
                </a:solidFill>
                <a:latin typeface="Arial"/>
                <a:ea typeface="Arial"/>
                <a:cs typeface="Arial"/>
              </a:defRPr>
            </a:lvl4pPr>
            <a:lvl5pPr>
              <a:defRPr sz="1575" b="0">
                <a:solidFill>
                  <a:srgbClr val="FFFFFF"/>
                </a:solidFill>
                <a:latin typeface="Arial"/>
                <a:ea typeface="Arial"/>
                <a:cs typeface="Arial"/>
              </a:defRPr>
            </a:lvl5pPr>
            <a:lvl6pPr>
              <a:defRPr sz="1575" b="0">
                <a:solidFill>
                  <a:srgbClr val="FFFFFF"/>
                </a:solidFill>
                <a:latin typeface="Arial"/>
                <a:ea typeface="Arial"/>
                <a:cs typeface="Arial"/>
              </a:defRPr>
            </a:lvl6pPr>
            <a:lvl7pPr>
              <a:defRPr sz="1575" b="0">
                <a:solidFill>
                  <a:srgbClr val="FFFFFF"/>
                </a:solidFill>
                <a:latin typeface="Arial"/>
                <a:ea typeface="Arial"/>
                <a:cs typeface="Arial"/>
              </a:defRPr>
            </a:lvl7pPr>
            <a:lvl8pPr>
              <a:defRPr sz="1575" b="0">
                <a:solidFill>
                  <a:srgbClr val="FFFFFF"/>
                </a:solidFill>
                <a:latin typeface="Arial"/>
                <a:ea typeface="Arial"/>
                <a:cs typeface="Arial"/>
              </a:defRPr>
            </a:lvl8pPr>
            <a:lvl9pPr>
              <a:defRPr sz="1575" b="0">
                <a:solidFill>
                  <a:srgbClr val="FFFFFF"/>
                </a:solidFill>
                <a:latin typeface="Arial"/>
                <a:ea typeface="Arial"/>
                <a:cs typeface="Arial"/>
              </a:defRPr>
            </a:lvl9pPr>
          </a:lstStyle>
          <a:p xmlns:a="http://schemas.openxmlformats.org/drawingml/2006/main">
            <a:pPr>
              <a:defRPr sz="1575" b="0">
                <a:solidFill>
                  <a:srgbClr val="FFFFFF"/>
                </a:solidFill>
                <a:latin typeface="Arial"/>
                <a:ea typeface="Arial"/>
                <a:cs typeface="Arial"/>
              </a:defRPr>
            </a:pPr>
            <a:r>
              <a:rPr sz="1575" b="0">
                <a:solidFill>
                  <a:srgbClr val="FFFFFF"/>
                </a:solidFill>
                <a:latin typeface="Arial"/>
                <a:ea typeface="Arial"/>
                <a:cs typeface="Arial"/>
              </a:rPr>
              <a:t>Three concepts and weight sensitivity.</a:t>
            </a:r>
          </a:p>
          <a:p xmlns:a="http://schemas.openxmlformats.org/drawingml/2006/main">
            <a:pPr>
              <a:defRPr sz="1575" b="0">
                <a:solidFill>
                  <a:srgbClr val="FFFFFF"/>
                </a:solidFill>
                <a:latin typeface="Arial"/>
                <a:ea typeface="Arial"/>
                <a:cs typeface="Arial"/>
              </a:defRPr>
            </a:pPr>
            <a:r>
              <a:rPr sz="1575" b="0">
                <a:solidFill>
                  <a:srgbClr val="FFFFFF"/>
                </a:solidFill>
                <a:latin typeface="Arial"/>
                <a:ea typeface="Arial"/>
                <a:cs typeface="Arial"/>
              </a:rPr>
              <a:t>Own-timetable tasks and defect retests.</a:t>
            </a:r>
          </a:p>
        </p:txBody>
      </p:sp>
      <p:sp>
        <p:nvSpPr>
          <p:cNvPr id="27" name="">
            <a:extLst xmlns:a="http://schemas.openxmlformats.org/drawingml/2006/main">
              <a:ext uri="{FF2B5EF4-FFF2-40B4-BE49-F238E27FC236}">
                <a16:creationId xmlns:a16="http://schemas.microsoft.com/office/drawing/2014/main" id="{1B2FCBA2-09AC-44DC-84E3-E5EA203B062A}"/>
              </a:ext>
            </a:extLst>
          </p:cNvPr>
          <p:cNvSpPr>
            <a:spLocks xmlns:a="http://schemas.openxmlformats.org/drawingml/2006/main" noGrp="1"/>
          </p:cNvSpPr>
          <p:nvPr/>
        </p:nvSpPr>
        <p:spPr>
          <a:xfrm xmlns:a="http://schemas.openxmlformats.org/drawingml/2006/main">
            <a:off x="7019925" y="4610100"/>
            <a:ext cx="133350" cy="133350"/>
          </a:xfrm>
          <a:prstGeom xmlns:a="http://schemas.openxmlformats.org/drawingml/2006/main" prst="ellipse">
            <a:avLst/>
          </a:prstGeom>
          <a:solidFill xmlns:a="http://schemas.openxmlformats.org/drawingml/2006/main">
            <a:srgbClr val="D6E58A"/>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050CF23D-44A6-4717-9C53-2243435EC1B2}"/>
              </a:ext>
            </a:extLst>
          </p:cNvPr>
          <p:cNvSpPr>
            <a:spLocks xmlns:a="http://schemas.openxmlformats.org/drawingml/2006/main" noGrp="1"/>
          </p:cNvSpPr>
          <p:nvPr/>
        </p:nvSpPr>
        <p:spPr>
          <a:xfrm xmlns:a="http://schemas.openxmlformats.org/drawingml/2006/main">
            <a:off x="7439025" y="4572000"/>
            <a:ext cx="41433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575" b="1">
                <a:solidFill>
                  <a:srgbClr val="D6E58A"/>
                </a:solidFill>
                <a:latin typeface="Arial"/>
                <a:ea typeface="Arial"/>
                <a:cs typeface="Arial"/>
              </a:defRPr>
            </a:defPPr>
            <a:lvl1pPr>
              <a:defRPr sz="1575" b="1">
                <a:solidFill>
                  <a:srgbClr val="D6E58A"/>
                </a:solidFill>
                <a:latin typeface="Arial"/>
                <a:ea typeface="Arial"/>
                <a:cs typeface="Arial"/>
              </a:defRPr>
            </a:lvl1pPr>
            <a:lvl2pPr>
              <a:defRPr sz="1575" b="1">
                <a:solidFill>
                  <a:srgbClr val="D6E58A"/>
                </a:solidFill>
                <a:latin typeface="Arial"/>
                <a:ea typeface="Arial"/>
                <a:cs typeface="Arial"/>
              </a:defRPr>
            </a:lvl2pPr>
            <a:lvl3pPr>
              <a:defRPr sz="1575" b="1">
                <a:solidFill>
                  <a:srgbClr val="D6E58A"/>
                </a:solidFill>
                <a:latin typeface="Arial"/>
                <a:ea typeface="Arial"/>
                <a:cs typeface="Arial"/>
              </a:defRPr>
            </a:lvl3pPr>
            <a:lvl4pPr>
              <a:defRPr sz="1575" b="1">
                <a:solidFill>
                  <a:srgbClr val="D6E58A"/>
                </a:solidFill>
                <a:latin typeface="Arial"/>
                <a:ea typeface="Arial"/>
                <a:cs typeface="Arial"/>
              </a:defRPr>
            </a:lvl4pPr>
            <a:lvl5pPr>
              <a:defRPr sz="1575" b="1">
                <a:solidFill>
                  <a:srgbClr val="D6E58A"/>
                </a:solidFill>
                <a:latin typeface="Arial"/>
                <a:ea typeface="Arial"/>
                <a:cs typeface="Arial"/>
              </a:defRPr>
            </a:lvl5pPr>
            <a:lvl6pPr>
              <a:defRPr sz="1575" b="1">
                <a:solidFill>
                  <a:srgbClr val="D6E58A"/>
                </a:solidFill>
                <a:latin typeface="Arial"/>
                <a:ea typeface="Arial"/>
                <a:cs typeface="Arial"/>
              </a:defRPr>
            </a:lvl6pPr>
            <a:lvl7pPr>
              <a:defRPr sz="1575" b="1">
                <a:solidFill>
                  <a:srgbClr val="D6E58A"/>
                </a:solidFill>
                <a:latin typeface="Arial"/>
                <a:ea typeface="Arial"/>
                <a:cs typeface="Arial"/>
              </a:defRPr>
            </a:lvl7pPr>
            <a:lvl8pPr>
              <a:defRPr sz="1575" b="1">
                <a:solidFill>
                  <a:srgbClr val="D6E58A"/>
                </a:solidFill>
                <a:latin typeface="Arial"/>
                <a:ea typeface="Arial"/>
                <a:cs typeface="Arial"/>
              </a:defRPr>
            </a:lvl8pPr>
            <a:lvl9pPr>
              <a:defRPr sz="1575" b="1">
                <a:solidFill>
                  <a:srgbClr val="D6E58A"/>
                </a:solidFill>
                <a:latin typeface="Arial"/>
                <a:ea typeface="Arial"/>
                <a:cs typeface="Arial"/>
              </a:defRPr>
            </a:lvl9pPr>
          </a:lstStyle>
          <a:p xmlns:a="http://schemas.openxmlformats.org/drawingml/2006/main">
            <a:pPr>
              <a:defRPr sz="1575" b="1">
                <a:solidFill>
                  <a:srgbClr val="D6E58A"/>
                </a:solidFill>
                <a:latin typeface="Arial"/>
                <a:ea typeface="Arial"/>
                <a:cs typeface="Arial"/>
              </a:defRPr>
            </a:pPr>
            <a:r>
              <a:rPr sz="1575" b="1">
                <a:solidFill>
                  <a:srgbClr val="D6E58A"/>
                </a:solidFill>
                <a:latin typeface="Arial"/>
                <a:ea typeface="Arial"/>
                <a:cs typeface="Arial"/>
              </a:rPr>
              <a:t>W8   2-6 NOV</a:t>
            </a:r>
          </a:p>
        </p:txBody>
      </p:sp>
      <p:sp>
        <p:nvSpPr>
          <p:cNvPr id="29" name="">
            <a:extLst xmlns:a="http://schemas.openxmlformats.org/drawingml/2006/main">
              <a:ext uri="{FF2B5EF4-FFF2-40B4-BE49-F238E27FC236}">
                <a16:creationId xmlns:a16="http://schemas.microsoft.com/office/drawing/2014/main" id="{6C113112-C7EE-456F-9DE9-F49CD29DF41C}"/>
              </a:ext>
            </a:extLst>
          </p:cNvPr>
          <p:cNvSpPr>
            <a:spLocks xmlns:a="http://schemas.openxmlformats.org/drawingml/2006/main" noGrp="1"/>
          </p:cNvSpPr>
          <p:nvPr/>
        </p:nvSpPr>
        <p:spPr>
          <a:xfrm xmlns:a="http://schemas.openxmlformats.org/drawingml/2006/main">
            <a:off x="7439025" y="4981575"/>
            <a:ext cx="41433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575" b="0">
                <a:solidFill>
                  <a:srgbClr val="FFFFFF"/>
                </a:solidFill>
                <a:latin typeface="Arial"/>
                <a:ea typeface="Arial"/>
                <a:cs typeface="Arial"/>
              </a:defRPr>
            </a:defPPr>
            <a:lvl1pPr>
              <a:defRPr sz="1575" b="0">
                <a:solidFill>
                  <a:srgbClr val="FFFFFF"/>
                </a:solidFill>
                <a:latin typeface="Arial"/>
                <a:ea typeface="Arial"/>
                <a:cs typeface="Arial"/>
              </a:defRPr>
            </a:lvl1pPr>
            <a:lvl2pPr>
              <a:defRPr sz="1575" b="0">
                <a:solidFill>
                  <a:srgbClr val="FFFFFF"/>
                </a:solidFill>
                <a:latin typeface="Arial"/>
                <a:ea typeface="Arial"/>
                <a:cs typeface="Arial"/>
              </a:defRPr>
            </a:lvl2pPr>
            <a:lvl3pPr>
              <a:defRPr sz="1575" b="0">
                <a:solidFill>
                  <a:srgbClr val="FFFFFF"/>
                </a:solidFill>
                <a:latin typeface="Arial"/>
                <a:ea typeface="Arial"/>
                <a:cs typeface="Arial"/>
              </a:defRPr>
            </a:lvl3pPr>
            <a:lvl4pPr>
              <a:defRPr sz="1575" b="0">
                <a:solidFill>
                  <a:srgbClr val="FFFFFF"/>
                </a:solidFill>
                <a:latin typeface="Arial"/>
                <a:ea typeface="Arial"/>
                <a:cs typeface="Arial"/>
              </a:defRPr>
            </a:lvl4pPr>
            <a:lvl5pPr>
              <a:defRPr sz="1575" b="0">
                <a:solidFill>
                  <a:srgbClr val="FFFFFF"/>
                </a:solidFill>
                <a:latin typeface="Arial"/>
                <a:ea typeface="Arial"/>
                <a:cs typeface="Arial"/>
              </a:defRPr>
            </a:lvl5pPr>
            <a:lvl6pPr>
              <a:defRPr sz="1575" b="0">
                <a:solidFill>
                  <a:srgbClr val="FFFFFF"/>
                </a:solidFill>
                <a:latin typeface="Arial"/>
                <a:ea typeface="Arial"/>
                <a:cs typeface="Arial"/>
              </a:defRPr>
            </a:lvl6pPr>
            <a:lvl7pPr>
              <a:defRPr sz="1575" b="0">
                <a:solidFill>
                  <a:srgbClr val="FFFFFF"/>
                </a:solidFill>
                <a:latin typeface="Arial"/>
                <a:ea typeface="Arial"/>
                <a:cs typeface="Arial"/>
              </a:defRPr>
            </a:lvl7pPr>
            <a:lvl8pPr>
              <a:defRPr sz="1575" b="0">
                <a:solidFill>
                  <a:srgbClr val="FFFFFF"/>
                </a:solidFill>
                <a:latin typeface="Arial"/>
                <a:ea typeface="Arial"/>
                <a:cs typeface="Arial"/>
              </a:defRPr>
            </a:lvl8pPr>
            <a:lvl9pPr>
              <a:defRPr sz="1575" b="0">
                <a:solidFill>
                  <a:srgbClr val="FFFFFF"/>
                </a:solidFill>
                <a:latin typeface="Arial"/>
                <a:ea typeface="Arial"/>
                <a:cs typeface="Arial"/>
              </a:defRPr>
            </a:lvl9pPr>
          </a:lstStyle>
          <a:p xmlns:a="http://schemas.openxmlformats.org/drawingml/2006/main">
            <a:pPr>
              <a:defRPr sz="1575" b="0">
                <a:solidFill>
                  <a:srgbClr val="FFFFFF"/>
                </a:solidFill>
                <a:latin typeface="Arial"/>
                <a:ea typeface="Arial"/>
                <a:cs typeface="Arial"/>
              </a:defRPr>
            </a:pPr>
            <a:r>
              <a:rPr sz="1575" b="0">
                <a:solidFill>
                  <a:srgbClr val="FFFFFF"/>
                </a:solidFill>
                <a:latin typeface="Arial"/>
                <a:ea typeface="Arial"/>
                <a:cs typeface="Arial"/>
              </a:rPr>
              <a:t>Nine BMC blocks and claim-evidence map.</a:t>
            </a:r>
          </a:p>
          <a:p xmlns:a="http://schemas.openxmlformats.org/drawingml/2006/main">
            <a:pPr>
              <a:defRPr sz="1575" b="0">
                <a:solidFill>
                  <a:srgbClr val="FFFFFF"/>
                </a:solidFill>
                <a:latin typeface="Arial"/>
                <a:ea typeface="Arial"/>
                <a:cs typeface="Arial"/>
              </a:defRPr>
            </a:pPr>
            <a:r>
              <a:rPr sz="1575" b="0">
                <a:solidFill>
                  <a:srgbClr val="FFFFFF"/>
                </a:solidFill>
                <a:latin typeface="Arial"/>
                <a:ea typeface="Arial"/>
                <a:cs typeface="Arial"/>
              </a:rPr>
              <a:t>LMO: six slides by 6 Nov, 23:59.</a:t>
            </a:r>
          </a:p>
        </p:txBody>
      </p:sp>
      <p:sp>
        <p:nvSpPr>
          <p:cNvPr id="30" name="">
            <a:extLst xmlns:a="http://schemas.openxmlformats.org/drawingml/2006/main">
              <a:ext uri="{FF2B5EF4-FFF2-40B4-BE49-F238E27FC236}">
                <a16:creationId xmlns:a16="http://schemas.microsoft.com/office/drawing/2014/main" id="{1F47BFA4-BA51-4CD2-B47F-294D08A9BCD1}"/>
              </a:ext>
            </a:extLst>
          </p:cNvPr>
          <p:cNvSpPr>
            <a:spLocks xmlns:a="http://schemas.openxmlformats.org/drawingml/2006/main" noGrp="1"/>
          </p:cNvSpPr>
          <p:nvPr/>
        </p:nvSpPr>
        <p:spPr>
          <a:xfrm xmlns:a="http://schemas.openxmlformats.org/drawingml/2006/main">
            <a:off x="0" y="6219825"/>
            <a:ext cx="12192000" cy="638175"/>
          </a:xfrm>
          <a:prstGeom xmlns:a="http://schemas.openxmlformats.org/drawingml/2006/main" prst="rect">
            <a:avLst/>
          </a:prstGeom>
          <a:solidFill xmlns:a="http://schemas.openxmlformats.org/drawingml/2006/main">
            <a:srgbClr val="1C4536"/>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CB235BC4-583A-49C8-9F77-C27CB6696FEB}"/>
              </a:ext>
            </a:extLst>
          </p:cNvPr>
          <p:cNvSpPr>
            <a:spLocks xmlns:a="http://schemas.openxmlformats.org/drawingml/2006/main" noGrp="1"/>
          </p:cNvSpPr>
          <p:nvPr/>
        </p:nvSpPr>
        <p:spPr>
          <a:xfrm xmlns:a="http://schemas.openxmlformats.org/drawingml/2006/main">
            <a:off x="609600" y="6362700"/>
            <a:ext cx="2419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500" b="1">
                <a:solidFill>
                  <a:srgbClr val="D6E58A"/>
                </a:solidFill>
                <a:latin typeface="Arial"/>
                <a:ea typeface="Arial"/>
                <a:cs typeface="Arial"/>
              </a:defRPr>
            </a:defPPr>
            <a:lvl1pPr>
              <a:defRPr sz="1500" b="1">
                <a:solidFill>
                  <a:srgbClr val="D6E58A"/>
                </a:solidFill>
                <a:latin typeface="Arial"/>
                <a:ea typeface="Arial"/>
                <a:cs typeface="Arial"/>
              </a:defRPr>
            </a:lvl1pPr>
            <a:lvl2pPr>
              <a:defRPr sz="1500" b="1">
                <a:solidFill>
                  <a:srgbClr val="D6E58A"/>
                </a:solidFill>
                <a:latin typeface="Arial"/>
                <a:ea typeface="Arial"/>
                <a:cs typeface="Arial"/>
              </a:defRPr>
            </a:lvl2pPr>
            <a:lvl3pPr>
              <a:defRPr sz="1500" b="1">
                <a:solidFill>
                  <a:srgbClr val="D6E58A"/>
                </a:solidFill>
                <a:latin typeface="Arial"/>
                <a:ea typeface="Arial"/>
                <a:cs typeface="Arial"/>
              </a:defRPr>
            </a:lvl3pPr>
            <a:lvl4pPr>
              <a:defRPr sz="1500" b="1">
                <a:solidFill>
                  <a:srgbClr val="D6E58A"/>
                </a:solidFill>
                <a:latin typeface="Arial"/>
                <a:ea typeface="Arial"/>
                <a:cs typeface="Arial"/>
              </a:defRPr>
            </a:lvl4pPr>
            <a:lvl5pPr>
              <a:defRPr sz="1500" b="1">
                <a:solidFill>
                  <a:srgbClr val="D6E58A"/>
                </a:solidFill>
                <a:latin typeface="Arial"/>
                <a:ea typeface="Arial"/>
                <a:cs typeface="Arial"/>
              </a:defRPr>
            </a:lvl5pPr>
            <a:lvl6pPr>
              <a:defRPr sz="1500" b="1">
                <a:solidFill>
                  <a:srgbClr val="D6E58A"/>
                </a:solidFill>
                <a:latin typeface="Arial"/>
                <a:ea typeface="Arial"/>
                <a:cs typeface="Arial"/>
              </a:defRPr>
            </a:lvl6pPr>
            <a:lvl7pPr>
              <a:defRPr sz="1500" b="1">
                <a:solidFill>
                  <a:srgbClr val="D6E58A"/>
                </a:solidFill>
                <a:latin typeface="Arial"/>
                <a:ea typeface="Arial"/>
                <a:cs typeface="Arial"/>
              </a:defRPr>
            </a:lvl7pPr>
            <a:lvl8pPr>
              <a:defRPr sz="1500" b="1">
                <a:solidFill>
                  <a:srgbClr val="D6E58A"/>
                </a:solidFill>
                <a:latin typeface="Arial"/>
                <a:ea typeface="Arial"/>
                <a:cs typeface="Arial"/>
              </a:defRPr>
            </a:lvl8pPr>
            <a:lvl9pPr>
              <a:defRPr sz="1500" b="1">
                <a:solidFill>
                  <a:srgbClr val="D6E58A"/>
                </a:solidFill>
                <a:latin typeface="Arial"/>
                <a:ea typeface="Arial"/>
                <a:cs typeface="Arial"/>
              </a:defRPr>
            </a:lvl9pPr>
          </a:lstStyle>
          <a:p xmlns:a="http://schemas.openxmlformats.org/drawingml/2006/main">
            <a:pPr>
              <a:defRPr sz="1500" b="1">
                <a:solidFill>
                  <a:srgbClr val="D6E58A"/>
                </a:solidFill>
                <a:latin typeface="Arial"/>
                <a:ea typeface="Arial"/>
                <a:cs typeface="Arial"/>
              </a:defRPr>
            </a:pPr>
            <a:r>
              <a:rPr sz="1500" b="1">
                <a:solidFill>
                  <a:srgbClr val="D6E58A"/>
                </a:solidFill>
                <a:latin typeface="Arial"/>
                <a:ea typeface="Arial"/>
                <a:cs typeface="Arial"/>
              </a:rPr>
              <a:t>Proposed pilot gate</a:t>
            </a:r>
          </a:p>
        </p:txBody>
      </p:sp>
      <p:sp>
        <p:nvSpPr>
          <p:cNvPr id="32" name="">
            <a:extLst xmlns:a="http://schemas.openxmlformats.org/drawingml/2006/main">
              <a:ext uri="{FF2B5EF4-FFF2-40B4-BE49-F238E27FC236}">
                <a16:creationId xmlns:a16="http://schemas.microsoft.com/office/drawing/2014/main" id="{A77713BC-DF4D-460E-9B3D-89E09984BDDE}"/>
              </a:ext>
            </a:extLst>
          </p:cNvPr>
          <p:cNvSpPr>
            <a:spLocks xmlns:a="http://schemas.openxmlformats.org/drawingml/2006/main" noGrp="1"/>
          </p:cNvSpPr>
          <p:nvPr/>
        </p:nvSpPr>
        <p:spPr>
          <a:xfrm xmlns:a="http://schemas.openxmlformats.org/drawingml/2006/main">
            <a:off x="3200400" y="6315075"/>
            <a:ext cx="7429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350" b="0">
                <a:solidFill>
                  <a:srgbClr val="FFFFFF"/>
                </a:solidFill>
                <a:latin typeface="Arial"/>
                <a:ea typeface="Arial"/>
                <a:cs typeface="Arial"/>
              </a:defRPr>
            </a:defPPr>
            <a:lvl1pPr>
              <a:defRPr sz="1350" b="0">
                <a:solidFill>
                  <a:srgbClr val="FFFFFF"/>
                </a:solidFill>
                <a:latin typeface="Arial"/>
                <a:ea typeface="Arial"/>
                <a:cs typeface="Arial"/>
              </a:defRPr>
            </a:lvl1pPr>
            <a:lvl2pPr>
              <a:defRPr sz="1350" b="0">
                <a:solidFill>
                  <a:srgbClr val="FFFFFF"/>
                </a:solidFill>
                <a:latin typeface="Arial"/>
                <a:ea typeface="Arial"/>
                <a:cs typeface="Arial"/>
              </a:defRPr>
            </a:lvl2pPr>
            <a:lvl3pPr>
              <a:defRPr sz="1350" b="0">
                <a:solidFill>
                  <a:srgbClr val="FFFFFF"/>
                </a:solidFill>
                <a:latin typeface="Arial"/>
                <a:ea typeface="Arial"/>
                <a:cs typeface="Arial"/>
              </a:defRPr>
            </a:lvl3pPr>
            <a:lvl4pPr>
              <a:defRPr sz="1350" b="0">
                <a:solidFill>
                  <a:srgbClr val="FFFFFF"/>
                </a:solidFill>
                <a:latin typeface="Arial"/>
                <a:ea typeface="Arial"/>
                <a:cs typeface="Arial"/>
              </a:defRPr>
            </a:lvl4pPr>
            <a:lvl5pPr>
              <a:defRPr sz="1350" b="0">
                <a:solidFill>
                  <a:srgbClr val="FFFFFF"/>
                </a:solidFill>
                <a:latin typeface="Arial"/>
                <a:ea typeface="Arial"/>
                <a:cs typeface="Arial"/>
              </a:defRPr>
            </a:lvl5pPr>
            <a:lvl6pPr>
              <a:defRPr sz="1350" b="0">
                <a:solidFill>
                  <a:srgbClr val="FFFFFF"/>
                </a:solidFill>
                <a:latin typeface="Arial"/>
                <a:ea typeface="Arial"/>
                <a:cs typeface="Arial"/>
              </a:defRPr>
            </a:lvl6pPr>
            <a:lvl7pPr>
              <a:defRPr sz="1350" b="0">
                <a:solidFill>
                  <a:srgbClr val="FFFFFF"/>
                </a:solidFill>
                <a:latin typeface="Arial"/>
                <a:ea typeface="Arial"/>
                <a:cs typeface="Arial"/>
              </a:defRPr>
            </a:lvl7pPr>
            <a:lvl8pPr>
              <a:defRPr sz="1350" b="0">
                <a:solidFill>
                  <a:srgbClr val="FFFFFF"/>
                </a:solidFill>
                <a:latin typeface="Arial"/>
                <a:ea typeface="Arial"/>
                <a:cs typeface="Arial"/>
              </a:defRPr>
            </a:lvl8pPr>
            <a:lvl9pPr>
              <a:defRPr sz="1350" b="0">
                <a:solidFill>
                  <a:srgbClr val="FFFFFF"/>
                </a:solidFill>
                <a:latin typeface="Arial"/>
                <a:ea typeface="Arial"/>
                <a:cs typeface="Arial"/>
              </a:defRPr>
            </a:lvl9pPr>
          </a:lstStyle>
          <a:p xmlns:a="http://schemas.openxmlformats.org/drawingml/2006/main">
            <a:pPr>
              <a:defRPr sz="1350" b="0">
                <a:solidFill>
                  <a:srgbClr val="FFFFFF"/>
                </a:solidFill>
                <a:latin typeface="Arial"/>
                <a:ea typeface="Arial"/>
                <a:cs typeface="Arial"/>
              </a:defRPr>
            </a:pPr>
            <a:r>
              <a:rPr sz="1350" b="0">
                <a:solidFill>
                  <a:srgbClr val="FFFFFF"/>
                </a:solidFill>
                <a:latin typeface="Arial"/>
                <a:ea typeface="Arial"/>
                <a:cs typeface="Arial"/>
              </a:rPr>
              <a:t>Two genuine completed requests, no severe privacy or loss incident.</a:t>
            </a:r>
          </a:p>
          <a:p xmlns:a="http://schemas.openxmlformats.org/drawingml/2006/main">
            <a:pPr>
              <a:defRPr sz="1350" b="0">
                <a:solidFill>
                  <a:srgbClr val="FFFFFF"/>
                </a:solidFill>
                <a:latin typeface="Arial"/>
                <a:ea typeface="Arial"/>
                <a:cs typeface="Arial"/>
              </a:defRPr>
            </a:pPr>
            <a:r>
              <a:rPr sz="1350" b="0">
                <a:solidFill>
                  <a:srgbClr val="FFFFFF"/>
                </a:solidFill>
                <a:latin typeface="Arial"/>
                <a:ea typeface="Arial"/>
                <a:cs typeface="Arial"/>
              </a:rPr>
              <a:t>Learning gate only. Live email, devices and production checks remain open.</a:t>
            </a:r>
          </a:p>
        </p:txBody>
      </p:sp>
      <p:sp>
        <p:nvSpPr>
          <p:cNvPr id="33" name="">
            <a:extLst xmlns:a="http://schemas.openxmlformats.org/drawingml/2006/main">
              <a:ext uri="{FF2B5EF4-FFF2-40B4-BE49-F238E27FC236}">
                <a16:creationId xmlns:a16="http://schemas.microsoft.com/office/drawing/2014/main" id="{ACC48689-BD26-4E2D-BE02-DED9B1B194CA}"/>
              </a:ext>
            </a:extLst>
          </p:cNvPr>
          <p:cNvSpPr>
            <a:spLocks xmlns:a="http://schemas.openxmlformats.org/drawingml/2006/main" noGrp="1"/>
          </p:cNvSpPr>
          <p:nvPr/>
        </p:nvSpPr>
        <p:spPr>
          <a:xfrm xmlns:a="http://schemas.openxmlformats.org/drawingml/2006/main">
            <a:off x="10839450" y="6572250"/>
            <a:ext cx="7429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b="0">
                <a:solidFill>
                  <a:srgbClr val="BDCEC5"/>
                </a:solidFill>
                <a:latin typeface="Arial"/>
                <a:ea typeface="Arial"/>
                <a:cs typeface="Arial"/>
              </a:defRPr>
            </a:defPPr>
            <a:lvl1pPr>
              <a:defRPr sz="1200" b="0">
                <a:solidFill>
                  <a:srgbClr val="BDCEC5"/>
                </a:solidFill>
                <a:latin typeface="Arial"/>
                <a:ea typeface="Arial"/>
                <a:cs typeface="Arial"/>
              </a:defRPr>
            </a:lvl1pPr>
            <a:lvl2pPr>
              <a:defRPr sz="1200" b="0">
                <a:solidFill>
                  <a:srgbClr val="BDCEC5"/>
                </a:solidFill>
                <a:latin typeface="Arial"/>
                <a:ea typeface="Arial"/>
                <a:cs typeface="Arial"/>
              </a:defRPr>
            </a:lvl2pPr>
            <a:lvl3pPr>
              <a:defRPr sz="1200" b="0">
                <a:solidFill>
                  <a:srgbClr val="BDCEC5"/>
                </a:solidFill>
                <a:latin typeface="Arial"/>
                <a:ea typeface="Arial"/>
                <a:cs typeface="Arial"/>
              </a:defRPr>
            </a:lvl3pPr>
            <a:lvl4pPr>
              <a:defRPr sz="1200" b="0">
                <a:solidFill>
                  <a:srgbClr val="BDCEC5"/>
                </a:solidFill>
                <a:latin typeface="Arial"/>
                <a:ea typeface="Arial"/>
                <a:cs typeface="Arial"/>
              </a:defRPr>
            </a:lvl4pPr>
            <a:lvl5pPr>
              <a:defRPr sz="1200" b="0">
                <a:solidFill>
                  <a:srgbClr val="BDCEC5"/>
                </a:solidFill>
                <a:latin typeface="Arial"/>
                <a:ea typeface="Arial"/>
                <a:cs typeface="Arial"/>
              </a:defRPr>
            </a:lvl5pPr>
            <a:lvl6pPr>
              <a:defRPr sz="1200" b="0">
                <a:solidFill>
                  <a:srgbClr val="BDCEC5"/>
                </a:solidFill>
                <a:latin typeface="Arial"/>
                <a:ea typeface="Arial"/>
                <a:cs typeface="Arial"/>
              </a:defRPr>
            </a:lvl6pPr>
            <a:lvl7pPr>
              <a:defRPr sz="1200" b="0">
                <a:solidFill>
                  <a:srgbClr val="BDCEC5"/>
                </a:solidFill>
                <a:latin typeface="Arial"/>
                <a:ea typeface="Arial"/>
                <a:cs typeface="Arial"/>
              </a:defRPr>
            </a:lvl7pPr>
            <a:lvl8pPr>
              <a:defRPr sz="1200" b="0">
                <a:solidFill>
                  <a:srgbClr val="BDCEC5"/>
                </a:solidFill>
                <a:latin typeface="Arial"/>
                <a:ea typeface="Arial"/>
                <a:cs typeface="Arial"/>
              </a:defRPr>
            </a:lvl8pPr>
            <a:lvl9pPr>
              <a:defRPr sz="1200" b="0">
                <a:solidFill>
                  <a:srgbClr val="BDCEC5"/>
                </a:solidFill>
                <a:latin typeface="Arial"/>
                <a:ea typeface="Arial"/>
                <a:cs typeface="Arial"/>
              </a:defRPr>
            </a:lvl9pPr>
          </a:lstStyle>
          <a:p xmlns:a="http://schemas.openxmlformats.org/drawingml/2006/main">
            <a:pPr>
              <a:defRPr sz="1200" b="0">
                <a:solidFill>
                  <a:srgbClr val="BDCEC5"/>
                </a:solidFill>
                <a:latin typeface="Arial"/>
                <a:ea typeface="Arial"/>
                <a:cs typeface="Arial"/>
              </a:defRPr>
            </a:pPr>
            <a:r>
              <a:rPr sz="1200" b="0">
                <a:solidFill>
                  <a:srgbClr val="BDCEC5"/>
                </a:solidFill>
                <a:latin typeface="Arial"/>
                <a:ea typeface="Arial"/>
                <a:cs typeface="Arial"/>
              </a:rPr>
              <a:t>6 / 6</a:t>
            </a:r>
          </a:p>
        </p:txBody>
      </p:sp>
    </p:spTree>
    <p:extLst>
      <p:ext uri="{BB962C8B-B14F-4D97-AF65-F5344CB8AC3E}">
        <p14:creationId xmlns:p14="http://schemas.microsoft.com/office/powerpoint/2010/main" val="160730444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2026-10-19T15:18:17.5680000Z</dcterms:created>
  <dcterms:modified xsi:type="dcterms:W3CDTF">2026-10-19T15:18:17.5690000Z</dcterms:modified>
</coreProperties>
</file>
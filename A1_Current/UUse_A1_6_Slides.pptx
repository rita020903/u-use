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36737d8056401c" /><Relationship Type="http://schemas.openxmlformats.org/officeDocument/2006/relationships/extended-properties" Target="/docProps/app.xml" Id="R09d4671be4834bde" /><Relationship Type="http://schemas.openxmlformats.org/officeDocument/2006/relationships/officeDocument" Target="/ppt/presentation.xml" Id="R7ad6cae9de434587" /></Relationships>
</file>

<file path=ppt/presentation.xml><?xml version="1.0" encoding="utf-8"?>
<p:presentation xmlns:p="http://schemas.openxmlformats.org/presentationml/2006/main">
  <p:sldMasterIdLst>
    <p:sldMasterId xmlns:r="http://schemas.openxmlformats.org/officeDocument/2006/relationships" id="2147483648" r:id="R4f37e6d40cec4b9e"/>
  </p:sldMasterIdLst>
  <p:notesMasterIdLst>
    <p:notesMasterId xmlns:r="http://schemas.openxmlformats.org/officeDocument/2006/relationships" r:id="R1db02184b32c47cc"/>
  </p:notesMasterIdLst>
  <p:sldIdLst>
    <p:sldId xmlns:r="http://schemas.openxmlformats.org/officeDocument/2006/relationships" id="256" r:id="Raa00fefcf8df48a1"/>
    <p:sldId xmlns:r="http://schemas.openxmlformats.org/officeDocument/2006/relationships" id="257" r:id="R89bfe6ec1e584c59"/>
    <p:sldId xmlns:r="http://schemas.openxmlformats.org/officeDocument/2006/relationships" id="258" r:id="R613287d5426d4811"/>
    <p:sldId xmlns:r="http://schemas.openxmlformats.org/officeDocument/2006/relationships" id="259" r:id="R780ed1e5ae264fb4"/>
    <p:sldId xmlns:r="http://schemas.openxmlformats.org/officeDocument/2006/relationships" id="260" r:id="R1f50c8920cf44e75"/>
    <p:sldId xmlns:r="http://schemas.openxmlformats.org/officeDocument/2006/relationships" id="261" r:id="Ra758724d97d34d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fb278db44a4ae2" /><Relationship Type="http://schemas.openxmlformats.org/officeDocument/2006/relationships/slideMaster" Target="/ppt/slideMasters/slideMaster1.xml" Id="R4f37e6d40cec4b9e" /><Relationship Type="http://schemas.openxmlformats.org/officeDocument/2006/relationships/notesMaster" Target="/ppt/notesMasters/notesMaster1.xml" Id="R1db02184b32c47cc" /><Relationship Type="http://schemas.openxmlformats.org/officeDocument/2006/relationships/presProps" Target="/ppt/presProps.xml" Id="R3486814f9d204486" /><Relationship Type="http://schemas.openxmlformats.org/officeDocument/2006/relationships/tableStyles" Target="/ppt/tableStyles.xml" Id="Rada5a220a50e454d" /><Relationship Type="http://schemas.openxmlformats.org/officeDocument/2006/relationships/slide" Target="/ppt/slides/slide1.xml" Id="Raa00fefcf8df48a1" /><Relationship Type="http://schemas.openxmlformats.org/officeDocument/2006/relationships/slide" Target="/ppt/slides/slide2.xml" Id="R89bfe6ec1e584c59" /><Relationship Type="http://schemas.openxmlformats.org/officeDocument/2006/relationships/slide" Target="/ppt/slides/slide3.xml" Id="R613287d5426d4811" /><Relationship Type="http://schemas.openxmlformats.org/officeDocument/2006/relationships/slide" Target="/ppt/slides/slide4.xml" Id="R780ed1e5ae264fb4" /><Relationship Type="http://schemas.openxmlformats.org/officeDocument/2006/relationships/slide" Target="/ppt/slides/slide5.xml" Id="R1f50c8920cf44e75" /><Relationship Type="http://schemas.openxmlformats.org/officeDocument/2006/relationships/slide" Target="/ppt/slides/slide6.xml" Id="Ra758724d97d34d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e438c114c946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ddedae48ee4d64" /><Relationship Type="http://schemas.openxmlformats.org/officeDocument/2006/relationships/notesMaster" Target="/ppt/notesMasters/notesMaster1.xml" Id="Rde53946b698141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18235164f542d6" /><Relationship Type="http://schemas.openxmlformats.org/officeDocument/2006/relationships/notesMaster" Target="/ppt/notesMasters/notesMaster1.xml" Id="Rc09af363eeff4c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0d74e37cbc478f" /><Relationship Type="http://schemas.openxmlformats.org/officeDocument/2006/relationships/notesMaster" Target="/ppt/notesMasters/notesMaster1.xml" Id="R8746bf9f70a540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98ab4235e84b6b" /><Relationship Type="http://schemas.openxmlformats.org/officeDocument/2006/relationships/notesMaster" Target="/ppt/notesMasters/notesMaster1.xml" Id="R5fdc6e02b6c54d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ff9915a419d437a" /><Relationship Type="http://schemas.openxmlformats.org/officeDocument/2006/relationships/notesMaster" Target="/ppt/notesMasters/notesMaster1.xml" Id="Rfe9006e43ccd474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a0f62a41c44a2d" /><Relationship Type="http://schemas.openxmlformats.org/officeDocument/2006/relationships/notesMaster" Target="/ppt/notesMasters/notesMaster1.xml" Id="R861474966862465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 Use helps XJTLU students find an item for the dates they need it and agree the handoff and return in advance. Students can buy, borrow, rent or permanently swap items. We will start with the eight DTS classes identified by the team rather than assume campus-wide use. The interface supports XEC and SIP.</a:t>
            </a:r>
          </a:p>
          <a:p xmlns:a="http://schemas.openxmlformats.org/drawingml/2006/main">
            <a:r>
              <a:t>Rita, 15 October 2026: proposed pilot covers eight DTS classes. Class sizes, permission to recruit and unique reach have not been supplied. DTS is kept as provided, without an invented full programme name.</a:t>
            </a:r>
          </a:p>
          <a:p xmlns:a="http://schemas.openxmlformats.org/drawingml/2006/main">
            <a:r>
              <a:t>Actual U Use local prototype screenshots from the 6 October 2026 support build. All displayed inventory, needs and accounts are synthetic demonstration data. The screenshots do not establish adoption, supply or demand.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provided fifteen interview summaries. Three points shape the product. First, the need is occasional and students already have alternatives. Second, a relevant listing still needs an owner's commitment on the requested dates. Third, people need a way to meet without publishing live location or their complete timetable.</a:t>
            </a:r>
          </a:p>
          <a:p xmlns:a="http://schemas.openxmlformats.org/drawingml/2006/main">
            <a:r>
              <a:t>Low frequency: V002, V005, V008, V015. Dates and commitment: V001, V003, V009, V012, V014. Privacy and owner choice: V004, V008, V009, V013.</a:t>
            </a:r>
          </a:p>
          <a:p xmlns:a="http://schemas.openxmlformats.org/drawingml/2006/main">
            <a:r>
              <a:t>These are qualitative interpretations. They do not tell us how many DTS students will use or pay for the service. Negative responses remain in the evidence. The first persona is a targeting decision to test, not a measured description of the whole cohort.</a:t>
            </a:r>
          </a:p>
          <a:p xmlns:a="http://schemas.openxmlformats.org/drawingml/2006/main">
            <a:r>
              <a:t>Team-provided interview summaries V001-V015, reconfirmed by Rita on 18 October 2026 as reflecting the team interviews. The deck uses edited paraphrases. Participant-level dates, consent records and underlying transcripts were not provided for independent verification. This is qualitative input, not a representative survey or measured usability-test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TAM is a broad institutional user universe, not an evidenced short-term rental demand estimate or monetised market. XJTLU reports 26,000+ students, updated May 2026. No assumption places all of them at XEC/SIP.</a:t>
            </a:r>
          </a:p>
          <a:p xmlns:a="http://schemas.openxmlformats.org/drawingml/2006/main">
            <a:r>
              <a:t>Provisional SAM is the sum of eligible students in the eight DTS classes the team intends to reach, after verifying class sizes, channel permission and deduplication. No total headcount is invented. No national money TAM is claimed.</a:t>
            </a:r>
          </a:p>
          <a:p xmlns:a="http://schemas.openxmlformats.org/drawingml/2006/main">
            <a:r>
              <a:t>A four-week planning case invites 80 potential requesters (10 per class), assumes 10% post a request and 25% of requests complete. That yields eight requests and two completed requests, each serving one requester in this simplified case. A supply assumption of four responsive owners with two fulfilments each caps completions at eight. Expected completions are MIN(80*10%*25%,4*2)=2. These assumptions do not come from the interview sample. Zero demand or zero supply yields zero completions.</a:t>
            </a:r>
          </a:p>
          <a:p xmlns:a="http://schemas.openxmlformats.org/drawingml/2006/main">
            <a:r>
              <a:t>SOM here means two served requesters in four weeks, not two paying subscribers. The workbook shows the calculation and leaves class headcounts blank.</a:t>
            </a:r>
          </a:p>
          <a:p xmlns:a="http://schemas.openxmlformats.org/drawingml/2006/main">
            <a:r>
              <a:t>Competitor review describes visible service scope. It does not establish the global absence of any feature. We must compare a real local task before claiming a measurable advantage.</a:t>
            </a:r>
          </a:p>
          <a:p xmlns:a="http://schemas.openxmlformats.org/drawingml/2006/main">
            <a:r>
              <a:t>XJTLU Overview &amp; Key Facts. https://www.xjtlu.edu.cn/en/overview . Accessed 15 October 2026. Institutional figure updated May 2026.</a:t>
            </a:r>
          </a:p>
          <a:p xmlns:a="http://schemas.openxmlformats.org/drawingml/2006/main">
            <a:r>
              <a:t>Xianyu official homepage. https://www.goofish.com/ . Accessed 15 October 2026. Homepage review only.</a:t>
            </a:r>
          </a:p>
          <a:p xmlns:a="http://schemas.openxmlformats.org/drawingml/2006/main">
            <a:r>
              <a:t>Renrenzu official introduction. https://m.rrzu.com/about/us . Official indexed page accessed 15 October 2026. Rental terms vary by listing.</a:t>
            </a:r>
          </a:p>
          <a:p xmlns:a="http://schemas.openxmlformats.org/drawingml/2006/main">
            <a:r>
              <a:t>ATRenew official company profile. https://ir.atrenew.com/company/company-profile . Accessed 15 October 2026. AHS Recycle and Paipai have different roles.</a:t>
            </a:r>
          </a:p>
          <a:p xmlns:a="http://schemas.openxmlformats.org/drawingml/2006/main">
            <a:r>
              <a:t>New planning assumptions for this A1 edition. Four-week pilot: 80 potential requester invites, 10% posting, 25% fulfilment, four responsive owners, two fulfilments per owner, 50% paid share and CNY20 paid consideration. No observed outcomes are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concepts differ in their operating model. A manual bulletin coordinates messages but owns no inventory. A managed pool holds or manages shared stock and carries storage/inspection responsibility. U Use lets students retain their own items and manage dated requests and bookings.</a:t>
            </a:r>
          </a:p>
          <a:p xmlns:a="http://schemas.openxmlformats.org/drawingml/2006/main">
            <a:r>
              <a:t>Provisional 1-5 planning scores, not participant ratings: criteria scheduling fit 30%, low operating burden 25%, technical feasibility 25%, privacy 10%, supply acquisition 10%. A scores 2/5/5/2/3, B 4/1/2/4/2, C 4/4/4/4/2. Weighted results A 3.60, B 2.55, C 3.80. Each criterion is a team-review proposal. No claim says observed demand is clearer for C.</a:t>
            </a:r>
          </a:p>
          <a:p xmlns:a="http://schemas.openxmlformats.org/drawingml/2006/main">
            <a:r>
              <a:t>The result is sensitive. Move 15 percentage points from scheduling fit to low operating burden and A rises to 4.05 while C stays 3.80. If usage or supply is too low, a manual bulletin is a credible alternative. Avoid treating an already-built prototype as proof of a viable business.</a:t>
            </a:r>
          </a:p>
          <a:p xmlns:a="http://schemas.openxmlformats.org/drawingml/2006/main">
            <a:r>
              <a:t>The existing code includes date-aware discovery, a needs board, explicit booking acceptance/confirmation, optional maps and user-reviewed timetable import. OCR is fallible. Email verification confirms mailbox access, not university SSO or a guarantee of behaviour. Deposits and payments remain offline. No platform escrow, insurance or automatic compensation exists.</a:t>
            </a:r>
          </a:p>
          <a:p xmlns:a="http://schemas.openxmlformats.org/drawingml/2006/main">
            <a:r>
              <a:t>Sources: Local product code commit 7aa3b02, 10 October 2026. Recorded checks cover six business test groups, types, production build and isolated API/browser tests. Engineering checks are not participant tests or production acceptance.</a:t>
            </a:r>
          </a:p>
          <a:p xmlns:a="http://schemas.openxmlformats.org/drawingml/2006/main">
            <a:r>
              <a:t>Actual U Use local prototype screenshots from the 6 October 2026 support build. All displayed inventory, needs and accounts are synthetic demonstration data. The screenshots do not establish adoption, supply or demand.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Business Model Canvas contains all nine blocks. Partners are proposed, not signed or university-endorsed. Segments cover requesters and willing item owners. Channels begin with eight DTS classes only if their channel owners permit voluntary recruitment. The product's value proposition is a compatible item/date plus explicit handoff and return terms. Customer relationships depend on accountable manual support. Key resources include relevant supply, the code and named operators. Key activities include moderation, maintenance and resolving reports.</a:t>
            </a:r>
          </a:p>
          <a:p xmlns:a="http://schemas.openxmlformats.org/drawingml/2006/main">
            <a:r>
              <a:t>The free four-week pilot has platform fee revenue CNY0. Planning cash allocations are hosting 60, email 20, materials 50, contingency 50, total CNY180. These are budget assumptions rather than quotes or invoices. Team time is separate: seven members*two hours/week*four weeks=56 hours. At an assumed CNY20/hour the opportunity cost is CNY1,120, not wages already paid.</a:t>
            </a:r>
          </a:p>
          <a:p xmlns:a="http://schemas.openxmlformats.org/drawingml/2006/main">
            <a:r>
              <a:t>For two expected completions with a 50% fee-bearing share and CNY20 consideration per fee-bearing transaction, GMV=2*50%*20=CNY20. Exclude free borrowing, swaps and refundable deposits. The pilot collects no service fee. A hypothetical later 5% service fee yields CNY1 before costs, showing why growth and profitability claims would be premature.</a:t>
            </a:r>
          </a:p>
          <a:p xmlns:a="http://schemas.openxmlformats.org/drawingml/2006/main">
            <a:r>
              <a:t>Cash contribution is -180 at the pilot fee, or -179 under the illustrative future fee. The latter becomes -1,299 after assumed team time, before taxes, payment fees and losses.</a:t>
            </a:r>
          </a:p>
          <a:p xmlns:a="http://schemas.openxmlformats.org/drawingml/2006/main">
            <a:r>
              <a:t>Source: planning assumptions P1 and the editable workbook. These calculations do not represent actual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roles follow the allocation agreed by Rita. They describe responsibility, not work already completed. Each member needs to be able to explain the evidence, calculations and product decisions.</a:t>
            </a:r>
          </a:p>
          <a:p xmlns:a="http://schemas.openxmlformats.org/drawingml/2006/main">
            <a:r>
              <a:t>Week 6 runs from 19 to 25 October. We will connect the interview insights to design decisions and complete the research source trail. Week 7 runs from 26 October to 1 November. We will review the concept weighting and test whether people understand dates, fees and privacy settings. In Week 8 we will finalise the six-slide deck and sources, then submit through LMO by 6 November at 23:59.</a:t>
            </a:r>
          </a:p>
          <a:p xmlns:a="http://schemas.openxmlformats.org/drawingml/2006/main">
            <a:r>
              <a:t>The follow-on four-week pilot aims for two genuine completed requests without a severe privacy or loss incident. That is a proposed learning goal, not traction already achieved or proof of viability. Low usage or inadequate supply can justify a manual bulletin instead.</a:t>
            </a:r>
          </a:p>
          <a:p xmlns:a="http://schemas.openxmlformats.org/drawingml/2006/main">
            <a:r>
              <a:t>Keep signed team documents, contribution records and the university-approved AI disclosure with the submission evidence. Handbook p.5 mentions both submission receipts without defining the pair, so the team must confirm this in LMO or with the supervisor.</a:t>
            </a:r>
          </a:p>
          <a:p xmlns:a="http://schemas.openxmlformats.org/drawingml/2006/main">
            <a:r>
              <a:t>User-supplied ENT303TC 2026/27 Module Handbook, pp. 3-6. Separate brief takes precedence.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7d74359c0204a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d2669dcff6945c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170b3e9d8a747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91125fba7a644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cfc29811704412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f8bb41b2fe40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0E7F85-E1B8-45B6-98D6-AC1EBD9BB1B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08D2840-C488-4040-992E-0344C5ECCF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D4786DB-44F0-48F9-87C0-E64234E499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0F65F5-D2C1-4F56-95E2-1281F6CA35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F05B4E8-0DAF-4F3A-9BDE-090EFADA6A3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9D94AC3-1131-41BE-8846-AAA2B01A1E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A666AB-3F82-4233-B483-FEB551EEC5D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41017B6-2C09-4BEE-B37B-2432AE95755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7DB096-3299-4E4F-B045-005BAEC750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FBD2D7-B756-4143-A896-98FF9846CB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84f07fb22b4131" /><Relationship Type="http://schemas.openxmlformats.org/officeDocument/2006/relationships/slideLayout" Target="/ppt/slideLayouts/slideLayout1.xml" Id="Rb44eb8bbf5254aaa" /><Relationship Type="http://schemas.openxmlformats.org/officeDocument/2006/relationships/slideLayout" Target="/ppt/slideLayouts/slideLayout2.xml" Id="Rb57c761b3176405e" /><Relationship Type="http://schemas.openxmlformats.org/officeDocument/2006/relationships/slideLayout" Target="/ppt/slideLayouts/slideLayout3.xml" Id="R08d8898844fe4ade" /><Relationship Type="http://schemas.openxmlformats.org/officeDocument/2006/relationships/slideLayout" Target="/ppt/slideLayouts/slideLayout4.xml" Id="Reb6db8e5e7754dca" /><Relationship Type="http://schemas.openxmlformats.org/officeDocument/2006/relationships/slideLayout" Target="/ppt/slideLayouts/slideLayout5.xml" Id="R554bea9daf7a41bc" /><Relationship Type="http://schemas.openxmlformats.org/officeDocument/2006/relationships/slideLayout" Target="/ppt/slideLayouts/slideLayout6.xml" Id="R395dbb390b8d480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44eb8bbf5254aaa"/>
    <p:sldLayoutId xmlns:r="http://schemas.openxmlformats.org/officeDocument/2006/relationships" id="2147483650" r:id="Rb57c761b3176405e"/>
    <p:sldLayoutId xmlns:r="http://schemas.openxmlformats.org/officeDocument/2006/relationships" id="2147483651" r:id="R08d8898844fe4ade"/>
    <p:sldLayoutId xmlns:r="http://schemas.openxmlformats.org/officeDocument/2006/relationships" id="2147483652" r:id="Reb6db8e5e7754dca"/>
    <p:sldLayoutId xmlns:r="http://schemas.openxmlformats.org/officeDocument/2006/relationships" id="2147483653" r:id="R554bea9daf7a41bc"/>
    <p:sldLayoutId xmlns:r="http://schemas.openxmlformats.org/officeDocument/2006/relationships" id="2147483654" r:id="R395dbb390b8d480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1fc7662787b49e8" /><Relationship Type="http://schemas.openxmlformats.org/officeDocument/2006/relationships/image" Target="/ppt/media/image.jpeg" Id="R1a4b5be03bd0404a" /><Relationship Type="http://schemas.openxmlformats.org/officeDocument/2006/relationships/notesSlide" Target="/ppt/notesSlides/notesSlide1.xml" Id="Rc2dda1a7429c4e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9b7f6d7e68c48e5" /><Relationship Type="http://schemas.openxmlformats.org/officeDocument/2006/relationships/notesSlide" Target="/ppt/notesSlides/notesSlide2.xml" Id="R328b5cc8261a44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b8cfd03c5a84af6" /><Relationship Type="http://schemas.openxmlformats.org/officeDocument/2006/relationships/notesSlide" Target="/ppt/notesSlides/notesSlide3.xml" Id="R809eb11204ba488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de02d438064803" /><Relationship Type="http://schemas.openxmlformats.org/officeDocument/2006/relationships/image" Target="/ppt/media/image2.jpeg" Id="R1614a5d9c2ca43ad" /><Relationship Type="http://schemas.openxmlformats.org/officeDocument/2006/relationships/notesSlide" Target="/ppt/notesSlides/notesSlide4.xml" Id="R9894e49cd32749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38c6a83c437478a" /><Relationship Type="http://schemas.openxmlformats.org/officeDocument/2006/relationships/notesSlide" Target="/ppt/notesSlides/notesSlide5.xml" Id="R46b4f0bf33d3484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8e869fd4ce84df3" /><Relationship Type="http://schemas.openxmlformats.org/officeDocument/2006/relationships/notesSlide" Target="/ppt/notesSlides/notesSlide6.xml" Id="Rccc7e3b2cc364ba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91D21-740B-4DC9-A3C6-5529A1C81AEB}"/>
              </a:ext>
            </a:extLst>
          </p:cNvPr>
          <p:cNvSpPr>
            <a:spLocks xmlns:a="http://schemas.openxmlformats.org/drawingml/2006/main" noGrp="1"/>
          </p:cNvSpPr>
          <p:nvPr/>
        </p:nvSpPr>
        <p:spPr>
          <a:xfrm xmlns:a="http://schemas.openxmlformats.org/drawingml/2006/main">
            <a:off x="609600" y="41910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defRPr sz="1650" b="0">
                <a:solidFill>
                  <a:srgbClr val="58635E"/>
                </a:solidFill>
                <a:latin typeface="Arial"/>
                <a:ea typeface="Arial"/>
                <a:cs typeface="Arial"/>
              </a:defRPr>
            </a:lvl1pPr>
            <a:lvl2pPr>
              <a:defRPr sz="1650" b="0">
                <a:solidFill>
                  <a:srgbClr val="58635E"/>
                </a:solidFill>
                <a:latin typeface="Arial"/>
                <a:ea typeface="Arial"/>
                <a:cs typeface="Arial"/>
              </a:defRPr>
            </a:lvl2pPr>
            <a:lvl3pPr>
              <a:defRPr sz="1650" b="0">
                <a:solidFill>
                  <a:srgbClr val="58635E"/>
                </a:solidFill>
                <a:latin typeface="Arial"/>
                <a:ea typeface="Arial"/>
                <a:cs typeface="Arial"/>
              </a:defRPr>
            </a:lvl3pPr>
            <a:lvl4pPr>
              <a:defRPr sz="1650" b="0">
                <a:solidFill>
                  <a:srgbClr val="58635E"/>
                </a:solidFill>
                <a:latin typeface="Arial"/>
                <a:ea typeface="Arial"/>
                <a:cs typeface="Arial"/>
              </a:defRPr>
            </a:lvl4pPr>
            <a:lvl5pPr>
              <a:defRPr sz="1650" b="0">
                <a:solidFill>
                  <a:srgbClr val="58635E"/>
                </a:solidFill>
                <a:latin typeface="Arial"/>
                <a:ea typeface="Arial"/>
                <a:cs typeface="Arial"/>
              </a:defRPr>
            </a:lvl5pPr>
            <a:lvl6pPr>
              <a:defRPr sz="1650" b="0">
                <a:solidFill>
                  <a:srgbClr val="58635E"/>
                </a:solidFill>
                <a:latin typeface="Arial"/>
                <a:ea typeface="Arial"/>
                <a:cs typeface="Arial"/>
              </a:defRPr>
            </a:lvl6pPr>
            <a:lvl7pPr>
              <a:defRPr sz="1650" b="0">
                <a:solidFill>
                  <a:srgbClr val="58635E"/>
                </a:solidFill>
                <a:latin typeface="Arial"/>
                <a:ea typeface="Arial"/>
                <a:cs typeface="Arial"/>
              </a:defRPr>
            </a:lvl7pPr>
            <a:lvl8pPr>
              <a:defRPr sz="1650" b="0">
                <a:solidFill>
                  <a:srgbClr val="58635E"/>
                </a:solidFill>
                <a:latin typeface="Arial"/>
                <a:ea typeface="Arial"/>
                <a:cs typeface="Arial"/>
              </a:defRPr>
            </a:lvl8pPr>
            <a:lvl9pPr>
              <a:defRPr sz="1650" b="0">
                <a:solidFill>
                  <a:srgbClr val="58635E"/>
                </a:solidFill>
                <a:latin typeface="Arial"/>
                <a:ea typeface="Arial"/>
                <a:cs typeface="Arial"/>
              </a:defRPr>
            </a:lvl9pPr>
          </a:lstStyle>
          <a:p xmlns:a="http://schemas.openxmlformats.org/drawingml/2006/main">
            <a:pPr>
              <a:defRPr sz="1650" b="0">
                <a:solidFill>
                  <a:srgbClr val="58635E"/>
                </a:solidFill>
                <a:latin typeface="Arial"/>
                <a:ea typeface="Arial"/>
                <a:cs typeface="Arial"/>
              </a:defRPr>
            </a:pPr>
            <a:r>
              <a:rPr sz="1650" b="0">
                <a:solidFill>
                  <a:srgbClr val="58635E"/>
                </a:solidFill>
                <a:latin typeface="Arial"/>
                <a:ea typeface="Arial"/>
                <a:cs typeface="Arial"/>
              </a:rPr>
              <a:t>ENT303TC Assessment 1</a:t>
            </a:r>
          </a:p>
        </p:txBody>
      </p:sp>
      <p:sp>
        <p:nvSpPr>
          <p:cNvPr id="2" name="">
            <a:extLst xmlns:a="http://schemas.openxmlformats.org/drawingml/2006/main">
              <a:ext uri="{FF2B5EF4-FFF2-40B4-BE49-F238E27FC236}">
                <a16:creationId xmlns:a16="http://schemas.microsoft.com/office/drawing/2014/main" id="{FC9A603C-CFE5-4941-8484-EDA24F2D8897}"/>
              </a:ext>
            </a:extLst>
          </p:cNvPr>
          <p:cNvSpPr>
            <a:spLocks xmlns:a="http://schemas.openxmlformats.org/drawingml/2006/main" noGrp="1"/>
          </p:cNvSpPr>
          <p:nvPr/>
        </p:nvSpPr>
        <p:spPr>
          <a:xfrm xmlns:a="http://schemas.openxmlformats.org/drawingml/2006/main">
            <a:off x="609600" y="1524000"/>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850" b="1">
                <a:solidFill>
                  <a:srgbClr val="28634E"/>
                </a:solidFill>
                <a:latin typeface="Arial"/>
                <a:ea typeface="Arial"/>
                <a:cs typeface="Arial"/>
              </a:defRPr>
            </a:defPPr>
            <a:lvl1pPr>
              <a:defRPr sz="8850" b="1">
                <a:solidFill>
                  <a:srgbClr val="28634E"/>
                </a:solidFill>
                <a:latin typeface="Arial"/>
                <a:ea typeface="Arial"/>
                <a:cs typeface="Arial"/>
              </a:defRPr>
            </a:lvl1pPr>
            <a:lvl2pPr>
              <a:defRPr sz="8850" b="1">
                <a:solidFill>
                  <a:srgbClr val="28634E"/>
                </a:solidFill>
                <a:latin typeface="Arial"/>
                <a:ea typeface="Arial"/>
                <a:cs typeface="Arial"/>
              </a:defRPr>
            </a:lvl2pPr>
            <a:lvl3pPr>
              <a:defRPr sz="8850" b="1">
                <a:solidFill>
                  <a:srgbClr val="28634E"/>
                </a:solidFill>
                <a:latin typeface="Arial"/>
                <a:ea typeface="Arial"/>
                <a:cs typeface="Arial"/>
              </a:defRPr>
            </a:lvl3pPr>
            <a:lvl4pPr>
              <a:defRPr sz="8850" b="1">
                <a:solidFill>
                  <a:srgbClr val="28634E"/>
                </a:solidFill>
                <a:latin typeface="Arial"/>
                <a:ea typeface="Arial"/>
                <a:cs typeface="Arial"/>
              </a:defRPr>
            </a:lvl4pPr>
            <a:lvl5pPr>
              <a:defRPr sz="8850" b="1">
                <a:solidFill>
                  <a:srgbClr val="28634E"/>
                </a:solidFill>
                <a:latin typeface="Arial"/>
                <a:ea typeface="Arial"/>
                <a:cs typeface="Arial"/>
              </a:defRPr>
            </a:lvl5pPr>
            <a:lvl6pPr>
              <a:defRPr sz="8850" b="1">
                <a:solidFill>
                  <a:srgbClr val="28634E"/>
                </a:solidFill>
                <a:latin typeface="Arial"/>
                <a:ea typeface="Arial"/>
                <a:cs typeface="Arial"/>
              </a:defRPr>
            </a:lvl6pPr>
            <a:lvl7pPr>
              <a:defRPr sz="8850" b="1">
                <a:solidFill>
                  <a:srgbClr val="28634E"/>
                </a:solidFill>
                <a:latin typeface="Arial"/>
                <a:ea typeface="Arial"/>
                <a:cs typeface="Arial"/>
              </a:defRPr>
            </a:lvl7pPr>
            <a:lvl8pPr>
              <a:defRPr sz="8850" b="1">
                <a:solidFill>
                  <a:srgbClr val="28634E"/>
                </a:solidFill>
                <a:latin typeface="Arial"/>
                <a:ea typeface="Arial"/>
                <a:cs typeface="Arial"/>
              </a:defRPr>
            </a:lvl8pPr>
            <a:lvl9pPr>
              <a:defRPr sz="8850" b="1">
                <a:solidFill>
                  <a:srgbClr val="28634E"/>
                </a:solidFill>
                <a:latin typeface="Arial"/>
                <a:ea typeface="Arial"/>
                <a:cs typeface="Arial"/>
              </a:defRPr>
            </a:lvl9pPr>
          </a:lstStyle>
          <a:p xmlns:a="http://schemas.openxmlformats.org/drawingml/2006/main">
            <a:pPr>
              <a:defRPr sz="8850" b="1">
                <a:solidFill>
                  <a:srgbClr val="28634E"/>
                </a:solidFill>
                <a:latin typeface="Arial"/>
                <a:ea typeface="Arial"/>
                <a:cs typeface="Arial"/>
              </a:defRPr>
            </a:pPr>
            <a:r>
              <a:rPr sz="8850" b="1">
                <a:solidFill>
                  <a:srgbClr val="28634E"/>
                </a:solidFill>
                <a:latin typeface="Arial"/>
                <a:ea typeface="Arial"/>
                <a:cs typeface="Arial"/>
              </a:rPr>
              <a:t>U Use</a:t>
            </a:r>
          </a:p>
        </p:txBody>
      </p:sp>
      <p:sp>
        <p:nvSpPr>
          <p:cNvPr id="3" name="">
            <a:extLst xmlns:a="http://schemas.openxmlformats.org/drawingml/2006/main">
              <a:ext uri="{FF2B5EF4-FFF2-40B4-BE49-F238E27FC236}">
                <a16:creationId xmlns:a16="http://schemas.microsoft.com/office/drawing/2014/main" id="{B133D04D-9879-4C89-ADC8-0C1F690AC051}"/>
              </a:ext>
            </a:extLst>
          </p:cNvPr>
          <p:cNvSpPr>
            <a:spLocks xmlns:a="http://schemas.openxmlformats.org/drawingml/2006/main" noGrp="1"/>
          </p:cNvSpPr>
          <p:nvPr/>
        </p:nvSpPr>
        <p:spPr>
          <a:xfrm xmlns:a="http://schemas.openxmlformats.org/drawingml/2006/main">
            <a:off x="609600" y="297180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300" b="1">
                <a:solidFill>
                  <a:srgbClr val="20322B"/>
                </a:solidFill>
                <a:latin typeface="Arial"/>
                <a:ea typeface="Arial"/>
                <a:cs typeface="Arial"/>
              </a:defRPr>
            </a:defPPr>
            <a:lvl1pPr>
              <a:defRPr sz="3300" b="1">
                <a:solidFill>
                  <a:srgbClr val="20322B"/>
                </a:solidFill>
                <a:latin typeface="Arial"/>
                <a:ea typeface="Arial"/>
                <a:cs typeface="Arial"/>
              </a:defRPr>
            </a:lvl1pPr>
            <a:lvl2pPr>
              <a:defRPr sz="3300" b="1">
                <a:solidFill>
                  <a:srgbClr val="20322B"/>
                </a:solidFill>
                <a:latin typeface="Arial"/>
                <a:ea typeface="Arial"/>
                <a:cs typeface="Arial"/>
              </a:defRPr>
            </a:lvl2pPr>
            <a:lvl3pPr>
              <a:defRPr sz="3300" b="1">
                <a:solidFill>
                  <a:srgbClr val="20322B"/>
                </a:solidFill>
                <a:latin typeface="Arial"/>
                <a:ea typeface="Arial"/>
                <a:cs typeface="Arial"/>
              </a:defRPr>
            </a:lvl3pPr>
            <a:lvl4pPr>
              <a:defRPr sz="3300" b="1">
                <a:solidFill>
                  <a:srgbClr val="20322B"/>
                </a:solidFill>
                <a:latin typeface="Arial"/>
                <a:ea typeface="Arial"/>
                <a:cs typeface="Arial"/>
              </a:defRPr>
            </a:lvl4pPr>
            <a:lvl5pPr>
              <a:defRPr sz="3300" b="1">
                <a:solidFill>
                  <a:srgbClr val="20322B"/>
                </a:solidFill>
                <a:latin typeface="Arial"/>
                <a:ea typeface="Arial"/>
                <a:cs typeface="Arial"/>
              </a:defRPr>
            </a:lvl5pPr>
            <a:lvl6pPr>
              <a:defRPr sz="3300" b="1">
                <a:solidFill>
                  <a:srgbClr val="20322B"/>
                </a:solidFill>
                <a:latin typeface="Arial"/>
                <a:ea typeface="Arial"/>
                <a:cs typeface="Arial"/>
              </a:defRPr>
            </a:lvl6pPr>
            <a:lvl7pPr>
              <a:defRPr sz="3300" b="1">
                <a:solidFill>
                  <a:srgbClr val="20322B"/>
                </a:solidFill>
                <a:latin typeface="Arial"/>
                <a:ea typeface="Arial"/>
                <a:cs typeface="Arial"/>
              </a:defRPr>
            </a:lvl7pPr>
            <a:lvl8pPr>
              <a:defRPr sz="3300" b="1">
                <a:solidFill>
                  <a:srgbClr val="20322B"/>
                </a:solidFill>
                <a:latin typeface="Arial"/>
                <a:ea typeface="Arial"/>
                <a:cs typeface="Arial"/>
              </a:defRPr>
            </a:lvl8pPr>
            <a:lvl9pPr>
              <a:defRPr sz="3300" b="1">
                <a:solidFill>
                  <a:srgbClr val="20322B"/>
                </a:solidFill>
                <a:latin typeface="Arial"/>
                <a:ea typeface="Arial"/>
                <a:cs typeface="Arial"/>
              </a:defRPr>
            </a:lvl9pPr>
          </a:lstStyle>
          <a:p xmlns:a="http://schemas.openxmlformats.org/drawingml/2006/main">
            <a:pPr>
              <a:defRPr sz="3300" b="1">
                <a:solidFill>
                  <a:srgbClr val="20322B"/>
                </a:solidFill>
                <a:latin typeface="Arial"/>
                <a:ea typeface="Arial"/>
                <a:cs typeface="Arial"/>
              </a:defRPr>
            </a:pPr>
            <a:r>
              <a:rPr sz="3300" b="1">
                <a:solidFill>
                  <a:srgbClr val="20322B"/>
                </a:solidFill>
                <a:latin typeface="Arial"/>
                <a:ea typeface="Arial"/>
                <a:cs typeface="Arial"/>
              </a:rPr>
              <a:t>Campus item access</a:t>
            </a:r>
          </a:p>
        </p:txBody>
      </p:sp>
      <p:sp>
        <p:nvSpPr>
          <p:cNvPr id="4" name="">
            <a:extLst xmlns:a="http://schemas.openxmlformats.org/drawingml/2006/main">
              <a:ext uri="{FF2B5EF4-FFF2-40B4-BE49-F238E27FC236}">
                <a16:creationId xmlns:a16="http://schemas.microsoft.com/office/drawing/2014/main" id="{6EB791AB-45A2-460F-B944-68A191C7BAAD}"/>
              </a:ext>
            </a:extLst>
          </p:cNvPr>
          <p:cNvSpPr>
            <a:spLocks xmlns:a="http://schemas.openxmlformats.org/drawingml/2006/main" noGrp="1"/>
          </p:cNvSpPr>
          <p:nvPr/>
        </p:nvSpPr>
        <p:spPr>
          <a:xfrm xmlns:a="http://schemas.openxmlformats.org/drawingml/2006/main">
            <a:off x="609600" y="3781425"/>
            <a:ext cx="457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20322B"/>
                </a:solidFill>
                <a:latin typeface="Arial"/>
                <a:ea typeface="Arial"/>
                <a:cs typeface="Arial"/>
              </a:defRPr>
            </a:defPPr>
            <a:lvl1pPr>
              <a:defRPr sz="2250" b="0">
                <a:solidFill>
                  <a:srgbClr val="20322B"/>
                </a:solidFill>
                <a:latin typeface="Arial"/>
                <a:ea typeface="Arial"/>
                <a:cs typeface="Arial"/>
              </a:defRPr>
            </a:lvl1pPr>
            <a:lvl2pPr>
              <a:defRPr sz="2250" b="0">
                <a:solidFill>
                  <a:srgbClr val="20322B"/>
                </a:solidFill>
                <a:latin typeface="Arial"/>
                <a:ea typeface="Arial"/>
                <a:cs typeface="Arial"/>
              </a:defRPr>
            </a:lvl2pPr>
            <a:lvl3pPr>
              <a:defRPr sz="2250" b="0">
                <a:solidFill>
                  <a:srgbClr val="20322B"/>
                </a:solidFill>
                <a:latin typeface="Arial"/>
                <a:ea typeface="Arial"/>
                <a:cs typeface="Arial"/>
              </a:defRPr>
            </a:lvl3pPr>
            <a:lvl4pPr>
              <a:defRPr sz="2250" b="0">
                <a:solidFill>
                  <a:srgbClr val="20322B"/>
                </a:solidFill>
                <a:latin typeface="Arial"/>
                <a:ea typeface="Arial"/>
                <a:cs typeface="Arial"/>
              </a:defRPr>
            </a:lvl4pPr>
            <a:lvl5pPr>
              <a:defRPr sz="2250" b="0">
                <a:solidFill>
                  <a:srgbClr val="20322B"/>
                </a:solidFill>
                <a:latin typeface="Arial"/>
                <a:ea typeface="Arial"/>
                <a:cs typeface="Arial"/>
              </a:defRPr>
            </a:lvl5pPr>
            <a:lvl6pPr>
              <a:defRPr sz="2250" b="0">
                <a:solidFill>
                  <a:srgbClr val="20322B"/>
                </a:solidFill>
                <a:latin typeface="Arial"/>
                <a:ea typeface="Arial"/>
                <a:cs typeface="Arial"/>
              </a:defRPr>
            </a:lvl6pPr>
            <a:lvl7pPr>
              <a:defRPr sz="2250" b="0">
                <a:solidFill>
                  <a:srgbClr val="20322B"/>
                </a:solidFill>
                <a:latin typeface="Arial"/>
                <a:ea typeface="Arial"/>
                <a:cs typeface="Arial"/>
              </a:defRPr>
            </a:lvl7pPr>
            <a:lvl8pPr>
              <a:defRPr sz="2250" b="0">
                <a:solidFill>
                  <a:srgbClr val="20322B"/>
                </a:solidFill>
                <a:latin typeface="Arial"/>
                <a:ea typeface="Arial"/>
                <a:cs typeface="Arial"/>
              </a:defRPr>
            </a:lvl8pPr>
            <a:lvl9pPr>
              <a:defRPr sz="2250" b="0">
                <a:solidFill>
                  <a:srgbClr val="20322B"/>
                </a:solidFill>
                <a:latin typeface="Arial"/>
                <a:ea typeface="Arial"/>
                <a:cs typeface="Arial"/>
              </a:defRPr>
            </a:lvl9pPr>
          </a:lstStyle>
          <a:p xmlns:a="http://schemas.openxmlformats.org/drawingml/2006/main">
            <a:pPr>
              <a:defRPr sz="2250" b="0">
                <a:solidFill>
                  <a:srgbClr val="20322B"/>
                </a:solidFill>
                <a:latin typeface="Arial"/>
                <a:ea typeface="Arial"/>
                <a:cs typeface="Arial"/>
              </a:defRPr>
            </a:pPr>
            <a:r>
              <a:rPr sz="2250" b="0">
                <a:solidFill>
                  <a:srgbClr val="20322B"/>
                </a:solidFill>
                <a:latin typeface="Arial"/>
                <a:ea typeface="Arial"/>
                <a:cs typeface="Arial"/>
              </a:rPr>
              <a:t>An item for your dates, with an agreed handoff and clear return terms.</a:t>
            </a:r>
          </a:p>
        </p:txBody>
      </p:sp>
      <p:sp>
        <p:nvSpPr>
          <p:cNvPr id="5" name="">
            <a:extLst xmlns:a="http://schemas.openxmlformats.org/drawingml/2006/main">
              <a:ext uri="{FF2B5EF4-FFF2-40B4-BE49-F238E27FC236}">
                <a16:creationId xmlns:a16="http://schemas.microsoft.com/office/drawing/2014/main" id="{9891B6BA-D5FB-4A36-BD6C-081469922A54}"/>
              </a:ext>
            </a:extLst>
          </p:cNvPr>
          <p:cNvSpPr>
            <a:spLocks xmlns:a="http://schemas.openxmlformats.org/drawingml/2006/main" noGrp="1"/>
          </p:cNvSpPr>
          <p:nvPr/>
        </p:nvSpPr>
        <p:spPr>
          <a:xfrm xmlns:a="http://schemas.openxmlformats.org/drawingml/2006/main">
            <a:off x="609600" y="5095875"/>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8634E"/>
                </a:solidFill>
                <a:latin typeface="Arial"/>
                <a:ea typeface="Arial"/>
                <a:cs typeface="Arial"/>
              </a:defRPr>
            </a:defPPr>
            <a:lvl1pPr>
              <a:defRPr sz="1800" b="1">
                <a:solidFill>
                  <a:srgbClr val="28634E"/>
                </a:solidFill>
                <a:latin typeface="Arial"/>
                <a:ea typeface="Arial"/>
                <a:cs typeface="Arial"/>
              </a:defRPr>
            </a:lvl1pPr>
            <a:lvl2pPr>
              <a:defRPr sz="1800" b="1">
                <a:solidFill>
                  <a:srgbClr val="28634E"/>
                </a:solidFill>
                <a:latin typeface="Arial"/>
                <a:ea typeface="Arial"/>
                <a:cs typeface="Arial"/>
              </a:defRPr>
            </a:lvl2pPr>
            <a:lvl3pPr>
              <a:defRPr sz="1800" b="1">
                <a:solidFill>
                  <a:srgbClr val="28634E"/>
                </a:solidFill>
                <a:latin typeface="Arial"/>
                <a:ea typeface="Arial"/>
                <a:cs typeface="Arial"/>
              </a:defRPr>
            </a:lvl3pPr>
            <a:lvl4pPr>
              <a:defRPr sz="1800" b="1">
                <a:solidFill>
                  <a:srgbClr val="28634E"/>
                </a:solidFill>
                <a:latin typeface="Arial"/>
                <a:ea typeface="Arial"/>
                <a:cs typeface="Arial"/>
              </a:defRPr>
            </a:lvl4pPr>
            <a:lvl5pPr>
              <a:defRPr sz="1800" b="1">
                <a:solidFill>
                  <a:srgbClr val="28634E"/>
                </a:solidFill>
                <a:latin typeface="Arial"/>
                <a:ea typeface="Arial"/>
                <a:cs typeface="Arial"/>
              </a:defRPr>
            </a:lvl5pPr>
            <a:lvl6pPr>
              <a:defRPr sz="1800" b="1">
                <a:solidFill>
                  <a:srgbClr val="28634E"/>
                </a:solidFill>
                <a:latin typeface="Arial"/>
                <a:ea typeface="Arial"/>
                <a:cs typeface="Arial"/>
              </a:defRPr>
            </a:lvl6pPr>
            <a:lvl7pPr>
              <a:defRPr sz="1800" b="1">
                <a:solidFill>
                  <a:srgbClr val="28634E"/>
                </a:solidFill>
                <a:latin typeface="Arial"/>
                <a:ea typeface="Arial"/>
                <a:cs typeface="Arial"/>
              </a:defRPr>
            </a:lvl7pPr>
            <a:lvl8pPr>
              <a:defRPr sz="1800" b="1">
                <a:solidFill>
                  <a:srgbClr val="28634E"/>
                </a:solidFill>
                <a:latin typeface="Arial"/>
                <a:ea typeface="Arial"/>
                <a:cs typeface="Arial"/>
              </a:defRPr>
            </a:lvl8pPr>
            <a:lvl9pPr>
              <a:defRPr sz="1800" b="1">
                <a:solidFill>
                  <a:srgbClr val="28634E"/>
                </a:solidFill>
                <a:latin typeface="Arial"/>
                <a:ea typeface="Arial"/>
                <a:cs typeface="Arial"/>
              </a:defRPr>
            </a:lvl9pPr>
          </a:lstStyle>
          <a:p xmlns:a="http://schemas.openxmlformats.org/drawingml/2006/main">
            <a:pPr>
              <a:defRPr sz="1800" b="1">
                <a:solidFill>
                  <a:srgbClr val="28634E"/>
                </a:solidFill>
                <a:latin typeface="Arial"/>
                <a:ea typeface="Arial"/>
                <a:cs typeface="Arial"/>
              </a:defRPr>
            </a:pPr>
            <a:r>
              <a:rPr sz="1800" b="1">
                <a:solidFill>
                  <a:srgbClr val="28634E"/>
                </a:solidFill>
                <a:latin typeface="Arial"/>
                <a:ea typeface="Arial"/>
                <a:cs typeface="Arial"/>
              </a:rPr>
              <a:t>Buy, borrow, rent or swap</a:t>
            </a:r>
          </a:p>
        </p:txBody>
      </p:sp>
      <p:sp>
        <p:nvSpPr>
          <p:cNvPr id="6" name="">
            <a:extLst xmlns:a="http://schemas.openxmlformats.org/drawingml/2006/main">
              <a:ext uri="{FF2B5EF4-FFF2-40B4-BE49-F238E27FC236}">
                <a16:creationId xmlns:a16="http://schemas.microsoft.com/office/drawing/2014/main" id="{3116AA39-AAE4-440D-A08B-B71D27394C7F}"/>
              </a:ext>
            </a:extLst>
          </p:cNvPr>
          <p:cNvSpPr>
            <a:spLocks xmlns:a="http://schemas.openxmlformats.org/drawingml/2006/main" noGrp="1"/>
          </p:cNvSpPr>
          <p:nvPr/>
        </p:nvSpPr>
        <p:spPr>
          <a:xfrm xmlns:a="http://schemas.openxmlformats.org/drawingml/2006/main">
            <a:off x="609600" y="55245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58635E"/>
                </a:solidFill>
                <a:latin typeface="Arial"/>
                <a:ea typeface="Arial"/>
                <a:cs typeface="Arial"/>
              </a:defRPr>
            </a:defPPr>
            <a:lvl1pPr>
              <a:defRPr sz="1800" b="0">
                <a:solidFill>
                  <a:srgbClr val="58635E"/>
                </a:solidFill>
                <a:latin typeface="Arial"/>
                <a:ea typeface="Arial"/>
                <a:cs typeface="Arial"/>
              </a:defRPr>
            </a:lvl1pPr>
            <a:lvl2pPr>
              <a:defRPr sz="1800" b="0">
                <a:solidFill>
                  <a:srgbClr val="58635E"/>
                </a:solidFill>
                <a:latin typeface="Arial"/>
                <a:ea typeface="Arial"/>
                <a:cs typeface="Arial"/>
              </a:defRPr>
            </a:lvl2pPr>
            <a:lvl3pPr>
              <a:defRPr sz="1800" b="0">
                <a:solidFill>
                  <a:srgbClr val="58635E"/>
                </a:solidFill>
                <a:latin typeface="Arial"/>
                <a:ea typeface="Arial"/>
                <a:cs typeface="Arial"/>
              </a:defRPr>
            </a:lvl3pPr>
            <a:lvl4pPr>
              <a:defRPr sz="1800" b="0">
                <a:solidFill>
                  <a:srgbClr val="58635E"/>
                </a:solidFill>
                <a:latin typeface="Arial"/>
                <a:ea typeface="Arial"/>
                <a:cs typeface="Arial"/>
              </a:defRPr>
            </a:lvl4pPr>
            <a:lvl5pPr>
              <a:defRPr sz="1800" b="0">
                <a:solidFill>
                  <a:srgbClr val="58635E"/>
                </a:solidFill>
                <a:latin typeface="Arial"/>
                <a:ea typeface="Arial"/>
                <a:cs typeface="Arial"/>
              </a:defRPr>
            </a:lvl5pPr>
            <a:lvl6pPr>
              <a:defRPr sz="1800" b="0">
                <a:solidFill>
                  <a:srgbClr val="58635E"/>
                </a:solidFill>
                <a:latin typeface="Arial"/>
                <a:ea typeface="Arial"/>
                <a:cs typeface="Arial"/>
              </a:defRPr>
            </a:lvl6pPr>
            <a:lvl7pPr>
              <a:defRPr sz="1800" b="0">
                <a:solidFill>
                  <a:srgbClr val="58635E"/>
                </a:solidFill>
                <a:latin typeface="Arial"/>
                <a:ea typeface="Arial"/>
                <a:cs typeface="Arial"/>
              </a:defRPr>
            </a:lvl7pPr>
            <a:lvl8pPr>
              <a:defRPr sz="1800" b="0">
                <a:solidFill>
                  <a:srgbClr val="58635E"/>
                </a:solidFill>
                <a:latin typeface="Arial"/>
                <a:ea typeface="Arial"/>
                <a:cs typeface="Arial"/>
              </a:defRPr>
            </a:lvl8pPr>
            <a:lvl9pPr>
              <a:defRPr sz="1800" b="0">
                <a:solidFill>
                  <a:srgbClr val="58635E"/>
                </a:solidFill>
                <a:latin typeface="Arial"/>
                <a:ea typeface="Arial"/>
                <a:cs typeface="Arial"/>
              </a:defRPr>
            </a:lvl9pPr>
          </a:lstStyle>
          <a:p xmlns:a="http://schemas.openxmlformats.org/drawingml/2006/main">
            <a:pPr>
              <a:defRPr sz="1800" b="0">
                <a:solidFill>
                  <a:srgbClr val="58635E"/>
                </a:solidFill>
                <a:latin typeface="Arial"/>
                <a:ea typeface="Arial"/>
                <a:cs typeface="Arial"/>
              </a:defRPr>
            </a:pPr>
            <a:r>
              <a:rPr sz="1800" b="0">
                <a:solidFill>
                  <a:srgbClr val="58635E"/>
                </a:solidFill>
                <a:latin typeface="Arial"/>
                <a:ea typeface="Arial"/>
                <a:cs typeface="Arial"/>
              </a:rPr>
              <a:t>Proposed first pilot: eight DTS classes</a:t>
            </a:r>
          </a:p>
        </p:txBody>
      </p:sp>
      <p:sp>
        <p:nvSpPr>
          <p:cNvPr id="7" name="">
            <a:extLst xmlns:a="http://schemas.openxmlformats.org/drawingml/2006/main">
              <a:ext uri="{FF2B5EF4-FFF2-40B4-BE49-F238E27FC236}">
                <a16:creationId xmlns:a16="http://schemas.microsoft.com/office/drawing/2014/main" id="{6B69A06D-A132-438C-BA51-8C2A8D631979}"/>
              </a:ext>
            </a:extLst>
          </p:cNvPr>
          <p:cNvSpPr>
            <a:spLocks xmlns:a="http://schemas.openxmlformats.org/drawingml/2006/main" noGrp="1"/>
          </p:cNvSpPr>
          <p:nvPr/>
        </p:nvSpPr>
        <p:spPr>
          <a:xfrm xmlns:a="http://schemas.openxmlformats.org/drawingml/2006/main">
            <a:off x="609600" y="5972175"/>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defRPr sz="1500" b="0">
                <a:solidFill>
                  <a:srgbClr val="58635E"/>
                </a:solidFill>
                <a:latin typeface="Arial"/>
                <a:ea typeface="Arial"/>
                <a:cs typeface="Arial"/>
              </a:defRPr>
            </a:lvl1pPr>
            <a:lvl2pPr>
              <a:defRPr sz="1500" b="0">
                <a:solidFill>
                  <a:srgbClr val="58635E"/>
                </a:solidFill>
                <a:latin typeface="Arial"/>
                <a:ea typeface="Arial"/>
                <a:cs typeface="Arial"/>
              </a:defRPr>
            </a:lvl2pPr>
            <a:lvl3pPr>
              <a:defRPr sz="1500" b="0">
                <a:solidFill>
                  <a:srgbClr val="58635E"/>
                </a:solidFill>
                <a:latin typeface="Arial"/>
                <a:ea typeface="Arial"/>
                <a:cs typeface="Arial"/>
              </a:defRPr>
            </a:lvl3pPr>
            <a:lvl4pPr>
              <a:defRPr sz="1500" b="0">
                <a:solidFill>
                  <a:srgbClr val="58635E"/>
                </a:solidFill>
                <a:latin typeface="Arial"/>
                <a:ea typeface="Arial"/>
                <a:cs typeface="Arial"/>
              </a:defRPr>
            </a:lvl4pPr>
            <a:lvl5pPr>
              <a:defRPr sz="1500" b="0">
                <a:solidFill>
                  <a:srgbClr val="58635E"/>
                </a:solidFill>
                <a:latin typeface="Arial"/>
                <a:ea typeface="Arial"/>
                <a:cs typeface="Arial"/>
              </a:defRPr>
            </a:lvl5pPr>
            <a:lvl6pPr>
              <a:defRPr sz="1500" b="0">
                <a:solidFill>
                  <a:srgbClr val="58635E"/>
                </a:solidFill>
                <a:latin typeface="Arial"/>
                <a:ea typeface="Arial"/>
                <a:cs typeface="Arial"/>
              </a:defRPr>
            </a:lvl6pPr>
            <a:lvl7pPr>
              <a:defRPr sz="1500" b="0">
                <a:solidFill>
                  <a:srgbClr val="58635E"/>
                </a:solidFill>
                <a:latin typeface="Arial"/>
                <a:ea typeface="Arial"/>
                <a:cs typeface="Arial"/>
              </a:defRPr>
            </a:lvl7pPr>
            <a:lvl8pPr>
              <a:defRPr sz="1500" b="0">
                <a:solidFill>
                  <a:srgbClr val="58635E"/>
                </a:solidFill>
                <a:latin typeface="Arial"/>
                <a:ea typeface="Arial"/>
                <a:cs typeface="Arial"/>
              </a:defRPr>
            </a:lvl8pPr>
            <a:lvl9pPr>
              <a:defRPr sz="1500" b="0">
                <a:solidFill>
                  <a:srgbClr val="58635E"/>
                </a:solidFill>
                <a:latin typeface="Arial"/>
                <a:ea typeface="Arial"/>
                <a:cs typeface="Arial"/>
              </a:defRPr>
            </a:lvl9pPr>
          </a:lstStyle>
          <a:p xmlns:a="http://schemas.openxmlformats.org/drawingml/2006/main">
            <a:pPr>
              <a:defRPr sz="1500" b="0">
                <a:solidFill>
                  <a:srgbClr val="58635E"/>
                </a:solidFill>
                <a:latin typeface="Arial"/>
                <a:ea typeface="Arial"/>
                <a:cs typeface="Arial"/>
              </a:defRPr>
            </a:pPr>
            <a:r>
              <a:rPr sz="1500" b="0">
                <a:solidFill>
                  <a:srgbClr val="58635E"/>
                </a:solidFill>
                <a:latin typeface="Arial"/>
                <a:ea typeface="Arial"/>
                <a:cs typeface="Arial"/>
              </a:rPr>
              <a:t>18 October 2026</a:t>
            </a:r>
          </a:p>
        </p:txBody>
      </p:sp>
      <p:pic>
        <p:nvPicPr>
          <p:cNvPr id="8" name="">
            <a:extLst xmlns:a="http://schemas.openxmlformats.org/drawingml/2006/main">
              <a:ext uri="{FF2B5EF4-FFF2-40B4-BE49-F238E27FC236}">
                <a16:creationId xmlns:a16="http://schemas.microsoft.com/office/drawing/2014/main" id="{9F407AE7-837B-4851-9083-0EA997335D79}"/>
              </a:ext>
            </a:extLst>
          </p:cNvPr>
          <p:cNvPicPr>
            <a:picLocks xmlns:a="http://schemas.openxmlformats.org/drawingml/2006/main" noChangeAspect="1"/>
          </p:cNvPicPr>
          <p:nvPr/>
        </p:nvPicPr>
        <p:blipFill>
          <a:blip xmlns:r="http://schemas.openxmlformats.org/officeDocument/2006/relationships" xmlns:a="http://schemas.openxmlformats.org/drawingml/2006/main" r:embed="R1a4b5be03bd0404a"/>
          <a:stretch xmlns:a="http://schemas.openxmlformats.org/drawingml/2006/main"/>
        </p:blipFill>
        <p:spPr>
          <a:xfrm xmlns:a="http://schemas.openxmlformats.org/drawingml/2006/main">
            <a:off x="6076950" y="1398343"/>
            <a:ext cx="5505450" cy="402321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FAD1499-9DA2-4278-A2C9-EE3B3E56A13C}"/>
              </a:ext>
            </a:extLst>
          </p:cNvPr>
          <p:cNvSpPr>
            <a:spLocks xmlns:a="http://schemas.openxmlformats.org/drawingml/2006/main" noGrp="1"/>
          </p:cNvSpPr>
          <p:nvPr/>
        </p:nvSpPr>
        <p:spPr>
          <a:xfrm xmlns:a="http://schemas.openxmlformats.org/drawingml/2006/main">
            <a:off x="6248400" y="56292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defRPr sz="1425" b="0">
                <a:solidFill>
                  <a:srgbClr val="58635E"/>
                </a:solidFill>
                <a:latin typeface="Arial"/>
                <a:ea typeface="Arial"/>
                <a:cs typeface="Arial"/>
              </a:defRPr>
            </a:lvl1pPr>
            <a:lvl2pPr>
              <a:defRPr sz="1425" b="0">
                <a:solidFill>
                  <a:srgbClr val="58635E"/>
                </a:solidFill>
                <a:latin typeface="Arial"/>
                <a:ea typeface="Arial"/>
                <a:cs typeface="Arial"/>
              </a:defRPr>
            </a:lvl2pPr>
            <a:lvl3pPr>
              <a:defRPr sz="1425" b="0">
                <a:solidFill>
                  <a:srgbClr val="58635E"/>
                </a:solidFill>
                <a:latin typeface="Arial"/>
                <a:ea typeface="Arial"/>
                <a:cs typeface="Arial"/>
              </a:defRPr>
            </a:lvl3pPr>
            <a:lvl4pPr>
              <a:defRPr sz="1425" b="0">
                <a:solidFill>
                  <a:srgbClr val="58635E"/>
                </a:solidFill>
                <a:latin typeface="Arial"/>
                <a:ea typeface="Arial"/>
                <a:cs typeface="Arial"/>
              </a:defRPr>
            </a:lvl4pPr>
            <a:lvl5pPr>
              <a:defRPr sz="1425" b="0">
                <a:solidFill>
                  <a:srgbClr val="58635E"/>
                </a:solidFill>
                <a:latin typeface="Arial"/>
                <a:ea typeface="Arial"/>
                <a:cs typeface="Arial"/>
              </a:defRPr>
            </a:lvl5pPr>
            <a:lvl6pPr>
              <a:defRPr sz="1425" b="0">
                <a:solidFill>
                  <a:srgbClr val="58635E"/>
                </a:solidFill>
                <a:latin typeface="Arial"/>
                <a:ea typeface="Arial"/>
                <a:cs typeface="Arial"/>
              </a:defRPr>
            </a:lvl6pPr>
            <a:lvl7pPr>
              <a:defRPr sz="1425" b="0">
                <a:solidFill>
                  <a:srgbClr val="58635E"/>
                </a:solidFill>
                <a:latin typeface="Arial"/>
                <a:ea typeface="Arial"/>
                <a:cs typeface="Arial"/>
              </a:defRPr>
            </a:lvl7pPr>
            <a:lvl8pPr>
              <a:defRPr sz="1425" b="0">
                <a:solidFill>
                  <a:srgbClr val="58635E"/>
                </a:solidFill>
                <a:latin typeface="Arial"/>
                <a:ea typeface="Arial"/>
                <a:cs typeface="Arial"/>
              </a:defRPr>
            </a:lvl8pPr>
            <a:lvl9pPr>
              <a:defRPr sz="1425" b="0">
                <a:solidFill>
                  <a:srgbClr val="58635E"/>
                </a:solidFill>
                <a:latin typeface="Arial"/>
                <a:ea typeface="Arial"/>
                <a:cs typeface="Arial"/>
              </a:defRPr>
            </a:lvl9pPr>
          </a:lstStyle>
          <a:p xmlns:a="http://schemas.openxmlformats.org/drawingml/2006/main">
            <a:pPr>
              <a:defRPr sz="1425" b="0">
                <a:solidFill>
                  <a:srgbClr val="58635E"/>
                </a:solidFill>
                <a:latin typeface="Arial"/>
                <a:ea typeface="Arial"/>
                <a:cs typeface="Arial"/>
              </a:defRPr>
            </a:pPr>
            <a:r>
              <a:rPr sz="1425" b="0">
                <a:solidFill>
                  <a:srgbClr val="58635E"/>
                </a:solidFill>
                <a:latin typeface="Arial"/>
                <a:ea typeface="Arial"/>
                <a:cs typeface="Arial"/>
              </a:rPr>
              <a:t>Local prototype. Demonstration inventory.</a:t>
            </a:r>
          </a:p>
        </p:txBody>
      </p:sp>
      <p:sp>
        <p:nvSpPr>
          <p:cNvPr id="10" name="">
            <a:extLst xmlns:a="http://schemas.openxmlformats.org/drawingml/2006/main">
              <a:ext uri="{FF2B5EF4-FFF2-40B4-BE49-F238E27FC236}">
                <a16:creationId xmlns:a16="http://schemas.microsoft.com/office/drawing/2014/main" id="{D54A7809-A321-4876-89B6-15BCFC12C33E}"/>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1 / 6</a:t>
            </a:r>
          </a:p>
        </p:txBody>
      </p:sp>
    </p:spTree>
    <p:extLst>
      <p:ext uri="{BB962C8B-B14F-4D97-AF65-F5344CB8AC3E}">
        <p14:creationId xmlns:p14="http://schemas.microsoft.com/office/powerpoint/2010/main" val="3310911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A994042-C52B-4249-BB23-2E7F18E0689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defRPr sz="1500" b="1">
                <a:solidFill>
                  <a:srgbClr val="28634E"/>
                </a:solidFill>
                <a:latin typeface="Arial"/>
                <a:ea typeface="Arial"/>
                <a:cs typeface="Arial"/>
              </a:defRPr>
            </a:lvl1pPr>
            <a:lvl2pPr>
              <a:defRPr sz="1500" b="1">
                <a:solidFill>
                  <a:srgbClr val="28634E"/>
                </a:solidFill>
                <a:latin typeface="Arial"/>
                <a:ea typeface="Arial"/>
                <a:cs typeface="Arial"/>
              </a:defRPr>
            </a:lvl2pPr>
            <a:lvl3pPr>
              <a:defRPr sz="1500" b="1">
                <a:solidFill>
                  <a:srgbClr val="28634E"/>
                </a:solidFill>
                <a:latin typeface="Arial"/>
                <a:ea typeface="Arial"/>
                <a:cs typeface="Arial"/>
              </a:defRPr>
            </a:lvl3pPr>
            <a:lvl4pPr>
              <a:defRPr sz="1500" b="1">
                <a:solidFill>
                  <a:srgbClr val="28634E"/>
                </a:solidFill>
                <a:latin typeface="Arial"/>
                <a:ea typeface="Arial"/>
                <a:cs typeface="Arial"/>
              </a:defRPr>
            </a:lvl4pPr>
            <a:lvl5pPr>
              <a:defRPr sz="1500" b="1">
                <a:solidFill>
                  <a:srgbClr val="28634E"/>
                </a:solidFill>
                <a:latin typeface="Arial"/>
                <a:ea typeface="Arial"/>
                <a:cs typeface="Arial"/>
              </a:defRPr>
            </a:lvl5pPr>
            <a:lvl6pPr>
              <a:defRPr sz="1500" b="1">
                <a:solidFill>
                  <a:srgbClr val="28634E"/>
                </a:solidFill>
                <a:latin typeface="Arial"/>
                <a:ea typeface="Arial"/>
                <a:cs typeface="Arial"/>
              </a:defRPr>
            </a:lvl6pPr>
            <a:lvl7pPr>
              <a:defRPr sz="1500" b="1">
                <a:solidFill>
                  <a:srgbClr val="28634E"/>
                </a:solidFill>
                <a:latin typeface="Arial"/>
                <a:ea typeface="Arial"/>
                <a:cs typeface="Arial"/>
              </a:defRPr>
            </a:lvl7pPr>
            <a:lvl8pPr>
              <a:defRPr sz="1500" b="1">
                <a:solidFill>
                  <a:srgbClr val="28634E"/>
                </a:solidFill>
                <a:latin typeface="Arial"/>
                <a:ea typeface="Arial"/>
                <a:cs typeface="Arial"/>
              </a:defRPr>
            </a:lvl8pPr>
            <a:lvl9pPr>
              <a:defRPr sz="1500" b="1">
                <a:solidFill>
                  <a:srgbClr val="28634E"/>
                </a:solidFill>
                <a:latin typeface="Arial"/>
                <a:ea typeface="Arial"/>
                <a:cs typeface="Arial"/>
              </a:defRPr>
            </a:lvl9pPr>
          </a:lstStyle>
          <a:p xmlns:a="http://schemas.openxmlformats.org/drawingml/2006/main">
            <a:pPr>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C268FF4-D18F-47D3-B396-B3FA55CFB336}"/>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defRPr sz="3450" b="1">
                <a:solidFill>
                  <a:srgbClr val="20322B"/>
                </a:solidFill>
                <a:latin typeface="Arial"/>
                <a:ea typeface="Arial"/>
                <a:cs typeface="Arial"/>
              </a:defRPr>
            </a:lvl1pPr>
            <a:lvl2pPr>
              <a:defRPr sz="3450" b="1">
                <a:solidFill>
                  <a:srgbClr val="20322B"/>
                </a:solidFill>
                <a:latin typeface="Arial"/>
                <a:ea typeface="Arial"/>
                <a:cs typeface="Arial"/>
              </a:defRPr>
            </a:lvl2pPr>
            <a:lvl3pPr>
              <a:defRPr sz="3450" b="1">
                <a:solidFill>
                  <a:srgbClr val="20322B"/>
                </a:solidFill>
                <a:latin typeface="Arial"/>
                <a:ea typeface="Arial"/>
                <a:cs typeface="Arial"/>
              </a:defRPr>
            </a:lvl3pPr>
            <a:lvl4pPr>
              <a:defRPr sz="3450" b="1">
                <a:solidFill>
                  <a:srgbClr val="20322B"/>
                </a:solidFill>
                <a:latin typeface="Arial"/>
                <a:ea typeface="Arial"/>
                <a:cs typeface="Arial"/>
              </a:defRPr>
            </a:lvl4pPr>
            <a:lvl5pPr>
              <a:defRPr sz="3450" b="1">
                <a:solidFill>
                  <a:srgbClr val="20322B"/>
                </a:solidFill>
                <a:latin typeface="Arial"/>
                <a:ea typeface="Arial"/>
                <a:cs typeface="Arial"/>
              </a:defRPr>
            </a:lvl5pPr>
            <a:lvl6pPr>
              <a:defRPr sz="3450" b="1">
                <a:solidFill>
                  <a:srgbClr val="20322B"/>
                </a:solidFill>
                <a:latin typeface="Arial"/>
                <a:ea typeface="Arial"/>
                <a:cs typeface="Arial"/>
              </a:defRPr>
            </a:lvl6pPr>
            <a:lvl7pPr>
              <a:defRPr sz="3450" b="1">
                <a:solidFill>
                  <a:srgbClr val="20322B"/>
                </a:solidFill>
                <a:latin typeface="Arial"/>
                <a:ea typeface="Arial"/>
                <a:cs typeface="Arial"/>
              </a:defRPr>
            </a:lvl7pPr>
            <a:lvl8pPr>
              <a:defRPr sz="3450" b="1">
                <a:solidFill>
                  <a:srgbClr val="20322B"/>
                </a:solidFill>
                <a:latin typeface="Arial"/>
                <a:ea typeface="Arial"/>
                <a:cs typeface="Arial"/>
              </a:defRPr>
            </a:lvl8pPr>
            <a:lvl9pPr>
              <a:defRPr sz="3450" b="1">
                <a:solidFill>
                  <a:srgbClr val="20322B"/>
                </a:solidFill>
                <a:latin typeface="Arial"/>
                <a:ea typeface="Arial"/>
                <a:cs typeface="Arial"/>
              </a:defRPr>
            </a:lvl9pPr>
          </a:lstStyle>
          <a:p xmlns:a="http://schemas.openxmlformats.org/drawingml/2006/main">
            <a:pPr>
              <a:defRPr sz="3450" b="1">
                <a:solidFill>
                  <a:srgbClr val="20322B"/>
                </a:solidFill>
                <a:latin typeface="Arial"/>
                <a:ea typeface="Arial"/>
                <a:cs typeface="Arial"/>
              </a:defRPr>
            </a:pPr>
            <a:r>
              <a:rPr sz="3450" b="1">
                <a:solidFill>
                  <a:srgbClr val="20322B"/>
                </a:solidFill>
                <a:latin typeface="Arial"/>
                <a:ea typeface="Arial"/>
                <a:cs typeface="Arial"/>
              </a:rPr>
              <a:t>Student needs and target user</a:t>
            </a:r>
          </a:p>
        </p:txBody>
      </p:sp>
      <p:sp>
        <p:nvSpPr>
          <p:cNvPr id="3" name="">
            <a:extLst xmlns:a="http://schemas.openxmlformats.org/drawingml/2006/main">
              <a:ext uri="{FF2B5EF4-FFF2-40B4-BE49-F238E27FC236}">
                <a16:creationId xmlns:a16="http://schemas.microsoft.com/office/drawing/2014/main" id="{6ED6F39C-CECC-4194-AB4D-208121D79678}"/>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2 / 6</a:t>
            </a:r>
          </a:p>
        </p:txBody>
      </p:sp>
      <p:sp>
        <p:nvSpPr>
          <p:cNvPr id="4" name="">
            <a:extLst xmlns:a="http://schemas.openxmlformats.org/drawingml/2006/main">
              <a:ext uri="{FF2B5EF4-FFF2-40B4-BE49-F238E27FC236}">
                <a16:creationId xmlns:a16="http://schemas.microsoft.com/office/drawing/2014/main" id="{228DE9BD-72EB-4CCE-8FB0-937F790D2BC7}"/>
              </a:ext>
            </a:extLst>
          </p:cNvPr>
          <p:cNvSpPr>
            <a:spLocks xmlns:a="http://schemas.openxmlformats.org/drawingml/2006/main" noGrp="1"/>
          </p:cNvSpPr>
          <p:nvPr/>
        </p:nvSpPr>
        <p:spPr>
          <a:xfrm xmlns:a="http://schemas.openxmlformats.org/drawingml/2006/main">
            <a:off x="609600" y="178117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defRPr sz="2175" b="1">
                <a:solidFill>
                  <a:srgbClr val="20322B"/>
                </a:solidFill>
                <a:latin typeface="Arial"/>
                <a:ea typeface="Arial"/>
                <a:cs typeface="Arial"/>
              </a:defRPr>
            </a:lvl1pPr>
            <a:lvl2pPr>
              <a:defRPr sz="2175" b="1">
                <a:solidFill>
                  <a:srgbClr val="20322B"/>
                </a:solidFill>
                <a:latin typeface="Arial"/>
                <a:ea typeface="Arial"/>
                <a:cs typeface="Arial"/>
              </a:defRPr>
            </a:lvl2pPr>
            <a:lvl3pPr>
              <a:defRPr sz="2175" b="1">
                <a:solidFill>
                  <a:srgbClr val="20322B"/>
                </a:solidFill>
                <a:latin typeface="Arial"/>
                <a:ea typeface="Arial"/>
                <a:cs typeface="Arial"/>
              </a:defRPr>
            </a:lvl3pPr>
            <a:lvl4pPr>
              <a:defRPr sz="2175" b="1">
                <a:solidFill>
                  <a:srgbClr val="20322B"/>
                </a:solidFill>
                <a:latin typeface="Arial"/>
                <a:ea typeface="Arial"/>
                <a:cs typeface="Arial"/>
              </a:defRPr>
            </a:lvl4pPr>
            <a:lvl5pPr>
              <a:defRPr sz="2175" b="1">
                <a:solidFill>
                  <a:srgbClr val="20322B"/>
                </a:solidFill>
                <a:latin typeface="Arial"/>
                <a:ea typeface="Arial"/>
                <a:cs typeface="Arial"/>
              </a:defRPr>
            </a:lvl5pPr>
            <a:lvl6pPr>
              <a:defRPr sz="2175" b="1">
                <a:solidFill>
                  <a:srgbClr val="20322B"/>
                </a:solidFill>
                <a:latin typeface="Arial"/>
                <a:ea typeface="Arial"/>
                <a:cs typeface="Arial"/>
              </a:defRPr>
            </a:lvl6pPr>
            <a:lvl7pPr>
              <a:defRPr sz="2175" b="1">
                <a:solidFill>
                  <a:srgbClr val="20322B"/>
                </a:solidFill>
                <a:latin typeface="Arial"/>
                <a:ea typeface="Arial"/>
                <a:cs typeface="Arial"/>
              </a:defRPr>
            </a:lvl7pPr>
            <a:lvl8pPr>
              <a:defRPr sz="2175" b="1">
                <a:solidFill>
                  <a:srgbClr val="20322B"/>
                </a:solidFill>
                <a:latin typeface="Arial"/>
                <a:ea typeface="Arial"/>
                <a:cs typeface="Arial"/>
              </a:defRPr>
            </a:lvl8pPr>
            <a:lvl9pPr>
              <a:defRPr sz="2175" b="1">
                <a:solidFill>
                  <a:srgbClr val="20322B"/>
                </a:solidFill>
                <a:latin typeface="Arial"/>
                <a:ea typeface="Arial"/>
                <a:cs typeface="Arial"/>
              </a:defRPr>
            </a:lvl9pPr>
          </a:lstStyle>
          <a:p xmlns:a="http://schemas.openxmlformats.org/drawingml/2006/main">
            <a:pPr>
              <a:defRPr sz="2175" b="1">
                <a:solidFill>
                  <a:srgbClr val="20322B"/>
                </a:solidFill>
                <a:latin typeface="Arial"/>
                <a:ea typeface="Arial"/>
                <a:cs typeface="Arial"/>
              </a:defRPr>
            </a:pPr>
            <a:r>
              <a:rPr sz="2175" b="1">
                <a:solidFill>
                  <a:srgbClr val="20322B"/>
                </a:solidFill>
                <a:latin typeface="Arial"/>
                <a:ea typeface="Arial"/>
                <a:cs typeface="Arial"/>
              </a:rPr>
              <a:t>Needs are occasional</a:t>
            </a:r>
          </a:p>
        </p:txBody>
      </p:sp>
      <p:sp>
        <p:nvSpPr>
          <p:cNvPr id="5" name="">
            <a:extLst xmlns:a="http://schemas.openxmlformats.org/drawingml/2006/main">
              <a:ext uri="{FF2B5EF4-FFF2-40B4-BE49-F238E27FC236}">
                <a16:creationId xmlns:a16="http://schemas.microsoft.com/office/drawing/2014/main" id="{28B4BF32-6278-422C-88B3-FB202B61DA94}"/>
              </a:ext>
            </a:extLst>
          </p:cNvPr>
          <p:cNvSpPr>
            <a:spLocks xmlns:a="http://schemas.openxmlformats.org/drawingml/2006/main" noGrp="1"/>
          </p:cNvSpPr>
          <p:nvPr/>
        </p:nvSpPr>
        <p:spPr>
          <a:xfrm xmlns:a="http://schemas.openxmlformats.org/drawingml/2006/main">
            <a:off x="609600" y="219075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Friends and existing services are the starting point. U Use must make a specific task easier.</a:t>
            </a:r>
          </a:p>
        </p:txBody>
      </p:sp>
      <p:sp>
        <p:nvSpPr>
          <p:cNvPr id="6" name="">
            <a:extLst xmlns:a="http://schemas.openxmlformats.org/drawingml/2006/main">
              <a:ext uri="{FF2B5EF4-FFF2-40B4-BE49-F238E27FC236}">
                <a16:creationId xmlns:a16="http://schemas.microsoft.com/office/drawing/2014/main" id="{E85FFB1A-5C4B-441D-B9F2-71C0D15D1A9E}"/>
              </a:ext>
            </a:extLst>
          </p:cNvPr>
          <p:cNvSpPr>
            <a:spLocks xmlns:a="http://schemas.openxmlformats.org/drawingml/2006/main" noGrp="1"/>
          </p:cNvSpPr>
          <p:nvPr/>
        </p:nvSpPr>
        <p:spPr>
          <a:xfrm xmlns:a="http://schemas.openxmlformats.org/drawingml/2006/main">
            <a:off x="609600" y="279082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V002, V005, V008, V015</a:t>
            </a:r>
          </a:p>
        </p:txBody>
      </p:sp>
      <p:sp>
        <p:nvSpPr>
          <p:cNvPr id="7" name="">
            <a:extLst xmlns:a="http://schemas.openxmlformats.org/drawingml/2006/main">
              <a:ext uri="{FF2B5EF4-FFF2-40B4-BE49-F238E27FC236}">
                <a16:creationId xmlns:a16="http://schemas.microsoft.com/office/drawing/2014/main" id="{7C1B9AEA-9C9B-4808-80CD-1EB7C19E5C76}"/>
              </a:ext>
            </a:extLst>
          </p:cNvPr>
          <p:cNvSpPr>
            <a:spLocks xmlns:a="http://schemas.openxmlformats.org/drawingml/2006/main" noGrp="1"/>
          </p:cNvSpPr>
          <p:nvPr/>
        </p:nvSpPr>
        <p:spPr>
          <a:xfrm xmlns:a="http://schemas.openxmlformats.org/drawingml/2006/main">
            <a:off x="609600" y="3086100"/>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defRPr sz="2175" b="1">
                <a:solidFill>
                  <a:srgbClr val="20322B"/>
                </a:solidFill>
                <a:latin typeface="Arial"/>
                <a:ea typeface="Arial"/>
                <a:cs typeface="Arial"/>
              </a:defRPr>
            </a:lvl1pPr>
            <a:lvl2pPr>
              <a:defRPr sz="2175" b="1">
                <a:solidFill>
                  <a:srgbClr val="20322B"/>
                </a:solidFill>
                <a:latin typeface="Arial"/>
                <a:ea typeface="Arial"/>
                <a:cs typeface="Arial"/>
              </a:defRPr>
            </a:lvl2pPr>
            <a:lvl3pPr>
              <a:defRPr sz="2175" b="1">
                <a:solidFill>
                  <a:srgbClr val="20322B"/>
                </a:solidFill>
                <a:latin typeface="Arial"/>
                <a:ea typeface="Arial"/>
                <a:cs typeface="Arial"/>
              </a:defRPr>
            </a:lvl3pPr>
            <a:lvl4pPr>
              <a:defRPr sz="2175" b="1">
                <a:solidFill>
                  <a:srgbClr val="20322B"/>
                </a:solidFill>
                <a:latin typeface="Arial"/>
                <a:ea typeface="Arial"/>
                <a:cs typeface="Arial"/>
              </a:defRPr>
            </a:lvl4pPr>
            <a:lvl5pPr>
              <a:defRPr sz="2175" b="1">
                <a:solidFill>
                  <a:srgbClr val="20322B"/>
                </a:solidFill>
                <a:latin typeface="Arial"/>
                <a:ea typeface="Arial"/>
                <a:cs typeface="Arial"/>
              </a:defRPr>
            </a:lvl5pPr>
            <a:lvl6pPr>
              <a:defRPr sz="2175" b="1">
                <a:solidFill>
                  <a:srgbClr val="20322B"/>
                </a:solidFill>
                <a:latin typeface="Arial"/>
                <a:ea typeface="Arial"/>
                <a:cs typeface="Arial"/>
              </a:defRPr>
            </a:lvl6pPr>
            <a:lvl7pPr>
              <a:defRPr sz="2175" b="1">
                <a:solidFill>
                  <a:srgbClr val="20322B"/>
                </a:solidFill>
                <a:latin typeface="Arial"/>
                <a:ea typeface="Arial"/>
                <a:cs typeface="Arial"/>
              </a:defRPr>
            </a:lvl7pPr>
            <a:lvl8pPr>
              <a:defRPr sz="2175" b="1">
                <a:solidFill>
                  <a:srgbClr val="20322B"/>
                </a:solidFill>
                <a:latin typeface="Arial"/>
                <a:ea typeface="Arial"/>
                <a:cs typeface="Arial"/>
              </a:defRPr>
            </a:lvl8pPr>
            <a:lvl9pPr>
              <a:defRPr sz="2175" b="1">
                <a:solidFill>
                  <a:srgbClr val="20322B"/>
                </a:solidFill>
                <a:latin typeface="Arial"/>
                <a:ea typeface="Arial"/>
                <a:cs typeface="Arial"/>
              </a:defRPr>
            </a:lvl9pPr>
          </a:lstStyle>
          <a:p xmlns:a="http://schemas.openxmlformats.org/drawingml/2006/main">
            <a:pPr>
              <a:defRPr sz="2175" b="1">
                <a:solidFill>
                  <a:srgbClr val="20322B"/>
                </a:solidFill>
                <a:latin typeface="Arial"/>
                <a:ea typeface="Arial"/>
                <a:cs typeface="Arial"/>
              </a:defRPr>
            </a:pPr>
            <a:r>
              <a:rPr sz="2175" b="1">
                <a:solidFill>
                  <a:srgbClr val="20322B"/>
                </a:solidFill>
                <a:latin typeface="Arial"/>
                <a:ea typeface="Arial"/>
                <a:cs typeface="Arial"/>
              </a:rPr>
              <a:t>Dates need an owner's confirmation</a:t>
            </a:r>
          </a:p>
        </p:txBody>
      </p:sp>
      <p:sp>
        <p:nvSpPr>
          <p:cNvPr id="8" name="">
            <a:extLst xmlns:a="http://schemas.openxmlformats.org/drawingml/2006/main">
              <a:ext uri="{FF2B5EF4-FFF2-40B4-BE49-F238E27FC236}">
                <a16:creationId xmlns:a16="http://schemas.microsoft.com/office/drawing/2014/main" id="{3A6E8873-EF0E-4724-A523-29E0C3EDBBBE}"/>
              </a:ext>
            </a:extLst>
          </p:cNvPr>
          <p:cNvSpPr>
            <a:spLocks xmlns:a="http://schemas.openxmlformats.org/drawingml/2006/main" noGrp="1"/>
          </p:cNvSpPr>
          <p:nvPr/>
        </p:nvSpPr>
        <p:spPr>
          <a:xfrm xmlns:a="http://schemas.openxmlformats.org/drawingml/2006/main">
            <a:off x="609600" y="3495675"/>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An item listing is useful only if the owner can offer it on the requested dates.</a:t>
            </a:r>
          </a:p>
        </p:txBody>
      </p:sp>
      <p:sp>
        <p:nvSpPr>
          <p:cNvPr id="9" name="">
            <a:extLst xmlns:a="http://schemas.openxmlformats.org/drawingml/2006/main">
              <a:ext uri="{FF2B5EF4-FFF2-40B4-BE49-F238E27FC236}">
                <a16:creationId xmlns:a16="http://schemas.microsoft.com/office/drawing/2014/main" id="{017A2F97-EEC5-454D-B7D4-DA66441D2C50}"/>
              </a:ext>
            </a:extLst>
          </p:cNvPr>
          <p:cNvSpPr>
            <a:spLocks xmlns:a="http://schemas.openxmlformats.org/drawingml/2006/main" noGrp="1"/>
          </p:cNvSpPr>
          <p:nvPr/>
        </p:nvSpPr>
        <p:spPr>
          <a:xfrm xmlns:a="http://schemas.openxmlformats.org/drawingml/2006/main">
            <a:off x="609600" y="4095750"/>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V001, V003, V009, V012, V014</a:t>
            </a:r>
          </a:p>
        </p:txBody>
      </p:sp>
      <p:sp>
        <p:nvSpPr>
          <p:cNvPr id="10" name="">
            <a:extLst xmlns:a="http://schemas.openxmlformats.org/drawingml/2006/main">
              <a:ext uri="{FF2B5EF4-FFF2-40B4-BE49-F238E27FC236}">
                <a16:creationId xmlns:a16="http://schemas.microsoft.com/office/drawing/2014/main" id="{1530874D-53BC-47F0-AA57-86A8502CAEBE}"/>
              </a:ext>
            </a:extLst>
          </p:cNvPr>
          <p:cNvSpPr>
            <a:spLocks xmlns:a="http://schemas.openxmlformats.org/drawingml/2006/main" noGrp="1"/>
          </p:cNvSpPr>
          <p:nvPr/>
        </p:nvSpPr>
        <p:spPr>
          <a:xfrm xmlns:a="http://schemas.openxmlformats.org/drawingml/2006/main">
            <a:off x="609600" y="439102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defRPr sz="2175" b="1">
                <a:solidFill>
                  <a:srgbClr val="20322B"/>
                </a:solidFill>
                <a:latin typeface="Arial"/>
                <a:ea typeface="Arial"/>
                <a:cs typeface="Arial"/>
              </a:defRPr>
            </a:lvl1pPr>
            <a:lvl2pPr>
              <a:defRPr sz="2175" b="1">
                <a:solidFill>
                  <a:srgbClr val="20322B"/>
                </a:solidFill>
                <a:latin typeface="Arial"/>
                <a:ea typeface="Arial"/>
                <a:cs typeface="Arial"/>
              </a:defRPr>
            </a:lvl2pPr>
            <a:lvl3pPr>
              <a:defRPr sz="2175" b="1">
                <a:solidFill>
                  <a:srgbClr val="20322B"/>
                </a:solidFill>
                <a:latin typeface="Arial"/>
                <a:ea typeface="Arial"/>
                <a:cs typeface="Arial"/>
              </a:defRPr>
            </a:lvl3pPr>
            <a:lvl4pPr>
              <a:defRPr sz="2175" b="1">
                <a:solidFill>
                  <a:srgbClr val="20322B"/>
                </a:solidFill>
                <a:latin typeface="Arial"/>
                <a:ea typeface="Arial"/>
                <a:cs typeface="Arial"/>
              </a:defRPr>
            </a:lvl4pPr>
            <a:lvl5pPr>
              <a:defRPr sz="2175" b="1">
                <a:solidFill>
                  <a:srgbClr val="20322B"/>
                </a:solidFill>
                <a:latin typeface="Arial"/>
                <a:ea typeface="Arial"/>
                <a:cs typeface="Arial"/>
              </a:defRPr>
            </a:lvl5pPr>
            <a:lvl6pPr>
              <a:defRPr sz="2175" b="1">
                <a:solidFill>
                  <a:srgbClr val="20322B"/>
                </a:solidFill>
                <a:latin typeface="Arial"/>
                <a:ea typeface="Arial"/>
                <a:cs typeface="Arial"/>
              </a:defRPr>
            </a:lvl6pPr>
            <a:lvl7pPr>
              <a:defRPr sz="2175" b="1">
                <a:solidFill>
                  <a:srgbClr val="20322B"/>
                </a:solidFill>
                <a:latin typeface="Arial"/>
                <a:ea typeface="Arial"/>
                <a:cs typeface="Arial"/>
              </a:defRPr>
            </a:lvl7pPr>
            <a:lvl8pPr>
              <a:defRPr sz="2175" b="1">
                <a:solidFill>
                  <a:srgbClr val="20322B"/>
                </a:solidFill>
                <a:latin typeface="Arial"/>
                <a:ea typeface="Arial"/>
                <a:cs typeface="Arial"/>
              </a:defRPr>
            </a:lvl8pPr>
            <a:lvl9pPr>
              <a:defRPr sz="2175" b="1">
                <a:solidFill>
                  <a:srgbClr val="20322B"/>
                </a:solidFill>
                <a:latin typeface="Arial"/>
                <a:ea typeface="Arial"/>
                <a:cs typeface="Arial"/>
              </a:defRPr>
            </a:lvl9pPr>
          </a:lstStyle>
          <a:p xmlns:a="http://schemas.openxmlformats.org/drawingml/2006/main">
            <a:pPr>
              <a:defRPr sz="2175" b="1">
                <a:solidFill>
                  <a:srgbClr val="20322B"/>
                </a:solidFill>
                <a:latin typeface="Arial"/>
                <a:ea typeface="Arial"/>
                <a:cs typeface="Arial"/>
              </a:defRPr>
            </a:pPr>
            <a:r>
              <a:rPr sz="2175" b="1">
                <a:solidFill>
                  <a:srgbClr val="20322B"/>
                </a:solidFill>
                <a:latin typeface="Arial"/>
                <a:ea typeface="Arial"/>
                <a:cs typeface="Arial"/>
              </a:rPr>
              <a:t>Privacy remains a choice</a:t>
            </a:r>
          </a:p>
        </p:txBody>
      </p:sp>
      <p:sp>
        <p:nvSpPr>
          <p:cNvPr id="11" name="">
            <a:extLst xmlns:a="http://schemas.openxmlformats.org/drawingml/2006/main">
              <a:ext uri="{FF2B5EF4-FFF2-40B4-BE49-F238E27FC236}">
                <a16:creationId xmlns:a16="http://schemas.microsoft.com/office/drawing/2014/main" id="{283BAA2C-CCEE-4B18-94D9-204AEDDD3EBA}"/>
              </a:ext>
            </a:extLst>
          </p:cNvPr>
          <p:cNvSpPr>
            <a:spLocks xmlns:a="http://schemas.openxmlformats.org/drawingml/2006/main" noGrp="1"/>
          </p:cNvSpPr>
          <p:nvPr/>
        </p:nvSpPr>
        <p:spPr>
          <a:xfrm xmlns:a="http://schemas.openxmlformats.org/drawingml/2006/main">
            <a:off x="609600" y="480060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Students should be able to agree a public handoff without sharing live location or a full timetable.</a:t>
            </a:r>
          </a:p>
        </p:txBody>
      </p:sp>
      <p:sp>
        <p:nvSpPr>
          <p:cNvPr id="12" name="">
            <a:extLst xmlns:a="http://schemas.openxmlformats.org/drawingml/2006/main">
              <a:ext uri="{FF2B5EF4-FFF2-40B4-BE49-F238E27FC236}">
                <a16:creationId xmlns:a16="http://schemas.microsoft.com/office/drawing/2014/main" id="{CD4F7F87-C770-49DB-A8A9-D9059C1C2B38}"/>
              </a:ext>
            </a:extLst>
          </p:cNvPr>
          <p:cNvSpPr>
            <a:spLocks xmlns:a="http://schemas.openxmlformats.org/drawingml/2006/main" noGrp="1"/>
          </p:cNvSpPr>
          <p:nvPr/>
        </p:nvSpPr>
        <p:spPr>
          <a:xfrm xmlns:a="http://schemas.openxmlformats.org/drawingml/2006/main">
            <a:off x="609600" y="540067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V004, V008, V009, V013</a:t>
            </a:r>
          </a:p>
        </p:txBody>
      </p:sp>
      <p:sp>
        <p:nvSpPr>
          <p:cNvPr id="13" name="">
            <a:extLst xmlns:a="http://schemas.openxmlformats.org/drawingml/2006/main">
              <a:ext uri="{FF2B5EF4-FFF2-40B4-BE49-F238E27FC236}">
                <a16:creationId xmlns:a16="http://schemas.microsoft.com/office/drawing/2014/main" id="{DD69BFAA-C4AE-499C-8B68-BC507E4C724F}"/>
              </a:ext>
            </a:extLst>
          </p:cNvPr>
          <p:cNvSpPr>
            <a:spLocks xmlns:a="http://schemas.openxmlformats.org/drawingml/2006/main" noGrp="1"/>
          </p:cNvSpPr>
          <p:nvPr/>
        </p:nvSpPr>
        <p:spPr>
          <a:xfrm xmlns:a="http://schemas.openxmlformats.org/drawingml/2006/main">
            <a:off x="8191500" y="1809750"/>
            <a:ext cx="3371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defRPr sz="2100" b="1">
                <a:solidFill>
                  <a:srgbClr val="28634E"/>
                </a:solidFill>
                <a:latin typeface="Arial"/>
                <a:ea typeface="Arial"/>
                <a:cs typeface="Arial"/>
              </a:defRPr>
            </a:lvl1pPr>
            <a:lvl2pPr>
              <a:defRPr sz="2100" b="1">
                <a:solidFill>
                  <a:srgbClr val="28634E"/>
                </a:solidFill>
                <a:latin typeface="Arial"/>
                <a:ea typeface="Arial"/>
                <a:cs typeface="Arial"/>
              </a:defRPr>
            </a:lvl2pPr>
            <a:lvl3pPr>
              <a:defRPr sz="2100" b="1">
                <a:solidFill>
                  <a:srgbClr val="28634E"/>
                </a:solidFill>
                <a:latin typeface="Arial"/>
                <a:ea typeface="Arial"/>
                <a:cs typeface="Arial"/>
              </a:defRPr>
            </a:lvl3pPr>
            <a:lvl4pPr>
              <a:defRPr sz="2100" b="1">
                <a:solidFill>
                  <a:srgbClr val="28634E"/>
                </a:solidFill>
                <a:latin typeface="Arial"/>
                <a:ea typeface="Arial"/>
                <a:cs typeface="Arial"/>
              </a:defRPr>
            </a:lvl4pPr>
            <a:lvl5pPr>
              <a:defRPr sz="2100" b="1">
                <a:solidFill>
                  <a:srgbClr val="28634E"/>
                </a:solidFill>
                <a:latin typeface="Arial"/>
                <a:ea typeface="Arial"/>
                <a:cs typeface="Arial"/>
              </a:defRPr>
            </a:lvl5pPr>
            <a:lvl6pPr>
              <a:defRPr sz="2100" b="1">
                <a:solidFill>
                  <a:srgbClr val="28634E"/>
                </a:solidFill>
                <a:latin typeface="Arial"/>
                <a:ea typeface="Arial"/>
                <a:cs typeface="Arial"/>
              </a:defRPr>
            </a:lvl6pPr>
            <a:lvl7pPr>
              <a:defRPr sz="2100" b="1">
                <a:solidFill>
                  <a:srgbClr val="28634E"/>
                </a:solidFill>
                <a:latin typeface="Arial"/>
                <a:ea typeface="Arial"/>
                <a:cs typeface="Arial"/>
              </a:defRPr>
            </a:lvl7pPr>
            <a:lvl8pPr>
              <a:defRPr sz="2100" b="1">
                <a:solidFill>
                  <a:srgbClr val="28634E"/>
                </a:solidFill>
                <a:latin typeface="Arial"/>
                <a:ea typeface="Arial"/>
                <a:cs typeface="Arial"/>
              </a:defRPr>
            </a:lvl8pPr>
            <a:lvl9pPr>
              <a:defRPr sz="2100" b="1">
                <a:solidFill>
                  <a:srgbClr val="28634E"/>
                </a:solidFill>
                <a:latin typeface="Arial"/>
                <a:ea typeface="Arial"/>
                <a:cs typeface="Arial"/>
              </a:defRPr>
            </a:lvl9pPr>
          </a:lstStyle>
          <a:p xmlns:a="http://schemas.openxmlformats.org/drawingml/2006/main">
            <a:pPr>
              <a:defRPr sz="2100" b="1">
                <a:solidFill>
                  <a:srgbClr val="28634E"/>
                </a:solidFill>
                <a:latin typeface="Arial"/>
                <a:ea typeface="Arial"/>
                <a:cs typeface="Arial"/>
              </a:defRPr>
            </a:pPr>
            <a:r>
              <a:rPr sz="2100" b="1">
                <a:solidFill>
                  <a:srgbClr val="28634E"/>
                </a:solidFill>
                <a:latin typeface="Arial"/>
                <a:ea typeface="Arial"/>
                <a:cs typeface="Arial"/>
              </a:rPr>
              <a:t>First target users</a:t>
            </a:r>
          </a:p>
        </p:txBody>
      </p:sp>
      <p:sp>
        <p:nvSpPr>
          <p:cNvPr id="14" name="">
            <a:extLst xmlns:a="http://schemas.openxmlformats.org/drawingml/2006/main">
              <a:ext uri="{FF2B5EF4-FFF2-40B4-BE49-F238E27FC236}">
                <a16:creationId xmlns:a16="http://schemas.microsoft.com/office/drawing/2014/main" id="{FE56E1D3-B779-42EA-AFE4-E373D8BB85EF}"/>
              </a:ext>
            </a:extLst>
          </p:cNvPr>
          <p:cNvSpPr>
            <a:spLocks xmlns:a="http://schemas.openxmlformats.org/drawingml/2006/main" noGrp="1"/>
          </p:cNvSpPr>
          <p:nvPr/>
        </p:nvSpPr>
        <p:spPr>
          <a:xfrm xmlns:a="http://schemas.openxmlformats.org/drawingml/2006/main">
            <a:off x="8191500" y="2571750"/>
            <a:ext cx="33718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20322B"/>
                </a:solidFill>
                <a:latin typeface="Arial"/>
                <a:ea typeface="Arial"/>
                <a:cs typeface="Arial"/>
              </a:defRPr>
            </a:defPPr>
            <a:lvl1pPr>
              <a:defRPr sz="2025" b="0">
                <a:solidFill>
                  <a:srgbClr val="20322B"/>
                </a:solidFill>
                <a:latin typeface="Arial"/>
                <a:ea typeface="Arial"/>
                <a:cs typeface="Arial"/>
              </a:defRPr>
            </a:lvl1pPr>
            <a:lvl2pPr>
              <a:defRPr sz="2025" b="0">
                <a:solidFill>
                  <a:srgbClr val="20322B"/>
                </a:solidFill>
                <a:latin typeface="Arial"/>
                <a:ea typeface="Arial"/>
                <a:cs typeface="Arial"/>
              </a:defRPr>
            </a:lvl2pPr>
            <a:lvl3pPr>
              <a:defRPr sz="2025" b="0">
                <a:solidFill>
                  <a:srgbClr val="20322B"/>
                </a:solidFill>
                <a:latin typeface="Arial"/>
                <a:ea typeface="Arial"/>
                <a:cs typeface="Arial"/>
              </a:defRPr>
            </a:lvl3pPr>
            <a:lvl4pPr>
              <a:defRPr sz="2025" b="0">
                <a:solidFill>
                  <a:srgbClr val="20322B"/>
                </a:solidFill>
                <a:latin typeface="Arial"/>
                <a:ea typeface="Arial"/>
                <a:cs typeface="Arial"/>
              </a:defRPr>
            </a:lvl4pPr>
            <a:lvl5pPr>
              <a:defRPr sz="2025" b="0">
                <a:solidFill>
                  <a:srgbClr val="20322B"/>
                </a:solidFill>
                <a:latin typeface="Arial"/>
                <a:ea typeface="Arial"/>
                <a:cs typeface="Arial"/>
              </a:defRPr>
            </a:lvl5pPr>
            <a:lvl6pPr>
              <a:defRPr sz="2025" b="0">
                <a:solidFill>
                  <a:srgbClr val="20322B"/>
                </a:solidFill>
                <a:latin typeface="Arial"/>
                <a:ea typeface="Arial"/>
                <a:cs typeface="Arial"/>
              </a:defRPr>
            </a:lvl6pPr>
            <a:lvl7pPr>
              <a:defRPr sz="2025" b="0">
                <a:solidFill>
                  <a:srgbClr val="20322B"/>
                </a:solidFill>
                <a:latin typeface="Arial"/>
                <a:ea typeface="Arial"/>
                <a:cs typeface="Arial"/>
              </a:defRPr>
            </a:lvl7pPr>
            <a:lvl8pPr>
              <a:defRPr sz="2025" b="0">
                <a:solidFill>
                  <a:srgbClr val="20322B"/>
                </a:solidFill>
                <a:latin typeface="Arial"/>
                <a:ea typeface="Arial"/>
                <a:cs typeface="Arial"/>
              </a:defRPr>
            </a:lvl8pPr>
            <a:lvl9pPr>
              <a:defRPr sz="2025" b="0">
                <a:solidFill>
                  <a:srgbClr val="20322B"/>
                </a:solidFill>
                <a:latin typeface="Arial"/>
                <a:ea typeface="Arial"/>
                <a:cs typeface="Arial"/>
              </a:defRPr>
            </a:lvl9pPr>
          </a:lstStyle>
          <a:p xmlns:a="http://schemas.openxmlformats.org/drawingml/2006/main">
            <a:pPr>
              <a:defRPr sz="2025" b="0">
                <a:solidFill>
                  <a:srgbClr val="20322B"/>
                </a:solidFill>
                <a:latin typeface="Arial"/>
                <a:ea typeface="Arial"/>
                <a:cs typeface="Arial"/>
              </a:defRPr>
            </a:pPr>
            <a:r>
              <a:rPr sz="2025" b="0">
                <a:solidFill>
                  <a:srgbClr val="20322B"/>
                </a:solidFill>
                <a:latin typeface="Arial"/>
                <a:ea typeface="Arial"/>
                <a:cs typeface="Arial"/>
              </a:rPr>
              <a:t>A DTS student with a specific, planned short-term need and no suitable item available from a known peer.</a:t>
            </a:r>
          </a:p>
        </p:txBody>
      </p:sp>
      <p:sp>
        <p:nvSpPr>
          <p:cNvPr id="15" name="">
            <a:extLst xmlns:a="http://schemas.openxmlformats.org/drawingml/2006/main">
              <a:ext uri="{FF2B5EF4-FFF2-40B4-BE49-F238E27FC236}">
                <a16:creationId xmlns:a16="http://schemas.microsoft.com/office/drawing/2014/main" id="{1CA3697D-DD11-4568-8E3A-AC307ADCE5A0}"/>
              </a:ext>
            </a:extLst>
          </p:cNvPr>
          <p:cNvSpPr>
            <a:spLocks xmlns:a="http://schemas.openxmlformats.org/drawingml/2006/main" noGrp="1"/>
          </p:cNvSpPr>
          <p:nvPr/>
        </p:nvSpPr>
        <p:spPr>
          <a:xfrm xmlns:a="http://schemas.openxmlformats.org/drawingml/2006/main">
            <a:off x="8191500" y="4419600"/>
            <a:ext cx="3371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634E"/>
                </a:solidFill>
                <a:latin typeface="Arial"/>
                <a:ea typeface="Arial"/>
                <a:cs typeface="Arial"/>
              </a:defRPr>
            </a:defPPr>
            <a:lvl1pPr>
              <a:defRPr sz="2025" b="1">
                <a:solidFill>
                  <a:srgbClr val="28634E"/>
                </a:solidFill>
                <a:latin typeface="Arial"/>
                <a:ea typeface="Arial"/>
                <a:cs typeface="Arial"/>
              </a:defRPr>
            </a:lvl1pPr>
            <a:lvl2pPr>
              <a:defRPr sz="2025" b="1">
                <a:solidFill>
                  <a:srgbClr val="28634E"/>
                </a:solidFill>
                <a:latin typeface="Arial"/>
                <a:ea typeface="Arial"/>
                <a:cs typeface="Arial"/>
              </a:defRPr>
            </a:lvl2pPr>
            <a:lvl3pPr>
              <a:defRPr sz="2025" b="1">
                <a:solidFill>
                  <a:srgbClr val="28634E"/>
                </a:solidFill>
                <a:latin typeface="Arial"/>
                <a:ea typeface="Arial"/>
                <a:cs typeface="Arial"/>
              </a:defRPr>
            </a:lvl3pPr>
            <a:lvl4pPr>
              <a:defRPr sz="2025" b="1">
                <a:solidFill>
                  <a:srgbClr val="28634E"/>
                </a:solidFill>
                <a:latin typeface="Arial"/>
                <a:ea typeface="Arial"/>
                <a:cs typeface="Arial"/>
              </a:defRPr>
            </a:lvl4pPr>
            <a:lvl5pPr>
              <a:defRPr sz="2025" b="1">
                <a:solidFill>
                  <a:srgbClr val="28634E"/>
                </a:solidFill>
                <a:latin typeface="Arial"/>
                <a:ea typeface="Arial"/>
                <a:cs typeface="Arial"/>
              </a:defRPr>
            </a:lvl5pPr>
            <a:lvl6pPr>
              <a:defRPr sz="2025" b="1">
                <a:solidFill>
                  <a:srgbClr val="28634E"/>
                </a:solidFill>
                <a:latin typeface="Arial"/>
                <a:ea typeface="Arial"/>
                <a:cs typeface="Arial"/>
              </a:defRPr>
            </a:lvl6pPr>
            <a:lvl7pPr>
              <a:defRPr sz="2025" b="1">
                <a:solidFill>
                  <a:srgbClr val="28634E"/>
                </a:solidFill>
                <a:latin typeface="Arial"/>
                <a:ea typeface="Arial"/>
                <a:cs typeface="Arial"/>
              </a:defRPr>
            </a:lvl7pPr>
            <a:lvl8pPr>
              <a:defRPr sz="2025" b="1">
                <a:solidFill>
                  <a:srgbClr val="28634E"/>
                </a:solidFill>
                <a:latin typeface="Arial"/>
                <a:ea typeface="Arial"/>
                <a:cs typeface="Arial"/>
              </a:defRPr>
            </a:lvl8pPr>
            <a:lvl9pPr>
              <a:defRPr sz="2025" b="1">
                <a:solidFill>
                  <a:srgbClr val="28634E"/>
                </a:solidFill>
                <a:latin typeface="Arial"/>
                <a:ea typeface="Arial"/>
                <a:cs typeface="Arial"/>
              </a:defRPr>
            </a:lvl9pPr>
          </a:lstStyle>
          <a:p xmlns:a="http://schemas.openxmlformats.org/drawingml/2006/main">
            <a:pPr>
              <a:defRPr sz="2025" b="1">
                <a:solidFill>
                  <a:srgbClr val="28634E"/>
                </a:solidFill>
                <a:latin typeface="Arial"/>
                <a:ea typeface="Arial"/>
                <a:cs typeface="Arial"/>
              </a:defRPr>
            </a:pPr>
            <a:r>
              <a:rPr sz="2025" b="1">
                <a:solidFill>
                  <a:srgbClr val="28634E"/>
                </a:solidFill>
                <a:latin typeface="Arial"/>
                <a:ea typeface="Arial"/>
                <a:cs typeface="Arial"/>
              </a:rPr>
              <a:t>The intended journey</a:t>
            </a:r>
          </a:p>
        </p:txBody>
      </p:sp>
      <p:sp>
        <p:nvSpPr>
          <p:cNvPr id="16" name="">
            <a:extLst xmlns:a="http://schemas.openxmlformats.org/drawingml/2006/main">
              <a:ext uri="{FF2B5EF4-FFF2-40B4-BE49-F238E27FC236}">
                <a16:creationId xmlns:a16="http://schemas.microsoft.com/office/drawing/2014/main" id="{26C45734-C960-4103-8759-C61427ED7751}"/>
              </a:ext>
            </a:extLst>
          </p:cNvPr>
          <p:cNvSpPr>
            <a:spLocks xmlns:a="http://schemas.openxmlformats.org/drawingml/2006/main" noGrp="1"/>
          </p:cNvSpPr>
          <p:nvPr/>
        </p:nvSpPr>
        <p:spPr>
          <a:xfrm xmlns:a="http://schemas.openxmlformats.org/drawingml/2006/main">
            <a:off x="8191500" y="4895850"/>
            <a:ext cx="33718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Need and dates</a:t>
            </a:r>
          </a:p>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Relevant offer</a:t>
            </a:r>
          </a:p>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Agreed handoff</a:t>
            </a:r>
          </a:p>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Confirmed return</a:t>
            </a:r>
          </a:p>
        </p:txBody>
      </p:sp>
      <p:sp>
        <p:nvSpPr>
          <p:cNvPr id="17" name="">
            <a:extLst xmlns:a="http://schemas.openxmlformats.org/drawingml/2006/main">
              <a:ext uri="{FF2B5EF4-FFF2-40B4-BE49-F238E27FC236}">
                <a16:creationId xmlns:a16="http://schemas.microsoft.com/office/drawing/2014/main" id="{AF35076D-18E1-4FA2-92A1-42CD75D6648B}"/>
              </a:ext>
            </a:extLst>
          </p:cNvPr>
          <p:cNvSpPr>
            <a:spLocks xmlns:a="http://schemas.openxmlformats.org/drawingml/2006/main" noGrp="1"/>
          </p:cNvSpPr>
          <p:nvPr/>
        </p:nvSpPr>
        <p:spPr>
          <a:xfrm xmlns:a="http://schemas.openxmlformats.org/drawingml/2006/main">
            <a:off x="609600" y="6048375"/>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Team-reported interview summaries, n = 15. Qualitative insights, not a representative survey.</a:t>
            </a:r>
          </a:p>
        </p:txBody>
      </p:sp>
    </p:spTree>
    <p:extLst>
      <p:ext uri="{BB962C8B-B14F-4D97-AF65-F5344CB8AC3E}">
        <p14:creationId xmlns:p14="http://schemas.microsoft.com/office/powerpoint/2010/main" val="8124871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E37C11D-C8F5-4ABC-9F5D-B7E6AB2A3F97}"/>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defRPr sz="1500" b="1">
                <a:solidFill>
                  <a:srgbClr val="28634E"/>
                </a:solidFill>
                <a:latin typeface="Arial"/>
                <a:ea typeface="Arial"/>
                <a:cs typeface="Arial"/>
              </a:defRPr>
            </a:lvl1pPr>
            <a:lvl2pPr>
              <a:defRPr sz="1500" b="1">
                <a:solidFill>
                  <a:srgbClr val="28634E"/>
                </a:solidFill>
                <a:latin typeface="Arial"/>
                <a:ea typeface="Arial"/>
                <a:cs typeface="Arial"/>
              </a:defRPr>
            </a:lvl2pPr>
            <a:lvl3pPr>
              <a:defRPr sz="1500" b="1">
                <a:solidFill>
                  <a:srgbClr val="28634E"/>
                </a:solidFill>
                <a:latin typeface="Arial"/>
                <a:ea typeface="Arial"/>
                <a:cs typeface="Arial"/>
              </a:defRPr>
            </a:lvl3pPr>
            <a:lvl4pPr>
              <a:defRPr sz="1500" b="1">
                <a:solidFill>
                  <a:srgbClr val="28634E"/>
                </a:solidFill>
                <a:latin typeface="Arial"/>
                <a:ea typeface="Arial"/>
                <a:cs typeface="Arial"/>
              </a:defRPr>
            </a:lvl4pPr>
            <a:lvl5pPr>
              <a:defRPr sz="1500" b="1">
                <a:solidFill>
                  <a:srgbClr val="28634E"/>
                </a:solidFill>
                <a:latin typeface="Arial"/>
                <a:ea typeface="Arial"/>
                <a:cs typeface="Arial"/>
              </a:defRPr>
            </a:lvl5pPr>
            <a:lvl6pPr>
              <a:defRPr sz="1500" b="1">
                <a:solidFill>
                  <a:srgbClr val="28634E"/>
                </a:solidFill>
                <a:latin typeface="Arial"/>
                <a:ea typeface="Arial"/>
                <a:cs typeface="Arial"/>
              </a:defRPr>
            </a:lvl6pPr>
            <a:lvl7pPr>
              <a:defRPr sz="1500" b="1">
                <a:solidFill>
                  <a:srgbClr val="28634E"/>
                </a:solidFill>
                <a:latin typeface="Arial"/>
                <a:ea typeface="Arial"/>
                <a:cs typeface="Arial"/>
              </a:defRPr>
            </a:lvl7pPr>
            <a:lvl8pPr>
              <a:defRPr sz="1500" b="1">
                <a:solidFill>
                  <a:srgbClr val="28634E"/>
                </a:solidFill>
                <a:latin typeface="Arial"/>
                <a:ea typeface="Arial"/>
                <a:cs typeface="Arial"/>
              </a:defRPr>
            </a:lvl8pPr>
            <a:lvl9pPr>
              <a:defRPr sz="1500" b="1">
                <a:solidFill>
                  <a:srgbClr val="28634E"/>
                </a:solidFill>
                <a:latin typeface="Arial"/>
                <a:ea typeface="Arial"/>
                <a:cs typeface="Arial"/>
              </a:defRPr>
            </a:lvl9pPr>
          </a:lstStyle>
          <a:p xmlns:a="http://schemas.openxmlformats.org/drawingml/2006/main">
            <a:pPr>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93D4C80A-6112-4496-8E8F-806D7A3C1F83}"/>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defRPr sz="3450" b="1">
                <a:solidFill>
                  <a:srgbClr val="20322B"/>
                </a:solidFill>
                <a:latin typeface="Arial"/>
                <a:ea typeface="Arial"/>
                <a:cs typeface="Arial"/>
              </a:defRPr>
            </a:lvl1pPr>
            <a:lvl2pPr>
              <a:defRPr sz="3450" b="1">
                <a:solidFill>
                  <a:srgbClr val="20322B"/>
                </a:solidFill>
                <a:latin typeface="Arial"/>
                <a:ea typeface="Arial"/>
                <a:cs typeface="Arial"/>
              </a:defRPr>
            </a:lvl2pPr>
            <a:lvl3pPr>
              <a:defRPr sz="3450" b="1">
                <a:solidFill>
                  <a:srgbClr val="20322B"/>
                </a:solidFill>
                <a:latin typeface="Arial"/>
                <a:ea typeface="Arial"/>
                <a:cs typeface="Arial"/>
              </a:defRPr>
            </a:lvl3pPr>
            <a:lvl4pPr>
              <a:defRPr sz="3450" b="1">
                <a:solidFill>
                  <a:srgbClr val="20322B"/>
                </a:solidFill>
                <a:latin typeface="Arial"/>
                <a:ea typeface="Arial"/>
                <a:cs typeface="Arial"/>
              </a:defRPr>
            </a:lvl4pPr>
            <a:lvl5pPr>
              <a:defRPr sz="3450" b="1">
                <a:solidFill>
                  <a:srgbClr val="20322B"/>
                </a:solidFill>
                <a:latin typeface="Arial"/>
                <a:ea typeface="Arial"/>
                <a:cs typeface="Arial"/>
              </a:defRPr>
            </a:lvl5pPr>
            <a:lvl6pPr>
              <a:defRPr sz="3450" b="1">
                <a:solidFill>
                  <a:srgbClr val="20322B"/>
                </a:solidFill>
                <a:latin typeface="Arial"/>
                <a:ea typeface="Arial"/>
                <a:cs typeface="Arial"/>
              </a:defRPr>
            </a:lvl6pPr>
            <a:lvl7pPr>
              <a:defRPr sz="3450" b="1">
                <a:solidFill>
                  <a:srgbClr val="20322B"/>
                </a:solidFill>
                <a:latin typeface="Arial"/>
                <a:ea typeface="Arial"/>
                <a:cs typeface="Arial"/>
              </a:defRPr>
            </a:lvl7pPr>
            <a:lvl8pPr>
              <a:defRPr sz="3450" b="1">
                <a:solidFill>
                  <a:srgbClr val="20322B"/>
                </a:solidFill>
                <a:latin typeface="Arial"/>
                <a:ea typeface="Arial"/>
                <a:cs typeface="Arial"/>
              </a:defRPr>
            </a:lvl8pPr>
            <a:lvl9pPr>
              <a:defRPr sz="3450" b="1">
                <a:solidFill>
                  <a:srgbClr val="20322B"/>
                </a:solidFill>
                <a:latin typeface="Arial"/>
                <a:ea typeface="Arial"/>
                <a:cs typeface="Arial"/>
              </a:defRPr>
            </a:lvl9pPr>
          </a:lstStyle>
          <a:p xmlns:a="http://schemas.openxmlformats.org/drawingml/2006/main">
            <a:pPr>
              <a:defRPr sz="3450" b="1">
                <a:solidFill>
                  <a:srgbClr val="20322B"/>
                </a:solidFill>
                <a:latin typeface="Arial"/>
                <a:ea typeface="Arial"/>
                <a:cs typeface="Arial"/>
              </a:defRPr>
            </a:pPr>
            <a:r>
              <a:rPr sz="3450" b="1">
                <a:solidFill>
                  <a:srgbClr val="20322B"/>
                </a:solidFill>
                <a:latin typeface="Arial"/>
                <a:ea typeface="Arial"/>
                <a:cs typeface="Arial"/>
              </a:rPr>
              <a:t>Pilot market and alternatives</a:t>
            </a:r>
          </a:p>
        </p:txBody>
      </p:sp>
      <p:sp>
        <p:nvSpPr>
          <p:cNvPr id="3" name="">
            <a:extLst xmlns:a="http://schemas.openxmlformats.org/drawingml/2006/main">
              <a:ext uri="{FF2B5EF4-FFF2-40B4-BE49-F238E27FC236}">
                <a16:creationId xmlns:a16="http://schemas.microsoft.com/office/drawing/2014/main" id="{432EBAE9-6D68-41D4-95B7-DDEEB6714FFA}"/>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3 / 6</a:t>
            </a:r>
          </a:p>
        </p:txBody>
      </p:sp>
      <p:sp>
        <p:nvSpPr>
          <p:cNvPr id="4" name="">
            <a:extLst xmlns:a="http://schemas.openxmlformats.org/drawingml/2006/main">
              <a:ext uri="{FF2B5EF4-FFF2-40B4-BE49-F238E27FC236}">
                <a16:creationId xmlns:a16="http://schemas.microsoft.com/office/drawing/2014/main" id="{3087DA60-FABB-4A7A-925C-988EDC99E0EF}"/>
              </a:ext>
            </a:extLst>
          </p:cNvPr>
          <p:cNvSpPr>
            <a:spLocks xmlns:a="http://schemas.openxmlformats.org/drawingml/2006/main" noGrp="1"/>
          </p:cNvSpPr>
          <p:nvPr/>
        </p:nvSpPr>
        <p:spPr>
          <a:xfrm xmlns:a="http://schemas.openxmlformats.org/drawingml/2006/main">
            <a:off x="609600" y="1771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defRPr sz="1875" b="1">
                <a:solidFill>
                  <a:srgbClr val="28634E"/>
                </a:solidFill>
                <a:latin typeface="Arial"/>
                <a:ea typeface="Arial"/>
                <a:cs typeface="Arial"/>
              </a:defRPr>
            </a:lvl1pPr>
            <a:lvl2pPr>
              <a:defRPr sz="1875" b="1">
                <a:solidFill>
                  <a:srgbClr val="28634E"/>
                </a:solidFill>
                <a:latin typeface="Arial"/>
                <a:ea typeface="Arial"/>
                <a:cs typeface="Arial"/>
              </a:defRPr>
            </a:lvl2pPr>
            <a:lvl3pPr>
              <a:defRPr sz="1875" b="1">
                <a:solidFill>
                  <a:srgbClr val="28634E"/>
                </a:solidFill>
                <a:latin typeface="Arial"/>
                <a:ea typeface="Arial"/>
                <a:cs typeface="Arial"/>
              </a:defRPr>
            </a:lvl3pPr>
            <a:lvl4pPr>
              <a:defRPr sz="1875" b="1">
                <a:solidFill>
                  <a:srgbClr val="28634E"/>
                </a:solidFill>
                <a:latin typeface="Arial"/>
                <a:ea typeface="Arial"/>
                <a:cs typeface="Arial"/>
              </a:defRPr>
            </a:lvl4pPr>
            <a:lvl5pPr>
              <a:defRPr sz="1875" b="1">
                <a:solidFill>
                  <a:srgbClr val="28634E"/>
                </a:solidFill>
                <a:latin typeface="Arial"/>
                <a:ea typeface="Arial"/>
                <a:cs typeface="Arial"/>
              </a:defRPr>
            </a:lvl5pPr>
            <a:lvl6pPr>
              <a:defRPr sz="1875" b="1">
                <a:solidFill>
                  <a:srgbClr val="28634E"/>
                </a:solidFill>
                <a:latin typeface="Arial"/>
                <a:ea typeface="Arial"/>
                <a:cs typeface="Arial"/>
              </a:defRPr>
            </a:lvl6pPr>
            <a:lvl7pPr>
              <a:defRPr sz="1875" b="1">
                <a:solidFill>
                  <a:srgbClr val="28634E"/>
                </a:solidFill>
                <a:latin typeface="Arial"/>
                <a:ea typeface="Arial"/>
                <a:cs typeface="Arial"/>
              </a:defRPr>
            </a:lvl7pPr>
            <a:lvl8pPr>
              <a:defRPr sz="1875" b="1">
                <a:solidFill>
                  <a:srgbClr val="28634E"/>
                </a:solidFill>
                <a:latin typeface="Arial"/>
                <a:ea typeface="Arial"/>
                <a:cs typeface="Arial"/>
              </a:defRPr>
            </a:lvl8pPr>
            <a:lvl9pPr>
              <a:defRPr sz="1875" b="1">
                <a:solidFill>
                  <a:srgbClr val="28634E"/>
                </a:solidFill>
                <a:latin typeface="Arial"/>
                <a:ea typeface="Arial"/>
                <a:cs typeface="Arial"/>
              </a:defRPr>
            </a:lvl9pPr>
          </a:lstStyle>
          <a:p xmlns:a="http://schemas.openxmlformats.org/drawingml/2006/main">
            <a:pPr>
              <a:defRPr sz="1875" b="1">
                <a:solidFill>
                  <a:srgbClr val="28634E"/>
                </a:solidFill>
                <a:latin typeface="Arial"/>
                <a:ea typeface="Arial"/>
                <a:cs typeface="Arial"/>
              </a:defRPr>
            </a:pPr>
            <a:r>
              <a:rPr sz="1875" b="1">
                <a:solidFill>
                  <a:srgbClr val="28634E"/>
                </a:solidFill>
                <a:latin typeface="Arial"/>
                <a:ea typeface="Arial"/>
                <a:cs typeface="Arial"/>
              </a:rPr>
              <a:t>TAM context</a:t>
            </a:r>
          </a:p>
        </p:txBody>
      </p:sp>
      <p:sp>
        <p:nvSpPr>
          <p:cNvPr id="5" name="">
            <a:extLst xmlns:a="http://schemas.openxmlformats.org/drawingml/2006/main">
              <a:ext uri="{FF2B5EF4-FFF2-40B4-BE49-F238E27FC236}">
                <a16:creationId xmlns:a16="http://schemas.microsoft.com/office/drawing/2014/main" id="{9FC43030-2B2F-4D8C-84B9-AB50F244C8A4}"/>
              </a:ext>
            </a:extLst>
          </p:cNvPr>
          <p:cNvSpPr>
            <a:spLocks xmlns:a="http://schemas.openxmlformats.org/drawingml/2006/main" noGrp="1"/>
          </p:cNvSpPr>
          <p:nvPr/>
        </p:nvSpPr>
        <p:spPr>
          <a:xfrm xmlns:a="http://schemas.openxmlformats.org/drawingml/2006/main">
            <a:off x="609600" y="2190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20322B"/>
                </a:solidFill>
                <a:latin typeface="Arial"/>
                <a:ea typeface="Arial"/>
                <a:cs typeface="Arial"/>
              </a:defRPr>
            </a:defPPr>
            <a:lvl1pPr>
              <a:defRPr sz="3225" b="1">
                <a:solidFill>
                  <a:srgbClr val="20322B"/>
                </a:solidFill>
                <a:latin typeface="Arial"/>
                <a:ea typeface="Arial"/>
                <a:cs typeface="Arial"/>
              </a:defRPr>
            </a:lvl1pPr>
            <a:lvl2pPr>
              <a:defRPr sz="3225" b="1">
                <a:solidFill>
                  <a:srgbClr val="20322B"/>
                </a:solidFill>
                <a:latin typeface="Arial"/>
                <a:ea typeface="Arial"/>
                <a:cs typeface="Arial"/>
              </a:defRPr>
            </a:lvl2pPr>
            <a:lvl3pPr>
              <a:defRPr sz="3225" b="1">
                <a:solidFill>
                  <a:srgbClr val="20322B"/>
                </a:solidFill>
                <a:latin typeface="Arial"/>
                <a:ea typeface="Arial"/>
                <a:cs typeface="Arial"/>
              </a:defRPr>
            </a:lvl3pPr>
            <a:lvl4pPr>
              <a:defRPr sz="3225" b="1">
                <a:solidFill>
                  <a:srgbClr val="20322B"/>
                </a:solidFill>
                <a:latin typeface="Arial"/>
                <a:ea typeface="Arial"/>
                <a:cs typeface="Arial"/>
              </a:defRPr>
            </a:lvl4pPr>
            <a:lvl5pPr>
              <a:defRPr sz="3225" b="1">
                <a:solidFill>
                  <a:srgbClr val="20322B"/>
                </a:solidFill>
                <a:latin typeface="Arial"/>
                <a:ea typeface="Arial"/>
                <a:cs typeface="Arial"/>
              </a:defRPr>
            </a:lvl5pPr>
            <a:lvl6pPr>
              <a:defRPr sz="3225" b="1">
                <a:solidFill>
                  <a:srgbClr val="20322B"/>
                </a:solidFill>
                <a:latin typeface="Arial"/>
                <a:ea typeface="Arial"/>
                <a:cs typeface="Arial"/>
              </a:defRPr>
            </a:lvl6pPr>
            <a:lvl7pPr>
              <a:defRPr sz="3225" b="1">
                <a:solidFill>
                  <a:srgbClr val="20322B"/>
                </a:solidFill>
                <a:latin typeface="Arial"/>
                <a:ea typeface="Arial"/>
                <a:cs typeface="Arial"/>
              </a:defRPr>
            </a:lvl7pPr>
            <a:lvl8pPr>
              <a:defRPr sz="3225" b="1">
                <a:solidFill>
                  <a:srgbClr val="20322B"/>
                </a:solidFill>
                <a:latin typeface="Arial"/>
                <a:ea typeface="Arial"/>
                <a:cs typeface="Arial"/>
              </a:defRPr>
            </a:lvl8pPr>
            <a:lvl9pPr>
              <a:defRPr sz="3225" b="1">
                <a:solidFill>
                  <a:srgbClr val="20322B"/>
                </a:solidFill>
                <a:latin typeface="Arial"/>
                <a:ea typeface="Arial"/>
                <a:cs typeface="Arial"/>
              </a:defRPr>
            </a:lvl9pPr>
          </a:lstStyle>
          <a:p xmlns:a="http://schemas.openxmlformats.org/drawingml/2006/main">
            <a:pPr>
              <a:defRPr sz="3225" b="1">
                <a:solidFill>
                  <a:srgbClr val="20322B"/>
                </a:solidFill>
                <a:latin typeface="Arial"/>
                <a:ea typeface="Arial"/>
                <a:cs typeface="Arial"/>
              </a:defRPr>
            </a:pPr>
            <a:r>
              <a:rPr sz="3225" b="1">
                <a:solidFill>
                  <a:srgbClr val="20322B"/>
                </a:solidFill>
                <a:latin typeface="Arial"/>
                <a:ea typeface="Arial"/>
                <a:cs typeface="Arial"/>
              </a:rPr>
              <a:t>26,000+ students</a:t>
            </a:r>
          </a:p>
        </p:txBody>
      </p:sp>
      <p:sp>
        <p:nvSpPr>
          <p:cNvPr id="6" name="">
            <a:extLst xmlns:a="http://schemas.openxmlformats.org/drawingml/2006/main">
              <a:ext uri="{FF2B5EF4-FFF2-40B4-BE49-F238E27FC236}">
                <a16:creationId xmlns:a16="http://schemas.microsoft.com/office/drawing/2014/main" id="{6349AE1F-25BF-49A7-9F0E-3E5C0EA511F6}"/>
              </a:ext>
            </a:extLst>
          </p:cNvPr>
          <p:cNvSpPr>
            <a:spLocks xmlns:a="http://schemas.openxmlformats.org/drawingml/2006/main" noGrp="1"/>
          </p:cNvSpPr>
          <p:nvPr/>
        </p:nvSpPr>
        <p:spPr>
          <a:xfrm xmlns:a="http://schemas.openxmlformats.org/drawingml/2006/main">
            <a:off x="609600" y="2752725"/>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Institution-wide universe. Local demand is unmeasured.</a:t>
            </a:r>
          </a:p>
        </p:txBody>
      </p:sp>
      <p:sp>
        <p:nvSpPr>
          <p:cNvPr id="7" name="">
            <a:extLst xmlns:a="http://schemas.openxmlformats.org/drawingml/2006/main">
              <a:ext uri="{FF2B5EF4-FFF2-40B4-BE49-F238E27FC236}">
                <a16:creationId xmlns:a16="http://schemas.microsoft.com/office/drawing/2014/main" id="{115D8F35-9BE6-4CE3-8A72-EB3D811586F4}"/>
              </a:ext>
            </a:extLst>
          </p:cNvPr>
          <p:cNvSpPr>
            <a:spLocks xmlns:a="http://schemas.openxmlformats.org/drawingml/2006/main" noGrp="1"/>
          </p:cNvSpPr>
          <p:nvPr/>
        </p:nvSpPr>
        <p:spPr>
          <a:xfrm xmlns:a="http://schemas.openxmlformats.org/drawingml/2006/main">
            <a:off x="609600" y="35718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defRPr sz="1875" b="1">
                <a:solidFill>
                  <a:srgbClr val="28634E"/>
                </a:solidFill>
                <a:latin typeface="Arial"/>
                <a:ea typeface="Arial"/>
                <a:cs typeface="Arial"/>
              </a:defRPr>
            </a:lvl1pPr>
            <a:lvl2pPr>
              <a:defRPr sz="1875" b="1">
                <a:solidFill>
                  <a:srgbClr val="28634E"/>
                </a:solidFill>
                <a:latin typeface="Arial"/>
                <a:ea typeface="Arial"/>
                <a:cs typeface="Arial"/>
              </a:defRPr>
            </a:lvl2pPr>
            <a:lvl3pPr>
              <a:defRPr sz="1875" b="1">
                <a:solidFill>
                  <a:srgbClr val="28634E"/>
                </a:solidFill>
                <a:latin typeface="Arial"/>
                <a:ea typeface="Arial"/>
                <a:cs typeface="Arial"/>
              </a:defRPr>
            </a:lvl3pPr>
            <a:lvl4pPr>
              <a:defRPr sz="1875" b="1">
                <a:solidFill>
                  <a:srgbClr val="28634E"/>
                </a:solidFill>
                <a:latin typeface="Arial"/>
                <a:ea typeface="Arial"/>
                <a:cs typeface="Arial"/>
              </a:defRPr>
            </a:lvl4pPr>
            <a:lvl5pPr>
              <a:defRPr sz="1875" b="1">
                <a:solidFill>
                  <a:srgbClr val="28634E"/>
                </a:solidFill>
                <a:latin typeface="Arial"/>
                <a:ea typeface="Arial"/>
                <a:cs typeface="Arial"/>
              </a:defRPr>
            </a:lvl5pPr>
            <a:lvl6pPr>
              <a:defRPr sz="1875" b="1">
                <a:solidFill>
                  <a:srgbClr val="28634E"/>
                </a:solidFill>
                <a:latin typeface="Arial"/>
                <a:ea typeface="Arial"/>
                <a:cs typeface="Arial"/>
              </a:defRPr>
            </a:lvl6pPr>
            <a:lvl7pPr>
              <a:defRPr sz="1875" b="1">
                <a:solidFill>
                  <a:srgbClr val="28634E"/>
                </a:solidFill>
                <a:latin typeface="Arial"/>
                <a:ea typeface="Arial"/>
                <a:cs typeface="Arial"/>
              </a:defRPr>
            </a:lvl7pPr>
            <a:lvl8pPr>
              <a:defRPr sz="1875" b="1">
                <a:solidFill>
                  <a:srgbClr val="28634E"/>
                </a:solidFill>
                <a:latin typeface="Arial"/>
                <a:ea typeface="Arial"/>
                <a:cs typeface="Arial"/>
              </a:defRPr>
            </a:lvl8pPr>
            <a:lvl9pPr>
              <a:defRPr sz="1875" b="1">
                <a:solidFill>
                  <a:srgbClr val="28634E"/>
                </a:solidFill>
                <a:latin typeface="Arial"/>
                <a:ea typeface="Arial"/>
                <a:cs typeface="Arial"/>
              </a:defRPr>
            </a:lvl9pPr>
          </a:lstStyle>
          <a:p xmlns:a="http://schemas.openxmlformats.org/drawingml/2006/main">
            <a:pPr>
              <a:defRPr sz="1875" b="1">
                <a:solidFill>
                  <a:srgbClr val="28634E"/>
                </a:solidFill>
                <a:latin typeface="Arial"/>
                <a:ea typeface="Arial"/>
                <a:cs typeface="Arial"/>
              </a:defRPr>
            </a:pPr>
            <a:r>
              <a:rPr sz="1875" b="1">
                <a:solidFill>
                  <a:srgbClr val="28634E"/>
                </a:solidFill>
                <a:latin typeface="Arial"/>
                <a:ea typeface="Arial"/>
                <a:cs typeface="Arial"/>
              </a:rPr>
              <a:t>Pilot SAM</a:t>
            </a:r>
          </a:p>
        </p:txBody>
      </p:sp>
      <p:sp>
        <p:nvSpPr>
          <p:cNvPr id="8" name="">
            <a:extLst xmlns:a="http://schemas.openxmlformats.org/drawingml/2006/main">
              <a:ext uri="{FF2B5EF4-FFF2-40B4-BE49-F238E27FC236}">
                <a16:creationId xmlns:a16="http://schemas.microsoft.com/office/drawing/2014/main" id="{C4B38459-BAA1-414D-AF13-32C9A2E2CAF1}"/>
              </a:ext>
            </a:extLst>
          </p:cNvPr>
          <p:cNvSpPr>
            <a:spLocks xmlns:a="http://schemas.openxmlformats.org/drawingml/2006/main" noGrp="1"/>
          </p:cNvSpPr>
          <p:nvPr/>
        </p:nvSpPr>
        <p:spPr>
          <a:xfrm xmlns:a="http://schemas.openxmlformats.org/drawingml/2006/main">
            <a:off x="609600" y="39814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20322B"/>
                </a:solidFill>
                <a:latin typeface="Arial"/>
                <a:ea typeface="Arial"/>
                <a:cs typeface="Arial"/>
              </a:defRPr>
            </a:defPPr>
            <a:lvl1pPr>
              <a:defRPr sz="2700" b="1">
                <a:solidFill>
                  <a:srgbClr val="20322B"/>
                </a:solidFill>
                <a:latin typeface="Arial"/>
                <a:ea typeface="Arial"/>
                <a:cs typeface="Arial"/>
              </a:defRPr>
            </a:lvl1pPr>
            <a:lvl2pPr>
              <a:defRPr sz="2700" b="1">
                <a:solidFill>
                  <a:srgbClr val="20322B"/>
                </a:solidFill>
                <a:latin typeface="Arial"/>
                <a:ea typeface="Arial"/>
                <a:cs typeface="Arial"/>
              </a:defRPr>
            </a:lvl2pPr>
            <a:lvl3pPr>
              <a:defRPr sz="2700" b="1">
                <a:solidFill>
                  <a:srgbClr val="20322B"/>
                </a:solidFill>
                <a:latin typeface="Arial"/>
                <a:ea typeface="Arial"/>
                <a:cs typeface="Arial"/>
              </a:defRPr>
            </a:lvl3pPr>
            <a:lvl4pPr>
              <a:defRPr sz="2700" b="1">
                <a:solidFill>
                  <a:srgbClr val="20322B"/>
                </a:solidFill>
                <a:latin typeface="Arial"/>
                <a:ea typeface="Arial"/>
                <a:cs typeface="Arial"/>
              </a:defRPr>
            </a:lvl4pPr>
            <a:lvl5pPr>
              <a:defRPr sz="2700" b="1">
                <a:solidFill>
                  <a:srgbClr val="20322B"/>
                </a:solidFill>
                <a:latin typeface="Arial"/>
                <a:ea typeface="Arial"/>
                <a:cs typeface="Arial"/>
              </a:defRPr>
            </a:lvl5pPr>
            <a:lvl6pPr>
              <a:defRPr sz="2700" b="1">
                <a:solidFill>
                  <a:srgbClr val="20322B"/>
                </a:solidFill>
                <a:latin typeface="Arial"/>
                <a:ea typeface="Arial"/>
                <a:cs typeface="Arial"/>
              </a:defRPr>
            </a:lvl6pPr>
            <a:lvl7pPr>
              <a:defRPr sz="2700" b="1">
                <a:solidFill>
                  <a:srgbClr val="20322B"/>
                </a:solidFill>
                <a:latin typeface="Arial"/>
                <a:ea typeface="Arial"/>
                <a:cs typeface="Arial"/>
              </a:defRPr>
            </a:lvl7pPr>
            <a:lvl8pPr>
              <a:defRPr sz="2700" b="1">
                <a:solidFill>
                  <a:srgbClr val="20322B"/>
                </a:solidFill>
                <a:latin typeface="Arial"/>
                <a:ea typeface="Arial"/>
                <a:cs typeface="Arial"/>
              </a:defRPr>
            </a:lvl8pPr>
            <a:lvl9pPr>
              <a:defRPr sz="2700" b="1">
                <a:solidFill>
                  <a:srgbClr val="20322B"/>
                </a:solidFill>
                <a:latin typeface="Arial"/>
                <a:ea typeface="Arial"/>
                <a:cs typeface="Arial"/>
              </a:defRPr>
            </a:lvl9pPr>
          </a:lstStyle>
          <a:p xmlns:a="http://schemas.openxmlformats.org/drawingml/2006/main">
            <a:pPr>
              <a:defRPr sz="2700" b="1">
                <a:solidFill>
                  <a:srgbClr val="20322B"/>
                </a:solidFill>
                <a:latin typeface="Arial"/>
                <a:ea typeface="Arial"/>
                <a:cs typeface="Arial"/>
              </a:defRPr>
            </a:pPr>
            <a:r>
              <a:rPr sz="2700" b="1">
                <a:solidFill>
                  <a:srgbClr val="20322B"/>
                </a:solidFill>
                <a:latin typeface="Arial"/>
                <a:ea typeface="Arial"/>
                <a:cs typeface="Arial"/>
              </a:rPr>
              <a:t>Eight DTS classes</a:t>
            </a:r>
          </a:p>
        </p:txBody>
      </p:sp>
      <p:sp>
        <p:nvSpPr>
          <p:cNvPr id="9" name="">
            <a:extLst xmlns:a="http://schemas.openxmlformats.org/drawingml/2006/main">
              <a:ext uri="{FF2B5EF4-FFF2-40B4-BE49-F238E27FC236}">
                <a16:creationId xmlns:a16="http://schemas.microsoft.com/office/drawing/2014/main" id="{73875C40-C307-41A7-AE60-99DC558A4B56}"/>
              </a:ext>
            </a:extLst>
          </p:cNvPr>
          <p:cNvSpPr>
            <a:spLocks xmlns:a="http://schemas.openxmlformats.org/drawingml/2006/main" noGrp="1"/>
          </p:cNvSpPr>
          <p:nvPr/>
        </p:nvSpPr>
        <p:spPr>
          <a:xfrm xmlns:a="http://schemas.openxmlformats.org/drawingml/2006/main">
            <a:off x="609600" y="453390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Recruitment boundary. Eligible headcount and channel access to confirm.</a:t>
            </a:r>
          </a:p>
        </p:txBody>
      </p:sp>
      <p:sp>
        <p:nvSpPr>
          <p:cNvPr id="10" name="">
            <a:extLst xmlns:a="http://schemas.openxmlformats.org/drawingml/2006/main">
              <a:ext uri="{FF2B5EF4-FFF2-40B4-BE49-F238E27FC236}">
                <a16:creationId xmlns:a16="http://schemas.microsoft.com/office/drawing/2014/main" id="{A62F520F-FAAD-4281-866B-28D998F3D799}"/>
              </a:ext>
            </a:extLst>
          </p:cNvPr>
          <p:cNvSpPr>
            <a:spLocks xmlns:a="http://schemas.openxmlformats.org/drawingml/2006/main" noGrp="1"/>
          </p:cNvSpPr>
          <p:nvPr/>
        </p:nvSpPr>
        <p:spPr>
          <a:xfrm xmlns:a="http://schemas.openxmlformats.org/drawingml/2006/main">
            <a:off x="609600" y="54673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defRPr sz="1875" b="1">
                <a:solidFill>
                  <a:srgbClr val="28634E"/>
                </a:solidFill>
                <a:latin typeface="Arial"/>
                <a:ea typeface="Arial"/>
                <a:cs typeface="Arial"/>
              </a:defRPr>
            </a:lvl1pPr>
            <a:lvl2pPr>
              <a:defRPr sz="1875" b="1">
                <a:solidFill>
                  <a:srgbClr val="28634E"/>
                </a:solidFill>
                <a:latin typeface="Arial"/>
                <a:ea typeface="Arial"/>
                <a:cs typeface="Arial"/>
              </a:defRPr>
            </a:lvl2pPr>
            <a:lvl3pPr>
              <a:defRPr sz="1875" b="1">
                <a:solidFill>
                  <a:srgbClr val="28634E"/>
                </a:solidFill>
                <a:latin typeface="Arial"/>
                <a:ea typeface="Arial"/>
                <a:cs typeface="Arial"/>
              </a:defRPr>
            </a:lvl3pPr>
            <a:lvl4pPr>
              <a:defRPr sz="1875" b="1">
                <a:solidFill>
                  <a:srgbClr val="28634E"/>
                </a:solidFill>
                <a:latin typeface="Arial"/>
                <a:ea typeface="Arial"/>
                <a:cs typeface="Arial"/>
              </a:defRPr>
            </a:lvl4pPr>
            <a:lvl5pPr>
              <a:defRPr sz="1875" b="1">
                <a:solidFill>
                  <a:srgbClr val="28634E"/>
                </a:solidFill>
                <a:latin typeface="Arial"/>
                <a:ea typeface="Arial"/>
                <a:cs typeface="Arial"/>
              </a:defRPr>
            </a:lvl5pPr>
            <a:lvl6pPr>
              <a:defRPr sz="1875" b="1">
                <a:solidFill>
                  <a:srgbClr val="28634E"/>
                </a:solidFill>
                <a:latin typeface="Arial"/>
                <a:ea typeface="Arial"/>
                <a:cs typeface="Arial"/>
              </a:defRPr>
            </a:lvl6pPr>
            <a:lvl7pPr>
              <a:defRPr sz="1875" b="1">
                <a:solidFill>
                  <a:srgbClr val="28634E"/>
                </a:solidFill>
                <a:latin typeface="Arial"/>
                <a:ea typeface="Arial"/>
                <a:cs typeface="Arial"/>
              </a:defRPr>
            </a:lvl7pPr>
            <a:lvl8pPr>
              <a:defRPr sz="1875" b="1">
                <a:solidFill>
                  <a:srgbClr val="28634E"/>
                </a:solidFill>
                <a:latin typeface="Arial"/>
                <a:ea typeface="Arial"/>
                <a:cs typeface="Arial"/>
              </a:defRPr>
            </a:lvl8pPr>
            <a:lvl9pPr>
              <a:defRPr sz="1875" b="1">
                <a:solidFill>
                  <a:srgbClr val="28634E"/>
                </a:solidFill>
                <a:latin typeface="Arial"/>
                <a:ea typeface="Arial"/>
                <a:cs typeface="Arial"/>
              </a:defRPr>
            </a:lvl9pPr>
          </a:lstStyle>
          <a:p xmlns:a="http://schemas.openxmlformats.org/drawingml/2006/main">
            <a:pPr>
              <a:defRPr sz="1875" b="1">
                <a:solidFill>
                  <a:srgbClr val="28634E"/>
                </a:solidFill>
                <a:latin typeface="Arial"/>
                <a:ea typeface="Arial"/>
                <a:cs typeface="Arial"/>
              </a:defRPr>
            </a:pPr>
            <a:r>
              <a:rPr sz="1875" b="1">
                <a:solidFill>
                  <a:srgbClr val="28634E"/>
                </a:solidFill>
                <a:latin typeface="Arial"/>
                <a:ea typeface="Arial"/>
                <a:cs typeface="Arial"/>
              </a:rPr>
              <a:t>SOM planning case</a:t>
            </a:r>
          </a:p>
        </p:txBody>
      </p:sp>
      <p:sp>
        <p:nvSpPr>
          <p:cNvPr id="11" name="">
            <a:extLst xmlns:a="http://schemas.openxmlformats.org/drawingml/2006/main">
              <a:ext uri="{FF2B5EF4-FFF2-40B4-BE49-F238E27FC236}">
                <a16:creationId xmlns:a16="http://schemas.microsoft.com/office/drawing/2014/main" id="{7BC41FC3-E74E-4887-8E56-F9C9D5FC8185}"/>
              </a:ext>
            </a:extLst>
          </p:cNvPr>
          <p:cNvSpPr>
            <a:spLocks xmlns:a="http://schemas.openxmlformats.org/drawingml/2006/main" noGrp="1"/>
          </p:cNvSpPr>
          <p:nvPr/>
        </p:nvSpPr>
        <p:spPr>
          <a:xfrm xmlns:a="http://schemas.openxmlformats.org/drawingml/2006/main">
            <a:off x="609600" y="58388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defRPr sz="2100" b="1">
                <a:solidFill>
                  <a:srgbClr val="20322B"/>
                </a:solidFill>
                <a:latin typeface="Arial"/>
                <a:ea typeface="Arial"/>
                <a:cs typeface="Arial"/>
              </a:defRPr>
            </a:lvl1pPr>
            <a:lvl2pPr>
              <a:defRPr sz="2100" b="1">
                <a:solidFill>
                  <a:srgbClr val="20322B"/>
                </a:solidFill>
                <a:latin typeface="Arial"/>
                <a:ea typeface="Arial"/>
                <a:cs typeface="Arial"/>
              </a:defRPr>
            </a:lvl2pPr>
            <a:lvl3pPr>
              <a:defRPr sz="2100" b="1">
                <a:solidFill>
                  <a:srgbClr val="20322B"/>
                </a:solidFill>
                <a:latin typeface="Arial"/>
                <a:ea typeface="Arial"/>
                <a:cs typeface="Arial"/>
              </a:defRPr>
            </a:lvl3pPr>
            <a:lvl4pPr>
              <a:defRPr sz="2100" b="1">
                <a:solidFill>
                  <a:srgbClr val="20322B"/>
                </a:solidFill>
                <a:latin typeface="Arial"/>
                <a:ea typeface="Arial"/>
                <a:cs typeface="Arial"/>
              </a:defRPr>
            </a:lvl4pPr>
            <a:lvl5pPr>
              <a:defRPr sz="2100" b="1">
                <a:solidFill>
                  <a:srgbClr val="20322B"/>
                </a:solidFill>
                <a:latin typeface="Arial"/>
                <a:ea typeface="Arial"/>
                <a:cs typeface="Arial"/>
              </a:defRPr>
            </a:lvl5pPr>
            <a:lvl6pPr>
              <a:defRPr sz="2100" b="1">
                <a:solidFill>
                  <a:srgbClr val="20322B"/>
                </a:solidFill>
                <a:latin typeface="Arial"/>
                <a:ea typeface="Arial"/>
                <a:cs typeface="Arial"/>
              </a:defRPr>
            </a:lvl6pPr>
            <a:lvl7pPr>
              <a:defRPr sz="2100" b="1">
                <a:solidFill>
                  <a:srgbClr val="20322B"/>
                </a:solidFill>
                <a:latin typeface="Arial"/>
                <a:ea typeface="Arial"/>
                <a:cs typeface="Arial"/>
              </a:defRPr>
            </a:lvl7pPr>
            <a:lvl8pPr>
              <a:defRPr sz="2100" b="1">
                <a:solidFill>
                  <a:srgbClr val="20322B"/>
                </a:solidFill>
                <a:latin typeface="Arial"/>
                <a:ea typeface="Arial"/>
                <a:cs typeface="Arial"/>
              </a:defRPr>
            </a:lvl8pPr>
            <a:lvl9pPr>
              <a:defRPr sz="2100" b="1">
                <a:solidFill>
                  <a:srgbClr val="20322B"/>
                </a:solidFill>
                <a:latin typeface="Arial"/>
                <a:ea typeface="Arial"/>
                <a:cs typeface="Arial"/>
              </a:defRPr>
            </a:lvl9pPr>
          </a:lstStyle>
          <a:p xmlns:a="http://schemas.openxmlformats.org/drawingml/2006/main">
            <a:pPr>
              <a:defRPr sz="2100" b="1">
                <a:solidFill>
                  <a:srgbClr val="20322B"/>
                </a:solidFill>
                <a:latin typeface="Arial"/>
                <a:ea typeface="Arial"/>
                <a:cs typeface="Arial"/>
              </a:defRPr>
            </a:pPr>
            <a:r>
              <a:rPr sz="2100" b="1">
                <a:solidFill>
                  <a:srgbClr val="20322B"/>
                </a:solidFill>
                <a:latin typeface="Arial"/>
                <a:ea typeface="Arial"/>
                <a:cs typeface="Arial"/>
              </a:rPr>
              <a:t>2 requesters served in 4 weeks</a:t>
            </a:r>
          </a:p>
        </p:txBody>
      </p:sp>
      <p:sp>
        <p:nvSpPr>
          <p:cNvPr id="12" name="">
            <a:extLst xmlns:a="http://schemas.openxmlformats.org/drawingml/2006/main">
              <a:ext uri="{FF2B5EF4-FFF2-40B4-BE49-F238E27FC236}">
                <a16:creationId xmlns:a16="http://schemas.microsoft.com/office/drawing/2014/main" id="{86650D13-6C91-4AA7-B626-3A6CC86B2F03}"/>
              </a:ext>
            </a:extLst>
          </p:cNvPr>
          <p:cNvSpPr>
            <a:spLocks xmlns:a="http://schemas.openxmlformats.org/drawingml/2006/main" noGrp="1"/>
          </p:cNvSpPr>
          <p:nvPr/>
        </p:nvSpPr>
        <p:spPr>
          <a:xfrm xmlns:a="http://schemas.openxmlformats.org/drawingml/2006/main">
            <a:off x="6105525" y="1771650"/>
            <a:ext cx="5476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defRPr sz="2100" b="1">
                <a:solidFill>
                  <a:srgbClr val="28634E"/>
                </a:solidFill>
                <a:latin typeface="Arial"/>
                <a:ea typeface="Arial"/>
                <a:cs typeface="Arial"/>
              </a:defRPr>
            </a:lvl1pPr>
            <a:lvl2pPr>
              <a:defRPr sz="2100" b="1">
                <a:solidFill>
                  <a:srgbClr val="28634E"/>
                </a:solidFill>
                <a:latin typeface="Arial"/>
                <a:ea typeface="Arial"/>
                <a:cs typeface="Arial"/>
              </a:defRPr>
            </a:lvl2pPr>
            <a:lvl3pPr>
              <a:defRPr sz="2100" b="1">
                <a:solidFill>
                  <a:srgbClr val="28634E"/>
                </a:solidFill>
                <a:latin typeface="Arial"/>
                <a:ea typeface="Arial"/>
                <a:cs typeface="Arial"/>
              </a:defRPr>
            </a:lvl3pPr>
            <a:lvl4pPr>
              <a:defRPr sz="2100" b="1">
                <a:solidFill>
                  <a:srgbClr val="28634E"/>
                </a:solidFill>
                <a:latin typeface="Arial"/>
                <a:ea typeface="Arial"/>
                <a:cs typeface="Arial"/>
              </a:defRPr>
            </a:lvl4pPr>
            <a:lvl5pPr>
              <a:defRPr sz="2100" b="1">
                <a:solidFill>
                  <a:srgbClr val="28634E"/>
                </a:solidFill>
                <a:latin typeface="Arial"/>
                <a:ea typeface="Arial"/>
                <a:cs typeface="Arial"/>
              </a:defRPr>
            </a:lvl5pPr>
            <a:lvl6pPr>
              <a:defRPr sz="2100" b="1">
                <a:solidFill>
                  <a:srgbClr val="28634E"/>
                </a:solidFill>
                <a:latin typeface="Arial"/>
                <a:ea typeface="Arial"/>
                <a:cs typeface="Arial"/>
              </a:defRPr>
            </a:lvl6pPr>
            <a:lvl7pPr>
              <a:defRPr sz="2100" b="1">
                <a:solidFill>
                  <a:srgbClr val="28634E"/>
                </a:solidFill>
                <a:latin typeface="Arial"/>
                <a:ea typeface="Arial"/>
                <a:cs typeface="Arial"/>
              </a:defRPr>
            </a:lvl7pPr>
            <a:lvl8pPr>
              <a:defRPr sz="2100" b="1">
                <a:solidFill>
                  <a:srgbClr val="28634E"/>
                </a:solidFill>
                <a:latin typeface="Arial"/>
                <a:ea typeface="Arial"/>
                <a:cs typeface="Arial"/>
              </a:defRPr>
            </a:lvl8pPr>
            <a:lvl9pPr>
              <a:defRPr sz="2100" b="1">
                <a:solidFill>
                  <a:srgbClr val="28634E"/>
                </a:solidFill>
                <a:latin typeface="Arial"/>
                <a:ea typeface="Arial"/>
                <a:cs typeface="Arial"/>
              </a:defRPr>
            </a:lvl9pPr>
          </a:lstStyle>
          <a:p xmlns:a="http://schemas.openxmlformats.org/drawingml/2006/main">
            <a:pPr>
              <a:defRPr sz="2100" b="1">
                <a:solidFill>
                  <a:srgbClr val="28634E"/>
                </a:solidFill>
                <a:latin typeface="Arial"/>
                <a:ea typeface="Arial"/>
                <a:cs typeface="Arial"/>
              </a:defRPr>
            </a:pPr>
            <a:r>
              <a:rPr sz="2100" b="1">
                <a:solidFill>
                  <a:srgbClr val="28634E"/>
                </a:solidFill>
                <a:latin typeface="Arial"/>
                <a:ea typeface="Arial"/>
                <a:cs typeface="Arial"/>
              </a:rPr>
              <a:t>Three substitutes to compare</a:t>
            </a:r>
          </a:p>
        </p:txBody>
      </p:sp>
      <p:graphicFrame>
        <p:nvGraphicFramePr>
          <p:cNvPr id="13" name="">
            <a:extLst xmlns:a="http://schemas.openxmlformats.org/drawingml/2006/main">
              <a:ext uri="{FF2B5EF4-FFF2-40B4-BE49-F238E27FC236}">
                <a16:creationId xmlns:a16="http://schemas.microsoft.com/office/drawing/2014/main" id="{F473CE76-E58D-454A-949B-C17FA1E9C484}"/>
              </a:ext>
            </a:extLst>
          </p:cNvPr>
          <p:cNvGraphicFramePr/>
          <p:nvPr/>
        </p:nvGraphicFramePr>
        <p:xfrm>
          <a:off xmlns:a="http://schemas.openxmlformats.org/drawingml/2006/main" x="6105525" y="2295525"/>
          <a:ext xmlns:a="http://schemas.openxmlformats.org/drawingml/2006/main" cx="5476875" cy="2581275"/>
        </p:xfrm>
        <a:graphic xmlns:a="http://schemas.openxmlformats.org/drawingml/2006/main">
          <a:graphicData uri="http://schemas.openxmlformats.org/drawingml/2006/table">
            <a:tbl>
              <a:tblPr/>
              <a:tblGrid>
                <a:gridCol w="1762125"/>
                <a:gridCol w="3714750"/>
              </a:tblGrid>
              <a:tr h="645319">
                <a:tc>
                  <a:txBody>
                    <a:bodyPr>
                      <a:noAutofit/>
                    </a:bodyPr>
                    <a:lstStyle/>
                    <a:p>
                      <a:r>
                        <a:rPr sz="1725" b="1">
                          <a:solidFill>
                            <a:srgbClr val="FFFFFF"/>
                          </a:solidFill>
                          <a:latin typeface="Arial"/>
                          <a:ea typeface="Arial"/>
                          <a:cs typeface="Arial"/>
                        </a:rPr>
                        <a:t>Alternative</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725" b="1">
                          <a:solidFill>
                            <a:srgbClr val="FFFFFF"/>
                          </a:solidFill>
                          <a:latin typeface="Arial"/>
                          <a:ea typeface="Arial"/>
                          <a:cs typeface="Arial"/>
                        </a:rPr>
                        <a:t>Visible service scope</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645319">
                <a:tc>
                  <a:txBody>
                    <a:bodyPr>
                      <a:noAutofit/>
                    </a:bodyPr>
                    <a:lstStyle/>
                    <a:p>
                      <a:r>
                        <a:rPr sz="1725" b="0">
                          <a:solidFill>
                            <a:srgbClr val="20322B"/>
                          </a:solidFill>
                          <a:latin typeface="Arial"/>
                          <a:ea typeface="Arial"/>
                          <a:cs typeface="Arial"/>
                        </a:rPr>
                        <a:t>Xianyu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Broad item listings and resale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Renrenzu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Equipment rental marketplace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ATRenew</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AHS trade-in and Paipai resale</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4B633B95-9182-4073-9F64-B0E125B6AD70}"/>
              </a:ext>
            </a:extLst>
          </p:cNvPr>
          <p:cNvSpPr>
            <a:spLocks xmlns:a="http://schemas.openxmlformats.org/drawingml/2006/main" noGrp="1"/>
          </p:cNvSpPr>
          <p:nvPr/>
        </p:nvSpPr>
        <p:spPr>
          <a:xfrm xmlns:a="http://schemas.openxmlformats.org/drawingml/2006/main">
            <a:off x="6105525" y="5124450"/>
            <a:ext cx="5476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0322B"/>
                </a:solidFill>
                <a:latin typeface="Arial"/>
                <a:ea typeface="Arial"/>
                <a:cs typeface="Arial"/>
              </a:defRPr>
            </a:defPPr>
            <a:lvl1pPr>
              <a:defRPr sz="2025" b="1">
                <a:solidFill>
                  <a:srgbClr val="20322B"/>
                </a:solidFill>
                <a:latin typeface="Arial"/>
                <a:ea typeface="Arial"/>
                <a:cs typeface="Arial"/>
              </a:defRPr>
            </a:lvl1pPr>
            <a:lvl2pPr>
              <a:defRPr sz="2025" b="1">
                <a:solidFill>
                  <a:srgbClr val="20322B"/>
                </a:solidFill>
                <a:latin typeface="Arial"/>
                <a:ea typeface="Arial"/>
                <a:cs typeface="Arial"/>
              </a:defRPr>
            </a:lvl2pPr>
            <a:lvl3pPr>
              <a:defRPr sz="2025" b="1">
                <a:solidFill>
                  <a:srgbClr val="20322B"/>
                </a:solidFill>
                <a:latin typeface="Arial"/>
                <a:ea typeface="Arial"/>
                <a:cs typeface="Arial"/>
              </a:defRPr>
            </a:lvl3pPr>
            <a:lvl4pPr>
              <a:defRPr sz="2025" b="1">
                <a:solidFill>
                  <a:srgbClr val="20322B"/>
                </a:solidFill>
                <a:latin typeface="Arial"/>
                <a:ea typeface="Arial"/>
                <a:cs typeface="Arial"/>
              </a:defRPr>
            </a:lvl4pPr>
            <a:lvl5pPr>
              <a:defRPr sz="2025" b="1">
                <a:solidFill>
                  <a:srgbClr val="20322B"/>
                </a:solidFill>
                <a:latin typeface="Arial"/>
                <a:ea typeface="Arial"/>
                <a:cs typeface="Arial"/>
              </a:defRPr>
            </a:lvl5pPr>
            <a:lvl6pPr>
              <a:defRPr sz="2025" b="1">
                <a:solidFill>
                  <a:srgbClr val="20322B"/>
                </a:solidFill>
                <a:latin typeface="Arial"/>
                <a:ea typeface="Arial"/>
                <a:cs typeface="Arial"/>
              </a:defRPr>
            </a:lvl6pPr>
            <a:lvl7pPr>
              <a:defRPr sz="2025" b="1">
                <a:solidFill>
                  <a:srgbClr val="20322B"/>
                </a:solidFill>
                <a:latin typeface="Arial"/>
                <a:ea typeface="Arial"/>
                <a:cs typeface="Arial"/>
              </a:defRPr>
            </a:lvl7pPr>
            <a:lvl8pPr>
              <a:defRPr sz="2025" b="1">
                <a:solidFill>
                  <a:srgbClr val="20322B"/>
                </a:solidFill>
                <a:latin typeface="Arial"/>
                <a:ea typeface="Arial"/>
                <a:cs typeface="Arial"/>
              </a:defRPr>
            </a:lvl8pPr>
            <a:lvl9pPr>
              <a:defRPr sz="2025" b="1">
                <a:solidFill>
                  <a:srgbClr val="20322B"/>
                </a:solidFill>
                <a:latin typeface="Arial"/>
                <a:ea typeface="Arial"/>
                <a:cs typeface="Arial"/>
              </a:defRPr>
            </a:lvl9pPr>
          </a:lstStyle>
          <a:p xmlns:a="http://schemas.openxmlformats.org/drawingml/2006/main">
            <a:pPr>
              <a:defRPr sz="2025" b="1">
                <a:solidFill>
                  <a:srgbClr val="20322B"/>
                </a:solidFill>
                <a:latin typeface="Arial"/>
                <a:ea typeface="Arial"/>
                <a:cs typeface="Arial"/>
              </a:defRPr>
            </a:pPr>
            <a:r>
              <a:rPr sz="2025" b="1">
                <a:solidFill>
                  <a:srgbClr val="20322B"/>
                </a:solidFill>
                <a:latin typeface="Arial"/>
                <a:ea typeface="Arial"/>
                <a:cs typeface="Arial"/>
              </a:rPr>
              <a:t>Proposed advantage</a:t>
            </a:r>
          </a:p>
        </p:txBody>
      </p:sp>
      <p:sp>
        <p:nvSpPr>
          <p:cNvPr id="15" name="">
            <a:extLst xmlns:a="http://schemas.openxmlformats.org/drawingml/2006/main">
              <a:ext uri="{FF2B5EF4-FFF2-40B4-BE49-F238E27FC236}">
                <a16:creationId xmlns:a16="http://schemas.microsoft.com/office/drawing/2014/main" id="{8344C208-CD51-47E6-BB78-1CDB9CD57D26}"/>
              </a:ext>
            </a:extLst>
          </p:cNvPr>
          <p:cNvSpPr>
            <a:spLocks xmlns:a="http://schemas.openxmlformats.org/drawingml/2006/main" noGrp="1"/>
          </p:cNvSpPr>
          <p:nvPr/>
        </p:nvSpPr>
        <p:spPr>
          <a:xfrm xmlns:a="http://schemas.openxmlformats.org/drawingml/2006/main">
            <a:off x="6105525" y="5562600"/>
            <a:ext cx="5476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20322B"/>
                </a:solidFill>
                <a:latin typeface="Arial"/>
                <a:ea typeface="Arial"/>
                <a:cs typeface="Arial"/>
              </a:defRPr>
            </a:defPPr>
            <a:lvl1pPr>
              <a:defRPr sz="1950" b="0">
                <a:solidFill>
                  <a:srgbClr val="20322B"/>
                </a:solidFill>
                <a:latin typeface="Arial"/>
                <a:ea typeface="Arial"/>
                <a:cs typeface="Arial"/>
              </a:defRPr>
            </a:lvl1pPr>
            <a:lvl2pPr>
              <a:defRPr sz="1950" b="0">
                <a:solidFill>
                  <a:srgbClr val="20322B"/>
                </a:solidFill>
                <a:latin typeface="Arial"/>
                <a:ea typeface="Arial"/>
                <a:cs typeface="Arial"/>
              </a:defRPr>
            </a:lvl2pPr>
            <a:lvl3pPr>
              <a:defRPr sz="1950" b="0">
                <a:solidFill>
                  <a:srgbClr val="20322B"/>
                </a:solidFill>
                <a:latin typeface="Arial"/>
                <a:ea typeface="Arial"/>
                <a:cs typeface="Arial"/>
              </a:defRPr>
            </a:lvl3pPr>
            <a:lvl4pPr>
              <a:defRPr sz="1950" b="0">
                <a:solidFill>
                  <a:srgbClr val="20322B"/>
                </a:solidFill>
                <a:latin typeface="Arial"/>
                <a:ea typeface="Arial"/>
                <a:cs typeface="Arial"/>
              </a:defRPr>
            </a:lvl4pPr>
            <a:lvl5pPr>
              <a:defRPr sz="1950" b="0">
                <a:solidFill>
                  <a:srgbClr val="20322B"/>
                </a:solidFill>
                <a:latin typeface="Arial"/>
                <a:ea typeface="Arial"/>
                <a:cs typeface="Arial"/>
              </a:defRPr>
            </a:lvl5pPr>
            <a:lvl6pPr>
              <a:defRPr sz="1950" b="0">
                <a:solidFill>
                  <a:srgbClr val="20322B"/>
                </a:solidFill>
                <a:latin typeface="Arial"/>
                <a:ea typeface="Arial"/>
                <a:cs typeface="Arial"/>
              </a:defRPr>
            </a:lvl6pPr>
            <a:lvl7pPr>
              <a:defRPr sz="1950" b="0">
                <a:solidFill>
                  <a:srgbClr val="20322B"/>
                </a:solidFill>
                <a:latin typeface="Arial"/>
                <a:ea typeface="Arial"/>
                <a:cs typeface="Arial"/>
              </a:defRPr>
            </a:lvl7pPr>
            <a:lvl8pPr>
              <a:defRPr sz="1950" b="0">
                <a:solidFill>
                  <a:srgbClr val="20322B"/>
                </a:solidFill>
                <a:latin typeface="Arial"/>
                <a:ea typeface="Arial"/>
                <a:cs typeface="Arial"/>
              </a:defRPr>
            </a:lvl8pPr>
            <a:lvl9pPr>
              <a:defRPr sz="1950" b="0">
                <a:solidFill>
                  <a:srgbClr val="20322B"/>
                </a:solidFill>
                <a:latin typeface="Arial"/>
                <a:ea typeface="Arial"/>
                <a:cs typeface="Arial"/>
              </a:defRPr>
            </a:lvl9pPr>
          </a:lstStyle>
          <a:p xmlns:a="http://schemas.openxmlformats.org/drawingml/2006/main">
            <a:pPr>
              <a:defRPr sz="1950" b="0">
                <a:solidFill>
                  <a:srgbClr val="20322B"/>
                </a:solidFill>
                <a:latin typeface="Arial"/>
                <a:ea typeface="Arial"/>
                <a:cs typeface="Arial"/>
              </a:defRPr>
            </a:pPr>
            <a:r>
              <a:rPr sz="1950" b="0">
                <a:solidFill>
                  <a:srgbClr val="20322B"/>
                </a:solidFill>
                <a:latin typeface="Arial"/>
                <a:ea typeface="Arial"/>
                <a:cs typeface="Arial"/>
              </a:rPr>
              <a:t>Dates, explicit acceptance and local handoff, without compulsory location sharing.</a:t>
            </a:r>
          </a:p>
        </p:txBody>
      </p:sp>
      <p:sp>
        <p:nvSpPr>
          <p:cNvPr id="16" name="">
            <a:extLst xmlns:a="http://schemas.openxmlformats.org/drawingml/2006/main">
              <a:ext uri="{FF2B5EF4-FFF2-40B4-BE49-F238E27FC236}">
                <a16:creationId xmlns:a16="http://schemas.microsoft.com/office/drawing/2014/main" id="{5580677B-B76F-4688-864A-5A75B539C051}"/>
              </a:ext>
            </a:extLst>
          </p:cNvPr>
          <p:cNvSpPr>
            <a:spLocks xmlns:a="http://schemas.openxmlformats.org/drawingml/2006/main" noGrp="1"/>
          </p:cNvSpPr>
          <p:nvPr/>
        </p:nvSpPr>
        <p:spPr>
          <a:xfrm xmlns:a="http://schemas.openxmlformats.org/drawingml/2006/main">
            <a:off x="609600" y="6467475"/>
            <a:ext cx="9763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defRPr sz="1200" b="0">
                <a:solidFill>
                  <a:srgbClr val="58635E"/>
                </a:solidFill>
                <a:latin typeface="Arial"/>
                <a:ea typeface="Arial"/>
                <a:cs typeface="Arial"/>
              </a:defRPr>
            </a:lvl1pPr>
            <a:lvl2pPr>
              <a:defRPr sz="1200" b="0">
                <a:solidFill>
                  <a:srgbClr val="58635E"/>
                </a:solidFill>
                <a:latin typeface="Arial"/>
                <a:ea typeface="Arial"/>
                <a:cs typeface="Arial"/>
              </a:defRPr>
            </a:lvl2pPr>
            <a:lvl3pPr>
              <a:defRPr sz="1200" b="0">
                <a:solidFill>
                  <a:srgbClr val="58635E"/>
                </a:solidFill>
                <a:latin typeface="Arial"/>
                <a:ea typeface="Arial"/>
                <a:cs typeface="Arial"/>
              </a:defRPr>
            </a:lvl3pPr>
            <a:lvl4pPr>
              <a:defRPr sz="1200" b="0">
                <a:solidFill>
                  <a:srgbClr val="58635E"/>
                </a:solidFill>
                <a:latin typeface="Arial"/>
                <a:ea typeface="Arial"/>
                <a:cs typeface="Arial"/>
              </a:defRPr>
            </a:lvl4pPr>
            <a:lvl5pPr>
              <a:defRPr sz="1200" b="0">
                <a:solidFill>
                  <a:srgbClr val="58635E"/>
                </a:solidFill>
                <a:latin typeface="Arial"/>
                <a:ea typeface="Arial"/>
                <a:cs typeface="Arial"/>
              </a:defRPr>
            </a:lvl5pPr>
            <a:lvl6pPr>
              <a:defRPr sz="1200" b="0">
                <a:solidFill>
                  <a:srgbClr val="58635E"/>
                </a:solidFill>
                <a:latin typeface="Arial"/>
                <a:ea typeface="Arial"/>
                <a:cs typeface="Arial"/>
              </a:defRPr>
            </a:lvl6pPr>
            <a:lvl7pPr>
              <a:defRPr sz="1200" b="0">
                <a:solidFill>
                  <a:srgbClr val="58635E"/>
                </a:solidFill>
                <a:latin typeface="Arial"/>
                <a:ea typeface="Arial"/>
                <a:cs typeface="Arial"/>
              </a:defRPr>
            </a:lvl7pPr>
            <a:lvl8pPr>
              <a:defRPr sz="1200" b="0">
                <a:solidFill>
                  <a:srgbClr val="58635E"/>
                </a:solidFill>
                <a:latin typeface="Arial"/>
                <a:ea typeface="Arial"/>
                <a:cs typeface="Arial"/>
              </a:defRPr>
            </a:lvl8pPr>
            <a:lvl9pPr>
              <a:defRPr sz="1200" b="0">
                <a:solidFill>
                  <a:srgbClr val="58635E"/>
                </a:solidFill>
                <a:latin typeface="Arial"/>
                <a:ea typeface="Arial"/>
                <a:cs typeface="Arial"/>
              </a:defRPr>
            </a:lvl9pPr>
          </a:lstStyle>
          <a:p xmlns:a="http://schemas.openxmlformats.org/drawingml/2006/main">
            <a:pPr>
              <a:defRPr sz="1200" b="0">
                <a:solidFill>
                  <a:srgbClr val="58635E"/>
                </a:solidFill>
                <a:latin typeface="Arial"/>
                <a:ea typeface="Arial"/>
                <a:cs typeface="Arial"/>
              </a:defRPr>
            </a:pPr>
            <a:r>
              <a:rPr sz="1200" b="0">
                <a:solidFill>
                  <a:srgbClr val="58635E"/>
                </a:solidFill>
                <a:latin typeface="Arial"/>
                <a:ea typeface="Arial"/>
                <a:cs typeface="Arial"/>
              </a:rPr>
              <a:t>S1-S4. Planning case: 80 invites × 10% posting × 25% fulfilment, subject to supply.</a:t>
            </a:r>
          </a:p>
        </p:txBody>
      </p:sp>
    </p:spTree>
    <p:extLst>
      <p:ext uri="{BB962C8B-B14F-4D97-AF65-F5344CB8AC3E}">
        <p14:creationId xmlns:p14="http://schemas.microsoft.com/office/powerpoint/2010/main" val="21247402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960874-35CE-4B0B-8C6B-3C889541632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defRPr sz="1500" b="1">
                <a:solidFill>
                  <a:srgbClr val="28634E"/>
                </a:solidFill>
                <a:latin typeface="Arial"/>
                <a:ea typeface="Arial"/>
                <a:cs typeface="Arial"/>
              </a:defRPr>
            </a:lvl1pPr>
            <a:lvl2pPr>
              <a:defRPr sz="1500" b="1">
                <a:solidFill>
                  <a:srgbClr val="28634E"/>
                </a:solidFill>
                <a:latin typeface="Arial"/>
                <a:ea typeface="Arial"/>
                <a:cs typeface="Arial"/>
              </a:defRPr>
            </a:lvl2pPr>
            <a:lvl3pPr>
              <a:defRPr sz="1500" b="1">
                <a:solidFill>
                  <a:srgbClr val="28634E"/>
                </a:solidFill>
                <a:latin typeface="Arial"/>
                <a:ea typeface="Arial"/>
                <a:cs typeface="Arial"/>
              </a:defRPr>
            </a:lvl3pPr>
            <a:lvl4pPr>
              <a:defRPr sz="1500" b="1">
                <a:solidFill>
                  <a:srgbClr val="28634E"/>
                </a:solidFill>
                <a:latin typeface="Arial"/>
                <a:ea typeface="Arial"/>
                <a:cs typeface="Arial"/>
              </a:defRPr>
            </a:lvl4pPr>
            <a:lvl5pPr>
              <a:defRPr sz="1500" b="1">
                <a:solidFill>
                  <a:srgbClr val="28634E"/>
                </a:solidFill>
                <a:latin typeface="Arial"/>
                <a:ea typeface="Arial"/>
                <a:cs typeface="Arial"/>
              </a:defRPr>
            </a:lvl5pPr>
            <a:lvl6pPr>
              <a:defRPr sz="1500" b="1">
                <a:solidFill>
                  <a:srgbClr val="28634E"/>
                </a:solidFill>
                <a:latin typeface="Arial"/>
                <a:ea typeface="Arial"/>
                <a:cs typeface="Arial"/>
              </a:defRPr>
            </a:lvl6pPr>
            <a:lvl7pPr>
              <a:defRPr sz="1500" b="1">
                <a:solidFill>
                  <a:srgbClr val="28634E"/>
                </a:solidFill>
                <a:latin typeface="Arial"/>
                <a:ea typeface="Arial"/>
                <a:cs typeface="Arial"/>
              </a:defRPr>
            </a:lvl7pPr>
            <a:lvl8pPr>
              <a:defRPr sz="1500" b="1">
                <a:solidFill>
                  <a:srgbClr val="28634E"/>
                </a:solidFill>
                <a:latin typeface="Arial"/>
                <a:ea typeface="Arial"/>
                <a:cs typeface="Arial"/>
              </a:defRPr>
            </a:lvl8pPr>
            <a:lvl9pPr>
              <a:defRPr sz="1500" b="1">
                <a:solidFill>
                  <a:srgbClr val="28634E"/>
                </a:solidFill>
                <a:latin typeface="Arial"/>
                <a:ea typeface="Arial"/>
                <a:cs typeface="Arial"/>
              </a:defRPr>
            </a:lvl9pPr>
          </a:lstStyle>
          <a:p xmlns:a="http://schemas.openxmlformats.org/drawingml/2006/main">
            <a:pPr>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01B8A7C7-5365-49FD-A677-A05D7DF0B2D0}"/>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defRPr sz="3450" b="1">
                <a:solidFill>
                  <a:srgbClr val="20322B"/>
                </a:solidFill>
                <a:latin typeface="Arial"/>
                <a:ea typeface="Arial"/>
                <a:cs typeface="Arial"/>
              </a:defRPr>
            </a:lvl1pPr>
            <a:lvl2pPr>
              <a:defRPr sz="3450" b="1">
                <a:solidFill>
                  <a:srgbClr val="20322B"/>
                </a:solidFill>
                <a:latin typeface="Arial"/>
                <a:ea typeface="Arial"/>
                <a:cs typeface="Arial"/>
              </a:defRPr>
            </a:lvl2pPr>
            <a:lvl3pPr>
              <a:defRPr sz="3450" b="1">
                <a:solidFill>
                  <a:srgbClr val="20322B"/>
                </a:solidFill>
                <a:latin typeface="Arial"/>
                <a:ea typeface="Arial"/>
                <a:cs typeface="Arial"/>
              </a:defRPr>
            </a:lvl3pPr>
            <a:lvl4pPr>
              <a:defRPr sz="3450" b="1">
                <a:solidFill>
                  <a:srgbClr val="20322B"/>
                </a:solidFill>
                <a:latin typeface="Arial"/>
                <a:ea typeface="Arial"/>
                <a:cs typeface="Arial"/>
              </a:defRPr>
            </a:lvl4pPr>
            <a:lvl5pPr>
              <a:defRPr sz="3450" b="1">
                <a:solidFill>
                  <a:srgbClr val="20322B"/>
                </a:solidFill>
                <a:latin typeface="Arial"/>
                <a:ea typeface="Arial"/>
                <a:cs typeface="Arial"/>
              </a:defRPr>
            </a:lvl5pPr>
            <a:lvl6pPr>
              <a:defRPr sz="3450" b="1">
                <a:solidFill>
                  <a:srgbClr val="20322B"/>
                </a:solidFill>
                <a:latin typeface="Arial"/>
                <a:ea typeface="Arial"/>
                <a:cs typeface="Arial"/>
              </a:defRPr>
            </a:lvl6pPr>
            <a:lvl7pPr>
              <a:defRPr sz="3450" b="1">
                <a:solidFill>
                  <a:srgbClr val="20322B"/>
                </a:solidFill>
                <a:latin typeface="Arial"/>
                <a:ea typeface="Arial"/>
                <a:cs typeface="Arial"/>
              </a:defRPr>
            </a:lvl7pPr>
            <a:lvl8pPr>
              <a:defRPr sz="3450" b="1">
                <a:solidFill>
                  <a:srgbClr val="20322B"/>
                </a:solidFill>
                <a:latin typeface="Arial"/>
                <a:ea typeface="Arial"/>
                <a:cs typeface="Arial"/>
              </a:defRPr>
            </a:lvl8pPr>
            <a:lvl9pPr>
              <a:defRPr sz="3450" b="1">
                <a:solidFill>
                  <a:srgbClr val="20322B"/>
                </a:solidFill>
                <a:latin typeface="Arial"/>
                <a:ea typeface="Arial"/>
                <a:cs typeface="Arial"/>
              </a:defRPr>
            </a:lvl9pPr>
          </a:lstStyle>
          <a:p xmlns:a="http://schemas.openxmlformats.org/drawingml/2006/main">
            <a:pPr>
              <a:defRPr sz="3450" b="1">
                <a:solidFill>
                  <a:srgbClr val="20322B"/>
                </a:solidFill>
                <a:latin typeface="Arial"/>
                <a:ea typeface="Arial"/>
                <a:cs typeface="Arial"/>
              </a:defRPr>
            </a:pPr>
            <a:r>
              <a:rPr sz="3450" b="1">
                <a:solidFill>
                  <a:srgbClr val="20322B"/>
                </a:solidFill>
                <a:latin typeface="Arial"/>
                <a:ea typeface="Arial"/>
                <a:cs typeface="Arial"/>
              </a:rPr>
              <a:t>Product and concept choice</a:t>
            </a:r>
          </a:p>
        </p:txBody>
      </p:sp>
      <p:sp>
        <p:nvSpPr>
          <p:cNvPr id="3" name="">
            <a:extLst xmlns:a="http://schemas.openxmlformats.org/drawingml/2006/main">
              <a:ext uri="{FF2B5EF4-FFF2-40B4-BE49-F238E27FC236}">
                <a16:creationId xmlns:a16="http://schemas.microsoft.com/office/drawing/2014/main" id="{8A8DA58D-13A1-45D5-8E47-D41D78EEB2D5}"/>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4 / 6</a:t>
            </a:r>
          </a:p>
        </p:txBody>
      </p:sp>
      <p:pic>
        <p:nvPicPr>
          <p:cNvPr id="4" name="">
            <a:extLst xmlns:a="http://schemas.openxmlformats.org/drawingml/2006/main">
              <a:ext uri="{FF2B5EF4-FFF2-40B4-BE49-F238E27FC236}">
                <a16:creationId xmlns:a16="http://schemas.microsoft.com/office/drawing/2014/main" id="{4485830E-5028-4E25-A6C7-57CA97789F5A}"/>
              </a:ext>
            </a:extLst>
          </p:cNvPr>
          <p:cNvPicPr>
            <a:picLocks xmlns:a="http://schemas.openxmlformats.org/drawingml/2006/main" noChangeAspect="1"/>
          </p:cNvPicPr>
          <p:nvPr/>
        </p:nvPicPr>
        <p:blipFill>
          <a:blip xmlns:r="http://schemas.openxmlformats.org/officeDocument/2006/relationships" xmlns:a="http://schemas.openxmlformats.org/drawingml/2006/main" r:embed="R1614a5d9c2ca43ad"/>
          <a:stretch xmlns:a="http://schemas.openxmlformats.org/drawingml/2006/main"/>
        </p:blipFill>
        <p:spPr>
          <a:xfrm xmlns:a="http://schemas.openxmlformats.org/drawingml/2006/main">
            <a:off x="609600" y="2095500"/>
            <a:ext cx="5334000" cy="3333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CAA6B7-3542-4B96-8F85-820D483D733C}"/>
              </a:ext>
            </a:extLst>
          </p:cNvPr>
          <p:cNvSpPr>
            <a:spLocks xmlns:a="http://schemas.openxmlformats.org/drawingml/2006/main" noGrp="1"/>
          </p:cNvSpPr>
          <p:nvPr/>
        </p:nvSpPr>
        <p:spPr>
          <a:xfrm xmlns:a="http://schemas.openxmlformats.org/drawingml/2006/main">
            <a:off x="609600" y="58483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defRPr sz="1875" b="1">
                <a:solidFill>
                  <a:srgbClr val="20322B"/>
                </a:solidFill>
                <a:latin typeface="Arial"/>
                <a:ea typeface="Arial"/>
                <a:cs typeface="Arial"/>
              </a:defRPr>
            </a:lvl1pPr>
            <a:lvl2pPr>
              <a:defRPr sz="1875" b="1">
                <a:solidFill>
                  <a:srgbClr val="20322B"/>
                </a:solidFill>
                <a:latin typeface="Arial"/>
                <a:ea typeface="Arial"/>
                <a:cs typeface="Arial"/>
              </a:defRPr>
            </a:lvl2pPr>
            <a:lvl3pPr>
              <a:defRPr sz="1875" b="1">
                <a:solidFill>
                  <a:srgbClr val="20322B"/>
                </a:solidFill>
                <a:latin typeface="Arial"/>
                <a:ea typeface="Arial"/>
                <a:cs typeface="Arial"/>
              </a:defRPr>
            </a:lvl3pPr>
            <a:lvl4pPr>
              <a:defRPr sz="1875" b="1">
                <a:solidFill>
                  <a:srgbClr val="20322B"/>
                </a:solidFill>
                <a:latin typeface="Arial"/>
                <a:ea typeface="Arial"/>
                <a:cs typeface="Arial"/>
              </a:defRPr>
            </a:lvl4pPr>
            <a:lvl5pPr>
              <a:defRPr sz="1875" b="1">
                <a:solidFill>
                  <a:srgbClr val="20322B"/>
                </a:solidFill>
                <a:latin typeface="Arial"/>
                <a:ea typeface="Arial"/>
                <a:cs typeface="Arial"/>
              </a:defRPr>
            </a:lvl5pPr>
            <a:lvl6pPr>
              <a:defRPr sz="1875" b="1">
                <a:solidFill>
                  <a:srgbClr val="20322B"/>
                </a:solidFill>
                <a:latin typeface="Arial"/>
                <a:ea typeface="Arial"/>
                <a:cs typeface="Arial"/>
              </a:defRPr>
            </a:lvl6pPr>
            <a:lvl7pPr>
              <a:defRPr sz="1875" b="1">
                <a:solidFill>
                  <a:srgbClr val="20322B"/>
                </a:solidFill>
                <a:latin typeface="Arial"/>
                <a:ea typeface="Arial"/>
                <a:cs typeface="Arial"/>
              </a:defRPr>
            </a:lvl7pPr>
            <a:lvl8pPr>
              <a:defRPr sz="1875" b="1">
                <a:solidFill>
                  <a:srgbClr val="20322B"/>
                </a:solidFill>
                <a:latin typeface="Arial"/>
                <a:ea typeface="Arial"/>
                <a:cs typeface="Arial"/>
              </a:defRPr>
            </a:lvl8pPr>
            <a:lvl9pPr>
              <a:defRPr sz="1875" b="1">
                <a:solidFill>
                  <a:srgbClr val="20322B"/>
                </a:solidFill>
                <a:latin typeface="Arial"/>
                <a:ea typeface="Arial"/>
                <a:cs typeface="Arial"/>
              </a:defRPr>
            </a:lvl9pPr>
          </a:lstStyle>
          <a:p xmlns:a="http://schemas.openxmlformats.org/drawingml/2006/main">
            <a:pPr>
              <a:defRPr sz="1875" b="1">
                <a:solidFill>
                  <a:srgbClr val="20322B"/>
                </a:solidFill>
                <a:latin typeface="Arial"/>
                <a:ea typeface="Arial"/>
                <a:cs typeface="Arial"/>
              </a:defRPr>
            </a:pPr>
            <a:r>
              <a:rPr sz="1875" b="1">
                <a:solidFill>
                  <a:srgbClr val="20322B"/>
                </a:solidFill>
                <a:latin typeface="Arial"/>
                <a:ea typeface="Arial"/>
                <a:cs typeface="Arial"/>
              </a:rPr>
              <a:t>Request an item for specific dates</a:t>
            </a:r>
          </a:p>
        </p:txBody>
      </p:sp>
      <p:sp>
        <p:nvSpPr>
          <p:cNvPr id="6" name="">
            <a:extLst xmlns:a="http://schemas.openxmlformats.org/drawingml/2006/main">
              <a:ext uri="{FF2B5EF4-FFF2-40B4-BE49-F238E27FC236}">
                <a16:creationId xmlns:a16="http://schemas.microsoft.com/office/drawing/2014/main" id="{88D39B9E-ED1C-4C2A-AAB0-7470CE7EC55C}"/>
              </a:ext>
            </a:extLst>
          </p:cNvPr>
          <p:cNvSpPr>
            <a:spLocks xmlns:a="http://schemas.openxmlformats.org/drawingml/2006/main" noGrp="1"/>
          </p:cNvSpPr>
          <p:nvPr/>
        </p:nvSpPr>
        <p:spPr>
          <a:xfrm xmlns:a="http://schemas.openxmlformats.org/drawingml/2006/main">
            <a:off x="609600" y="6229350"/>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Prototype snapshot. Synthetic request.</a:t>
            </a:r>
          </a:p>
        </p:txBody>
      </p:sp>
      <p:sp>
        <p:nvSpPr>
          <p:cNvPr id="7" name="">
            <a:extLst xmlns:a="http://schemas.openxmlformats.org/drawingml/2006/main">
              <a:ext uri="{FF2B5EF4-FFF2-40B4-BE49-F238E27FC236}">
                <a16:creationId xmlns:a16="http://schemas.microsoft.com/office/drawing/2014/main" id="{B730C899-DA63-47FF-9B9E-D7617FF33DAE}"/>
              </a:ext>
            </a:extLst>
          </p:cNvPr>
          <p:cNvSpPr>
            <a:spLocks xmlns:a="http://schemas.openxmlformats.org/drawingml/2006/main" noGrp="1"/>
          </p:cNvSpPr>
          <p:nvPr/>
        </p:nvSpPr>
        <p:spPr>
          <a:xfrm xmlns:a="http://schemas.openxmlformats.org/drawingml/2006/main">
            <a:off x="6515100" y="1781175"/>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defRPr sz="2100" b="1">
                <a:solidFill>
                  <a:srgbClr val="28634E"/>
                </a:solidFill>
                <a:latin typeface="Arial"/>
                <a:ea typeface="Arial"/>
                <a:cs typeface="Arial"/>
              </a:defRPr>
            </a:lvl1pPr>
            <a:lvl2pPr>
              <a:defRPr sz="2100" b="1">
                <a:solidFill>
                  <a:srgbClr val="28634E"/>
                </a:solidFill>
                <a:latin typeface="Arial"/>
                <a:ea typeface="Arial"/>
                <a:cs typeface="Arial"/>
              </a:defRPr>
            </a:lvl2pPr>
            <a:lvl3pPr>
              <a:defRPr sz="2100" b="1">
                <a:solidFill>
                  <a:srgbClr val="28634E"/>
                </a:solidFill>
                <a:latin typeface="Arial"/>
                <a:ea typeface="Arial"/>
                <a:cs typeface="Arial"/>
              </a:defRPr>
            </a:lvl3pPr>
            <a:lvl4pPr>
              <a:defRPr sz="2100" b="1">
                <a:solidFill>
                  <a:srgbClr val="28634E"/>
                </a:solidFill>
                <a:latin typeface="Arial"/>
                <a:ea typeface="Arial"/>
                <a:cs typeface="Arial"/>
              </a:defRPr>
            </a:lvl4pPr>
            <a:lvl5pPr>
              <a:defRPr sz="2100" b="1">
                <a:solidFill>
                  <a:srgbClr val="28634E"/>
                </a:solidFill>
                <a:latin typeface="Arial"/>
                <a:ea typeface="Arial"/>
                <a:cs typeface="Arial"/>
              </a:defRPr>
            </a:lvl5pPr>
            <a:lvl6pPr>
              <a:defRPr sz="2100" b="1">
                <a:solidFill>
                  <a:srgbClr val="28634E"/>
                </a:solidFill>
                <a:latin typeface="Arial"/>
                <a:ea typeface="Arial"/>
                <a:cs typeface="Arial"/>
              </a:defRPr>
            </a:lvl6pPr>
            <a:lvl7pPr>
              <a:defRPr sz="2100" b="1">
                <a:solidFill>
                  <a:srgbClr val="28634E"/>
                </a:solidFill>
                <a:latin typeface="Arial"/>
                <a:ea typeface="Arial"/>
                <a:cs typeface="Arial"/>
              </a:defRPr>
            </a:lvl7pPr>
            <a:lvl8pPr>
              <a:defRPr sz="2100" b="1">
                <a:solidFill>
                  <a:srgbClr val="28634E"/>
                </a:solidFill>
                <a:latin typeface="Arial"/>
                <a:ea typeface="Arial"/>
                <a:cs typeface="Arial"/>
              </a:defRPr>
            </a:lvl8pPr>
            <a:lvl9pPr>
              <a:defRPr sz="2100" b="1">
                <a:solidFill>
                  <a:srgbClr val="28634E"/>
                </a:solidFill>
                <a:latin typeface="Arial"/>
                <a:ea typeface="Arial"/>
                <a:cs typeface="Arial"/>
              </a:defRPr>
            </a:lvl9pPr>
          </a:lstStyle>
          <a:p xmlns:a="http://schemas.openxmlformats.org/drawingml/2006/main">
            <a:pPr>
              <a:defRPr sz="2100" b="1">
                <a:solidFill>
                  <a:srgbClr val="28634E"/>
                </a:solidFill>
                <a:latin typeface="Arial"/>
                <a:ea typeface="Arial"/>
                <a:cs typeface="Arial"/>
              </a:defRPr>
            </a:pPr>
            <a:r>
              <a:rPr sz="2100" b="1">
                <a:solidFill>
                  <a:srgbClr val="28634E"/>
                </a:solidFill>
                <a:latin typeface="Arial"/>
                <a:ea typeface="Arial"/>
                <a:cs typeface="Arial"/>
              </a:rPr>
              <a:t>Different operating models</a:t>
            </a:r>
          </a:p>
        </p:txBody>
      </p:sp>
      <p:graphicFrame>
        <p:nvGraphicFramePr>
          <p:cNvPr id="8" name="">
            <a:extLst xmlns:a="http://schemas.openxmlformats.org/drawingml/2006/main">
              <a:ext uri="{FF2B5EF4-FFF2-40B4-BE49-F238E27FC236}">
                <a16:creationId xmlns:a16="http://schemas.microsoft.com/office/drawing/2014/main" id="{8E55FA4D-DF49-4E42-93FD-212963AEC315}"/>
              </a:ext>
            </a:extLst>
          </p:cNvPr>
          <p:cNvGraphicFramePr/>
          <p:nvPr/>
        </p:nvGraphicFramePr>
        <p:xfrm>
          <a:off xmlns:a="http://schemas.openxmlformats.org/drawingml/2006/main" x="6515100" y="2324100"/>
          <a:ext xmlns:a="http://schemas.openxmlformats.org/drawingml/2006/main" cx="5067300" cy="2305050"/>
        </p:xfrm>
        <a:graphic xmlns:a="http://schemas.openxmlformats.org/drawingml/2006/main">
          <a:graphicData uri="http://schemas.openxmlformats.org/drawingml/2006/table">
            <a:tbl>
              <a:tblPr/>
              <a:tblGrid>
                <a:gridCol w="3476625"/>
                <a:gridCol w="1590675"/>
              </a:tblGrid>
              <a:tr h="576263">
                <a:tc>
                  <a:txBody>
                    <a:bodyPr>
                      <a:noAutofit/>
                    </a:bodyPr>
                    <a:lstStyle/>
                    <a:p>
                      <a:r>
                        <a:rPr sz="1800" b="1">
                          <a:solidFill>
                            <a:srgbClr val="FFFFFF"/>
                          </a:solidFill>
                          <a:latin typeface="Arial"/>
                          <a:ea typeface="Arial"/>
                          <a:cs typeface="Arial"/>
                        </a:rPr>
                        <a:t>Concept</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800" b="1">
                          <a:solidFill>
                            <a:srgbClr val="FFFFFF"/>
                          </a:solidFill>
                          <a:latin typeface="Arial"/>
                          <a:ea typeface="Arial"/>
                          <a:cs typeface="Arial"/>
                        </a:rPr>
                        <a:t>Score / 5</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576263">
                <a:tc>
                  <a:txBody>
                    <a:bodyPr>
                      <a:noAutofit/>
                    </a:bodyPr>
                    <a:lstStyle/>
                    <a:p>
                      <a:r>
                        <a:rPr sz="1800" b="0">
                          <a:solidFill>
                            <a:srgbClr val="20322B"/>
                          </a:solidFill>
                          <a:latin typeface="Arial"/>
                          <a:ea typeface="Arial"/>
                          <a:cs typeface="Arial"/>
                        </a:rPr>
                        <a:t>Manual bulletin</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3.60</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Managed item pool</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2.55</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U Use peer access</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3.80</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67C74A2A-9941-4889-9B4D-1869AD7C817A}"/>
              </a:ext>
            </a:extLst>
          </p:cNvPr>
          <p:cNvSpPr>
            <a:spLocks xmlns:a="http://schemas.openxmlformats.org/drawingml/2006/main" noGrp="1"/>
          </p:cNvSpPr>
          <p:nvPr/>
        </p:nvSpPr>
        <p:spPr>
          <a:xfrm xmlns:a="http://schemas.openxmlformats.org/drawingml/2006/main">
            <a:off x="6515100" y="4772025"/>
            <a:ext cx="50673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defRPr sz="1500" b="0">
                <a:solidFill>
                  <a:srgbClr val="58635E"/>
                </a:solidFill>
                <a:latin typeface="Arial"/>
                <a:ea typeface="Arial"/>
                <a:cs typeface="Arial"/>
              </a:defRPr>
            </a:lvl1pPr>
            <a:lvl2pPr>
              <a:defRPr sz="1500" b="0">
                <a:solidFill>
                  <a:srgbClr val="58635E"/>
                </a:solidFill>
                <a:latin typeface="Arial"/>
                <a:ea typeface="Arial"/>
                <a:cs typeface="Arial"/>
              </a:defRPr>
            </a:lvl2pPr>
            <a:lvl3pPr>
              <a:defRPr sz="1500" b="0">
                <a:solidFill>
                  <a:srgbClr val="58635E"/>
                </a:solidFill>
                <a:latin typeface="Arial"/>
                <a:ea typeface="Arial"/>
                <a:cs typeface="Arial"/>
              </a:defRPr>
            </a:lvl3pPr>
            <a:lvl4pPr>
              <a:defRPr sz="1500" b="0">
                <a:solidFill>
                  <a:srgbClr val="58635E"/>
                </a:solidFill>
                <a:latin typeface="Arial"/>
                <a:ea typeface="Arial"/>
                <a:cs typeface="Arial"/>
              </a:defRPr>
            </a:lvl4pPr>
            <a:lvl5pPr>
              <a:defRPr sz="1500" b="0">
                <a:solidFill>
                  <a:srgbClr val="58635E"/>
                </a:solidFill>
                <a:latin typeface="Arial"/>
                <a:ea typeface="Arial"/>
                <a:cs typeface="Arial"/>
              </a:defRPr>
            </a:lvl5pPr>
            <a:lvl6pPr>
              <a:defRPr sz="1500" b="0">
                <a:solidFill>
                  <a:srgbClr val="58635E"/>
                </a:solidFill>
                <a:latin typeface="Arial"/>
                <a:ea typeface="Arial"/>
                <a:cs typeface="Arial"/>
              </a:defRPr>
            </a:lvl6pPr>
            <a:lvl7pPr>
              <a:defRPr sz="1500" b="0">
                <a:solidFill>
                  <a:srgbClr val="58635E"/>
                </a:solidFill>
                <a:latin typeface="Arial"/>
                <a:ea typeface="Arial"/>
                <a:cs typeface="Arial"/>
              </a:defRPr>
            </a:lvl7pPr>
            <a:lvl8pPr>
              <a:defRPr sz="1500" b="0">
                <a:solidFill>
                  <a:srgbClr val="58635E"/>
                </a:solidFill>
                <a:latin typeface="Arial"/>
                <a:ea typeface="Arial"/>
                <a:cs typeface="Arial"/>
              </a:defRPr>
            </a:lvl8pPr>
            <a:lvl9pPr>
              <a:defRPr sz="1500" b="0">
                <a:solidFill>
                  <a:srgbClr val="58635E"/>
                </a:solidFill>
                <a:latin typeface="Arial"/>
                <a:ea typeface="Arial"/>
                <a:cs typeface="Arial"/>
              </a:defRPr>
            </a:lvl9pPr>
          </a:lstStyle>
          <a:p xmlns:a="http://schemas.openxmlformats.org/drawingml/2006/main">
            <a:pPr>
              <a:defRPr sz="1500" b="0">
                <a:solidFill>
                  <a:srgbClr val="58635E"/>
                </a:solidFill>
                <a:latin typeface="Arial"/>
                <a:ea typeface="Arial"/>
                <a:cs typeface="Arial"/>
              </a:defRPr>
            </a:pPr>
            <a:r>
              <a:rPr sz="1500" b="0">
                <a:solidFill>
                  <a:srgbClr val="58635E"/>
                </a:solidFill>
                <a:latin typeface="Arial"/>
                <a:ea typeface="Arial"/>
                <a:cs typeface="Arial"/>
              </a:rPr>
              <a:t>Weights: scheduling 30%, operations 25%, feasibility 25%, privacy 10%, supply 10%.</a:t>
            </a:r>
          </a:p>
        </p:txBody>
      </p:sp>
      <p:sp>
        <p:nvSpPr>
          <p:cNvPr id="10" name="">
            <a:extLst xmlns:a="http://schemas.openxmlformats.org/drawingml/2006/main">
              <a:ext uri="{FF2B5EF4-FFF2-40B4-BE49-F238E27FC236}">
                <a16:creationId xmlns:a16="http://schemas.microsoft.com/office/drawing/2014/main" id="{9547CD5F-2F73-4E21-9A1E-986D96D31997}"/>
              </a:ext>
            </a:extLst>
          </p:cNvPr>
          <p:cNvSpPr>
            <a:spLocks xmlns:a="http://schemas.openxmlformats.org/drawingml/2006/main" noGrp="1"/>
          </p:cNvSpPr>
          <p:nvPr/>
        </p:nvSpPr>
        <p:spPr>
          <a:xfrm xmlns:a="http://schemas.openxmlformats.org/drawingml/2006/main">
            <a:off x="6515100" y="5410200"/>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defRPr sz="2100" b="1">
                <a:solidFill>
                  <a:srgbClr val="20322B"/>
                </a:solidFill>
                <a:latin typeface="Arial"/>
                <a:ea typeface="Arial"/>
                <a:cs typeface="Arial"/>
              </a:defRPr>
            </a:lvl1pPr>
            <a:lvl2pPr>
              <a:defRPr sz="2100" b="1">
                <a:solidFill>
                  <a:srgbClr val="20322B"/>
                </a:solidFill>
                <a:latin typeface="Arial"/>
                <a:ea typeface="Arial"/>
                <a:cs typeface="Arial"/>
              </a:defRPr>
            </a:lvl2pPr>
            <a:lvl3pPr>
              <a:defRPr sz="2100" b="1">
                <a:solidFill>
                  <a:srgbClr val="20322B"/>
                </a:solidFill>
                <a:latin typeface="Arial"/>
                <a:ea typeface="Arial"/>
                <a:cs typeface="Arial"/>
              </a:defRPr>
            </a:lvl3pPr>
            <a:lvl4pPr>
              <a:defRPr sz="2100" b="1">
                <a:solidFill>
                  <a:srgbClr val="20322B"/>
                </a:solidFill>
                <a:latin typeface="Arial"/>
                <a:ea typeface="Arial"/>
                <a:cs typeface="Arial"/>
              </a:defRPr>
            </a:lvl4pPr>
            <a:lvl5pPr>
              <a:defRPr sz="2100" b="1">
                <a:solidFill>
                  <a:srgbClr val="20322B"/>
                </a:solidFill>
                <a:latin typeface="Arial"/>
                <a:ea typeface="Arial"/>
                <a:cs typeface="Arial"/>
              </a:defRPr>
            </a:lvl5pPr>
            <a:lvl6pPr>
              <a:defRPr sz="2100" b="1">
                <a:solidFill>
                  <a:srgbClr val="20322B"/>
                </a:solidFill>
                <a:latin typeface="Arial"/>
                <a:ea typeface="Arial"/>
                <a:cs typeface="Arial"/>
              </a:defRPr>
            </a:lvl6pPr>
            <a:lvl7pPr>
              <a:defRPr sz="2100" b="1">
                <a:solidFill>
                  <a:srgbClr val="20322B"/>
                </a:solidFill>
                <a:latin typeface="Arial"/>
                <a:ea typeface="Arial"/>
                <a:cs typeface="Arial"/>
              </a:defRPr>
            </a:lvl7pPr>
            <a:lvl8pPr>
              <a:defRPr sz="2100" b="1">
                <a:solidFill>
                  <a:srgbClr val="20322B"/>
                </a:solidFill>
                <a:latin typeface="Arial"/>
                <a:ea typeface="Arial"/>
                <a:cs typeface="Arial"/>
              </a:defRPr>
            </a:lvl8pPr>
            <a:lvl9pPr>
              <a:defRPr sz="2100" b="1">
                <a:solidFill>
                  <a:srgbClr val="20322B"/>
                </a:solidFill>
                <a:latin typeface="Arial"/>
                <a:ea typeface="Arial"/>
                <a:cs typeface="Arial"/>
              </a:defRPr>
            </a:lvl9pPr>
          </a:lstStyle>
          <a:p xmlns:a="http://schemas.openxmlformats.org/drawingml/2006/main">
            <a:pPr>
              <a:defRPr sz="2100" b="1">
                <a:solidFill>
                  <a:srgbClr val="20322B"/>
                </a:solidFill>
                <a:latin typeface="Arial"/>
                <a:ea typeface="Arial"/>
                <a:cs typeface="Arial"/>
              </a:defRPr>
            </a:pPr>
            <a:r>
              <a:rPr sz="2100" b="1">
                <a:solidFill>
                  <a:srgbClr val="20322B"/>
                </a:solidFill>
                <a:latin typeface="Arial"/>
                <a:ea typeface="Arial"/>
                <a:cs typeface="Arial"/>
              </a:rPr>
              <a:t>Why U Use first</a:t>
            </a:r>
          </a:p>
        </p:txBody>
      </p:sp>
      <p:sp>
        <p:nvSpPr>
          <p:cNvPr id="11" name="">
            <a:extLst xmlns:a="http://schemas.openxmlformats.org/drawingml/2006/main">
              <a:ext uri="{FF2B5EF4-FFF2-40B4-BE49-F238E27FC236}">
                <a16:creationId xmlns:a16="http://schemas.microsoft.com/office/drawing/2014/main" id="{E7985CFF-C5B7-4599-A5E2-B770B6D860F3}"/>
              </a:ext>
            </a:extLst>
          </p:cNvPr>
          <p:cNvSpPr>
            <a:spLocks xmlns:a="http://schemas.openxmlformats.org/drawingml/2006/main" noGrp="1"/>
          </p:cNvSpPr>
          <p:nvPr/>
        </p:nvSpPr>
        <p:spPr>
          <a:xfrm xmlns:a="http://schemas.openxmlformats.org/drawingml/2006/main">
            <a:off x="6515100" y="5838825"/>
            <a:ext cx="5067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Low usage or supply may justify a switch to the manual bulletin.</a:t>
            </a:r>
          </a:p>
        </p:txBody>
      </p:sp>
      <p:sp>
        <p:nvSpPr>
          <p:cNvPr id="12" name="">
            <a:extLst xmlns:a="http://schemas.openxmlformats.org/drawingml/2006/main">
              <a:ext uri="{FF2B5EF4-FFF2-40B4-BE49-F238E27FC236}">
                <a16:creationId xmlns:a16="http://schemas.microsoft.com/office/drawing/2014/main" id="{E930DE41-E828-4962-A657-B711B008604F}"/>
              </a:ext>
            </a:extLst>
          </p:cNvPr>
          <p:cNvSpPr>
            <a:spLocks xmlns:a="http://schemas.openxmlformats.org/drawingml/2006/main" noGrp="1"/>
          </p:cNvSpPr>
          <p:nvPr/>
        </p:nvSpPr>
        <p:spPr>
          <a:xfrm xmlns:a="http://schemas.openxmlformats.org/drawingml/2006/main">
            <a:off x="609600" y="6553200"/>
            <a:ext cx="9858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defRPr sz="1200" b="0">
                <a:solidFill>
                  <a:srgbClr val="58635E"/>
                </a:solidFill>
                <a:latin typeface="Arial"/>
                <a:ea typeface="Arial"/>
                <a:cs typeface="Arial"/>
              </a:defRPr>
            </a:lvl1pPr>
            <a:lvl2pPr>
              <a:defRPr sz="1200" b="0">
                <a:solidFill>
                  <a:srgbClr val="58635E"/>
                </a:solidFill>
                <a:latin typeface="Arial"/>
                <a:ea typeface="Arial"/>
                <a:cs typeface="Arial"/>
              </a:defRPr>
            </a:lvl2pPr>
            <a:lvl3pPr>
              <a:defRPr sz="1200" b="0">
                <a:solidFill>
                  <a:srgbClr val="58635E"/>
                </a:solidFill>
                <a:latin typeface="Arial"/>
                <a:ea typeface="Arial"/>
                <a:cs typeface="Arial"/>
              </a:defRPr>
            </a:lvl3pPr>
            <a:lvl4pPr>
              <a:defRPr sz="1200" b="0">
                <a:solidFill>
                  <a:srgbClr val="58635E"/>
                </a:solidFill>
                <a:latin typeface="Arial"/>
                <a:ea typeface="Arial"/>
                <a:cs typeface="Arial"/>
              </a:defRPr>
            </a:lvl4pPr>
            <a:lvl5pPr>
              <a:defRPr sz="1200" b="0">
                <a:solidFill>
                  <a:srgbClr val="58635E"/>
                </a:solidFill>
                <a:latin typeface="Arial"/>
                <a:ea typeface="Arial"/>
                <a:cs typeface="Arial"/>
              </a:defRPr>
            </a:lvl5pPr>
            <a:lvl6pPr>
              <a:defRPr sz="1200" b="0">
                <a:solidFill>
                  <a:srgbClr val="58635E"/>
                </a:solidFill>
                <a:latin typeface="Arial"/>
                <a:ea typeface="Arial"/>
                <a:cs typeface="Arial"/>
              </a:defRPr>
            </a:lvl6pPr>
            <a:lvl7pPr>
              <a:defRPr sz="1200" b="0">
                <a:solidFill>
                  <a:srgbClr val="58635E"/>
                </a:solidFill>
                <a:latin typeface="Arial"/>
                <a:ea typeface="Arial"/>
                <a:cs typeface="Arial"/>
              </a:defRPr>
            </a:lvl7pPr>
            <a:lvl8pPr>
              <a:defRPr sz="1200" b="0">
                <a:solidFill>
                  <a:srgbClr val="58635E"/>
                </a:solidFill>
                <a:latin typeface="Arial"/>
                <a:ea typeface="Arial"/>
                <a:cs typeface="Arial"/>
              </a:defRPr>
            </a:lvl8pPr>
            <a:lvl9pPr>
              <a:defRPr sz="1200" b="0">
                <a:solidFill>
                  <a:srgbClr val="58635E"/>
                </a:solidFill>
                <a:latin typeface="Arial"/>
                <a:ea typeface="Arial"/>
                <a:cs typeface="Arial"/>
              </a:defRPr>
            </a:lvl9pPr>
          </a:lstStyle>
          <a:p xmlns:a="http://schemas.openxmlformats.org/drawingml/2006/main">
            <a:pPr>
              <a:defRPr sz="1200" b="0">
                <a:solidFill>
                  <a:srgbClr val="58635E"/>
                </a:solidFill>
                <a:latin typeface="Arial"/>
                <a:ea typeface="Arial"/>
                <a:cs typeface="Arial"/>
              </a:defRPr>
            </a:pPr>
            <a:r>
              <a:rPr sz="1200" b="0">
                <a:solidFill>
                  <a:srgbClr val="58635E"/>
                </a:solidFill>
                <a:latin typeface="Arial"/>
                <a:ea typeface="Arial"/>
                <a:cs typeface="Arial"/>
              </a:rPr>
              <a:t>Planning weights and scores, not user ratings. Full matrix and sensitivity in the workbook.</a:t>
            </a:r>
          </a:p>
        </p:txBody>
      </p:sp>
    </p:spTree>
    <p:extLst>
      <p:ext uri="{BB962C8B-B14F-4D97-AF65-F5344CB8AC3E}">
        <p14:creationId xmlns:p14="http://schemas.microsoft.com/office/powerpoint/2010/main" val="4132239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0AE816-AD34-4B15-9D48-F7FAB7A29F1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defRPr sz="1500" b="1">
                <a:solidFill>
                  <a:srgbClr val="28634E"/>
                </a:solidFill>
                <a:latin typeface="Arial"/>
                <a:ea typeface="Arial"/>
                <a:cs typeface="Arial"/>
              </a:defRPr>
            </a:lvl1pPr>
            <a:lvl2pPr>
              <a:defRPr sz="1500" b="1">
                <a:solidFill>
                  <a:srgbClr val="28634E"/>
                </a:solidFill>
                <a:latin typeface="Arial"/>
                <a:ea typeface="Arial"/>
                <a:cs typeface="Arial"/>
              </a:defRPr>
            </a:lvl2pPr>
            <a:lvl3pPr>
              <a:defRPr sz="1500" b="1">
                <a:solidFill>
                  <a:srgbClr val="28634E"/>
                </a:solidFill>
                <a:latin typeface="Arial"/>
                <a:ea typeface="Arial"/>
                <a:cs typeface="Arial"/>
              </a:defRPr>
            </a:lvl3pPr>
            <a:lvl4pPr>
              <a:defRPr sz="1500" b="1">
                <a:solidFill>
                  <a:srgbClr val="28634E"/>
                </a:solidFill>
                <a:latin typeface="Arial"/>
                <a:ea typeface="Arial"/>
                <a:cs typeface="Arial"/>
              </a:defRPr>
            </a:lvl4pPr>
            <a:lvl5pPr>
              <a:defRPr sz="1500" b="1">
                <a:solidFill>
                  <a:srgbClr val="28634E"/>
                </a:solidFill>
                <a:latin typeface="Arial"/>
                <a:ea typeface="Arial"/>
                <a:cs typeface="Arial"/>
              </a:defRPr>
            </a:lvl5pPr>
            <a:lvl6pPr>
              <a:defRPr sz="1500" b="1">
                <a:solidFill>
                  <a:srgbClr val="28634E"/>
                </a:solidFill>
                <a:latin typeface="Arial"/>
                <a:ea typeface="Arial"/>
                <a:cs typeface="Arial"/>
              </a:defRPr>
            </a:lvl6pPr>
            <a:lvl7pPr>
              <a:defRPr sz="1500" b="1">
                <a:solidFill>
                  <a:srgbClr val="28634E"/>
                </a:solidFill>
                <a:latin typeface="Arial"/>
                <a:ea typeface="Arial"/>
                <a:cs typeface="Arial"/>
              </a:defRPr>
            </a:lvl7pPr>
            <a:lvl8pPr>
              <a:defRPr sz="1500" b="1">
                <a:solidFill>
                  <a:srgbClr val="28634E"/>
                </a:solidFill>
                <a:latin typeface="Arial"/>
                <a:ea typeface="Arial"/>
                <a:cs typeface="Arial"/>
              </a:defRPr>
            </a:lvl8pPr>
            <a:lvl9pPr>
              <a:defRPr sz="1500" b="1">
                <a:solidFill>
                  <a:srgbClr val="28634E"/>
                </a:solidFill>
                <a:latin typeface="Arial"/>
                <a:ea typeface="Arial"/>
                <a:cs typeface="Arial"/>
              </a:defRPr>
            </a:lvl9pPr>
          </a:lstStyle>
          <a:p xmlns:a="http://schemas.openxmlformats.org/drawingml/2006/main">
            <a:pPr>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2EFBB7C-0F72-4570-B5F1-1B5F077BDB65}"/>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defRPr sz="3450" b="1">
                <a:solidFill>
                  <a:srgbClr val="20322B"/>
                </a:solidFill>
                <a:latin typeface="Arial"/>
                <a:ea typeface="Arial"/>
                <a:cs typeface="Arial"/>
              </a:defRPr>
            </a:lvl1pPr>
            <a:lvl2pPr>
              <a:defRPr sz="3450" b="1">
                <a:solidFill>
                  <a:srgbClr val="20322B"/>
                </a:solidFill>
                <a:latin typeface="Arial"/>
                <a:ea typeface="Arial"/>
                <a:cs typeface="Arial"/>
              </a:defRPr>
            </a:lvl2pPr>
            <a:lvl3pPr>
              <a:defRPr sz="3450" b="1">
                <a:solidFill>
                  <a:srgbClr val="20322B"/>
                </a:solidFill>
                <a:latin typeface="Arial"/>
                <a:ea typeface="Arial"/>
                <a:cs typeface="Arial"/>
              </a:defRPr>
            </a:lvl3pPr>
            <a:lvl4pPr>
              <a:defRPr sz="3450" b="1">
                <a:solidFill>
                  <a:srgbClr val="20322B"/>
                </a:solidFill>
                <a:latin typeface="Arial"/>
                <a:ea typeface="Arial"/>
                <a:cs typeface="Arial"/>
              </a:defRPr>
            </a:lvl4pPr>
            <a:lvl5pPr>
              <a:defRPr sz="3450" b="1">
                <a:solidFill>
                  <a:srgbClr val="20322B"/>
                </a:solidFill>
                <a:latin typeface="Arial"/>
                <a:ea typeface="Arial"/>
                <a:cs typeface="Arial"/>
              </a:defRPr>
            </a:lvl5pPr>
            <a:lvl6pPr>
              <a:defRPr sz="3450" b="1">
                <a:solidFill>
                  <a:srgbClr val="20322B"/>
                </a:solidFill>
                <a:latin typeface="Arial"/>
                <a:ea typeface="Arial"/>
                <a:cs typeface="Arial"/>
              </a:defRPr>
            </a:lvl6pPr>
            <a:lvl7pPr>
              <a:defRPr sz="3450" b="1">
                <a:solidFill>
                  <a:srgbClr val="20322B"/>
                </a:solidFill>
                <a:latin typeface="Arial"/>
                <a:ea typeface="Arial"/>
                <a:cs typeface="Arial"/>
              </a:defRPr>
            </a:lvl7pPr>
            <a:lvl8pPr>
              <a:defRPr sz="3450" b="1">
                <a:solidFill>
                  <a:srgbClr val="20322B"/>
                </a:solidFill>
                <a:latin typeface="Arial"/>
                <a:ea typeface="Arial"/>
                <a:cs typeface="Arial"/>
              </a:defRPr>
            </a:lvl8pPr>
            <a:lvl9pPr>
              <a:defRPr sz="3450" b="1">
                <a:solidFill>
                  <a:srgbClr val="20322B"/>
                </a:solidFill>
                <a:latin typeface="Arial"/>
                <a:ea typeface="Arial"/>
                <a:cs typeface="Arial"/>
              </a:defRPr>
            </a:lvl9pPr>
          </a:lstStyle>
          <a:p xmlns:a="http://schemas.openxmlformats.org/drawingml/2006/main">
            <a:pPr>
              <a:defRPr sz="3450" b="1">
                <a:solidFill>
                  <a:srgbClr val="20322B"/>
                </a:solidFill>
                <a:latin typeface="Arial"/>
                <a:ea typeface="Arial"/>
                <a:cs typeface="Arial"/>
              </a:defRPr>
            </a:pPr>
            <a:r>
              <a:rPr sz="3450" b="1">
                <a:solidFill>
                  <a:srgbClr val="20322B"/>
                </a:solidFill>
                <a:latin typeface="Arial"/>
                <a:ea typeface="Arial"/>
                <a:cs typeface="Arial"/>
              </a:rPr>
              <a:t>Business model and pilot economics</a:t>
            </a:r>
          </a:p>
        </p:txBody>
      </p:sp>
      <p:sp>
        <p:nvSpPr>
          <p:cNvPr id="3" name="">
            <a:extLst xmlns:a="http://schemas.openxmlformats.org/drawingml/2006/main">
              <a:ext uri="{FF2B5EF4-FFF2-40B4-BE49-F238E27FC236}">
                <a16:creationId xmlns:a16="http://schemas.microsoft.com/office/drawing/2014/main" id="{A36AE37C-87C6-4A19-8889-10F65A019A1D}"/>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5 / 6</a:t>
            </a:r>
          </a:p>
        </p:txBody>
      </p:sp>
      <p:graphicFrame>
        <p:nvGraphicFramePr>
          <p:cNvPr id="4" name="">
            <a:extLst xmlns:a="http://schemas.openxmlformats.org/drawingml/2006/main">
              <a:ext uri="{FF2B5EF4-FFF2-40B4-BE49-F238E27FC236}">
                <a16:creationId xmlns:a16="http://schemas.microsoft.com/office/drawing/2014/main" id="{826C52C0-16CA-46C0-94B0-01DF2C7664B3}"/>
              </a:ext>
            </a:extLst>
          </p:cNvPr>
          <p:cNvGraphicFramePr/>
          <p:nvPr/>
        </p:nvGraphicFramePr>
        <p:xfrm>
          <a:off xmlns:a="http://schemas.openxmlformats.org/drawingml/2006/main" x="609600" y="1762125"/>
          <a:ext xmlns:a="http://schemas.openxmlformats.org/drawingml/2006/main" cx="10972800" cy="3943350"/>
        </p:xfrm>
        <a:graphic xmlns:a="http://schemas.openxmlformats.org/drawingml/2006/main">
          <a:graphicData uri="http://schemas.openxmlformats.org/drawingml/2006/table">
            <a:tbl>
              <a:tblPr/>
              <a:tblGrid>
                <a:gridCol w="2095500"/>
                <a:gridCol w="2095500"/>
                <a:gridCol w="2590800"/>
                <a:gridCol w="2095500"/>
                <a:gridCol w="2095500"/>
              </a:tblGrid>
              <a:tr h="1447800">
                <a:tc rowSpan="2">
                  <a:txBody>
                    <a:bodyPr>
                      <a:noAutofit/>
                    </a:bodyPr>
                    <a:lstStyle/>
                    <a:p>
                      <a:r>
                        <a:rPr sz="1725">
                          <a:solidFill>
                            <a:srgbClr val="20322B"/>
                          </a:solidFill>
                          <a:latin typeface="Arial"/>
                          <a:ea typeface="Arial"/>
                          <a:cs typeface="Arial"/>
                        </a:rPr>
                        <a:t>Partners</a:t>
                      </a:r>
                    </a:p>
                    <a:p>
                      <a:r>
                        <a:rPr sz="1725">
                          <a:solidFill>
                            <a:srgbClr val="20322B"/>
                          </a:solidFill>
                          <a:latin typeface="Arial"/>
                          <a:ea typeface="Arial"/>
                          <a:cs typeface="Arial"/>
                        </a:rPr>
                        <a:t>Class contacts</a:t>
                      </a:r>
                    </a:p>
                    <a:p>
                      <a:r>
                        <a:rPr sz="1725">
                          <a:solidFill>
                            <a:srgbClr val="20322B"/>
                          </a:solidFill>
                          <a:latin typeface="Arial"/>
                          <a:ea typeface="Arial"/>
                          <a:cs typeface="Arial"/>
                        </a:rPr>
                        <a:t>Student societies</a:t>
                      </a:r>
                    </a:p>
                    <a:p>
                      <a:r>
                        <a:rPr sz="1725">
                          <a:solidFill>
                            <a:srgbClr val="20322B"/>
                          </a:solidFill>
                          <a:latin typeface="Arial"/>
                          <a:ea typeface="Arial"/>
                          <a:cs typeface="Arial"/>
                        </a:rPr>
                        <a:t>Hosting and email</a:t>
                      </a:r>
                    </a:p>
                    <a:p>
                      <a:r>
                        <a:rPr sz="1725">
                          <a:solidFill>
                            <a:srgbClr val="20322B"/>
                          </a:solidFill>
                          <a:latin typeface="Arial"/>
                          <a:ea typeface="Arial"/>
                          <a:cs typeface="Arial"/>
                        </a:rPr>
                        <a:t>(proposed)</a:t>
                      </a:r>
                    </a:p>
                  </a:txBody>
                  <a:tcPr marL="91440" marR="91440" marT="45720" marB="45720">
                    <a:lnL w="9525">
                      <a:solidFill>
                        <a:srgbClr val="C7D7CE"/>
                      </a:solidFill>
                      <a:prstDash val="solid"/>
                    </a:lnL>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a:txBody>
                    <a:bodyPr>
                      <a:noAutofit/>
                    </a:bodyPr>
                    <a:lstStyle/>
                    <a:p>
                      <a:r>
                        <a:rPr sz="1725">
                          <a:solidFill>
                            <a:srgbClr val="20322B"/>
                          </a:solidFill>
                          <a:latin typeface="Arial"/>
                          <a:ea typeface="Arial"/>
                          <a:cs typeface="Arial"/>
                        </a:rPr>
                        <a:t>Activities</a:t>
                      </a:r>
                    </a:p>
                    <a:p>
                      <a:r>
                        <a:rPr sz="1725">
                          <a:solidFill>
                            <a:srgbClr val="20322B"/>
                          </a:solidFill>
                          <a:latin typeface="Arial"/>
                          <a:ea typeface="Arial"/>
                          <a:cs typeface="Arial"/>
                        </a:rPr>
                        <a:t>Moderation</a:t>
                      </a:r>
                    </a:p>
                    <a:p>
                      <a:r>
                        <a:rPr sz="1725">
                          <a:solidFill>
                            <a:srgbClr val="20322B"/>
                          </a:solidFill>
                          <a:latin typeface="Arial"/>
                          <a:ea typeface="Arial"/>
                          <a:cs typeface="Arial"/>
                        </a:rPr>
                        <a:t>Maintenance</a:t>
                      </a:r>
                    </a:p>
                    <a:p>
                      <a:r>
                        <a:rPr sz="1725">
                          <a:solidFill>
                            <a:srgbClr val="20322B"/>
                          </a:solidFill>
                          <a:latin typeface="Arial"/>
                          <a:ea typeface="Arial"/>
                          <a:cs typeface="Arial"/>
                        </a:rPr>
                        <a:t>Pilot support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Value proposition</a:t>
                      </a:r>
                    </a:p>
                    <a:p>
                      <a:r>
                        <a:rPr sz="1725">
                          <a:solidFill>
                            <a:srgbClr val="20322B"/>
                          </a:solidFill>
                          <a:latin typeface="Arial"/>
                          <a:ea typeface="Arial"/>
                          <a:cs typeface="Arial"/>
                        </a:rPr>
                        <a:t>An item for your dates</a:t>
                      </a:r>
                    </a:p>
                    <a:p>
                      <a:r>
                        <a:rPr sz="1725">
                          <a:solidFill>
                            <a:srgbClr val="20322B"/>
                          </a:solidFill>
                          <a:latin typeface="Arial"/>
                          <a:ea typeface="Arial"/>
                          <a:cs typeface="Arial"/>
                        </a:rPr>
                        <a:t>Clear fees and return</a:t>
                      </a:r>
                    </a:p>
                    <a:p>
                      <a:r>
                        <a:rPr sz="1725">
                          <a:solidFill>
                            <a:srgbClr val="20322B"/>
                          </a:solidFill>
                          <a:latin typeface="Arial"/>
                          <a:ea typeface="Arial"/>
                          <a:cs typeface="Arial"/>
                        </a:rPr>
                        <a:t>Public handoff</a:t>
                      </a:r>
                    </a:p>
                    <a:p>
                      <a:r>
                        <a:rPr sz="1725">
                          <a:solidFill>
                            <a:srgbClr val="20322B"/>
                          </a:solidFill>
                          <a:latin typeface="Arial"/>
                          <a:ea typeface="Arial"/>
                          <a:cs typeface="Arial"/>
                        </a:rPr>
                        <a:t>Optional location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EFF5F1"/>
                    </a:solidFill>
                  </a:tcPr>
                </a:tc>
                <a:tc>
                  <a:txBody>
                    <a:bodyPr>
                      <a:noAutofit/>
                    </a:bodyPr>
                    <a:lstStyle/>
                    <a:p>
                      <a:r>
                        <a:rPr sz="1725">
                          <a:solidFill>
                            <a:srgbClr val="20322B"/>
                          </a:solidFill>
                          <a:latin typeface="Arial"/>
                          <a:ea typeface="Arial"/>
                          <a:cs typeface="Arial"/>
                        </a:rPr>
                        <a:t>Relationships</a:t>
                      </a:r>
                    </a:p>
                    <a:p>
                      <a:r>
                        <a:rPr sz="1725">
                          <a:solidFill>
                            <a:srgbClr val="20322B"/>
                          </a:solidFill>
                          <a:latin typeface="Arial"/>
                          <a:ea typeface="Arial"/>
                          <a:cs typeface="Arial"/>
                        </a:rPr>
                        <a:t>Manual support</a:t>
                      </a:r>
                    </a:p>
                    <a:p>
                      <a:r>
                        <a:rPr sz="1725">
                          <a:solidFill>
                            <a:srgbClr val="20322B"/>
                          </a:solidFill>
                          <a:latin typeface="Arial"/>
                          <a:ea typeface="Arial"/>
                          <a:cs typeface="Arial"/>
                        </a:rPr>
                        <a:t>Explicit confirmation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Segments</a:t>
                      </a:r>
                    </a:p>
                    <a:p>
                      <a:r>
                        <a:rPr sz="1725">
                          <a:solidFill>
                            <a:srgbClr val="20322B"/>
                          </a:solidFill>
                          <a:latin typeface="Arial"/>
                          <a:ea typeface="Arial"/>
                          <a:cs typeface="Arial"/>
                        </a:rPr>
                        <a:t>Occasional requesters</a:t>
                      </a:r>
                    </a:p>
                    <a:p>
                      <a:r>
                        <a:rPr sz="1725">
                          <a:solidFill>
                            <a:srgbClr val="20322B"/>
                          </a:solidFill>
                          <a:latin typeface="Arial"/>
                          <a:ea typeface="Arial"/>
                          <a:cs typeface="Arial"/>
                        </a:rPr>
                        <a:t>Willing item owners</a:t>
                      </a:r>
                    </a:p>
                    <a:p>
                      <a:r>
                        <a:rPr sz="1725">
                          <a:solidFill>
                            <a:srgbClr val="20322B"/>
                          </a:solidFill>
                          <a:latin typeface="Arial"/>
                          <a:ea typeface="Arial"/>
                          <a:cs typeface="Arial"/>
                        </a:rPr>
                        <a:t>DTS pilot first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r>
              <a:tr h="1257300">
                <a:tc vMerge="1">
                  <a:txBody>
                    <a:bodyPr/>
                    <a:lstStyle/>
                    <a:p>
                      <a:r>
                        <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Resources</a:t>
                      </a:r>
                    </a:p>
                    <a:p>
                      <a:r>
                        <a:rPr sz="1725">
                          <a:solidFill>
                            <a:srgbClr val="20322B"/>
                          </a:solidFill>
                          <a:latin typeface="Arial"/>
                          <a:ea typeface="Arial"/>
                          <a:cs typeface="Arial"/>
                        </a:rPr>
                        <a:t>Relevant supply</a:t>
                      </a:r>
                    </a:p>
                    <a:p>
                      <a:r>
                        <a:rPr sz="1725">
                          <a:solidFill>
                            <a:srgbClr val="20322B"/>
                          </a:solidFill>
                          <a:latin typeface="Arial"/>
                          <a:ea typeface="Arial"/>
                          <a:cs typeface="Arial"/>
                        </a:rPr>
                        <a:t>Code and operators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Channels</a:t>
                      </a:r>
                    </a:p>
                    <a:p>
                      <a:r>
                        <a:rPr sz="1725">
                          <a:solidFill>
                            <a:srgbClr val="20322B"/>
                          </a:solidFill>
                          <a:latin typeface="Arial"/>
                          <a:ea typeface="Arial"/>
                          <a:cs typeface="Arial"/>
                        </a:rPr>
                        <a:t>Eight DTS classes</a:t>
                      </a:r>
                    </a:p>
                    <a:p>
                      <a:r>
                        <a:rPr sz="1725">
                          <a:solidFill>
                            <a:srgbClr val="20322B"/>
                          </a:solidFill>
                          <a:latin typeface="Arial"/>
                          <a:ea typeface="Arial"/>
                          <a:cs typeface="Arial"/>
                        </a:rPr>
                        <a:t>Permitted referrals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r>
              <a:tr h="1238250">
                <a:tc gridSpan="3">
                  <a:txBody>
                    <a:bodyPr>
                      <a:noAutofit/>
                    </a:bodyPr>
                    <a:lstStyle/>
                    <a:p>
                      <a:r>
                        <a:rPr sz="1725">
                          <a:solidFill>
                            <a:srgbClr val="20322B"/>
                          </a:solidFill>
                          <a:latin typeface="Arial"/>
                          <a:ea typeface="Arial"/>
                          <a:cs typeface="Arial"/>
                        </a:rPr>
                        <a:t>Costs</a:t>
                      </a:r>
                    </a:p>
                    <a:p>
                      <a:r>
                        <a:rPr sz="1725">
                          <a:solidFill>
                            <a:srgbClr val="20322B"/>
                          </a:solidFill>
                          <a:latin typeface="Arial"/>
                          <a:ea typeface="Arial"/>
                          <a:cs typeface="Arial"/>
                        </a:rPr>
                        <a:t>CNY180 planned cash for four weeks. Team time is separate.</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gridSpan="2">
                  <a:txBody>
                    <a:bodyPr>
                      <a:noAutofit/>
                    </a:bodyPr>
                    <a:lstStyle/>
                    <a:p>
                      <a:r>
                        <a:rPr sz="1725">
                          <a:solidFill>
                            <a:srgbClr val="20322B"/>
                          </a:solidFill>
                          <a:latin typeface="Arial"/>
                          <a:ea typeface="Arial"/>
                          <a:cs typeface="Arial"/>
                        </a:rPr>
                        <a:t>Revenue</a:t>
                      </a:r>
                    </a:p>
                    <a:p>
                      <a:r>
                        <a:rPr sz="1725">
                          <a:solidFill>
                            <a:srgbClr val="20322B"/>
                          </a:solidFill>
                          <a:latin typeface="Arial"/>
                          <a:ea typeface="Arial"/>
                          <a:cs typeface="Arial"/>
                        </a:rPr>
                        <a:t>Pilot platform fee CNY0. Later fees need validation.</a:t>
                      </a:r>
                    </a:p>
                  </a:txBody>
                  <a:tcPr marL="91440" marR="91440" marT="45720" marB="45720">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r>
            </a:tbl>
          </a:graphicData>
        </a:graphic>
      </p:graphicFrame>
      <p:sp>
        <p:nvSpPr>
          <p:cNvPr id="5" name="">
            <a:extLst xmlns:a="http://schemas.openxmlformats.org/drawingml/2006/main">
              <a:ext uri="{FF2B5EF4-FFF2-40B4-BE49-F238E27FC236}">
                <a16:creationId xmlns:a16="http://schemas.microsoft.com/office/drawing/2014/main" id="{E46756CD-D838-42E0-8F82-23DF5C1D42C5}"/>
              </a:ext>
            </a:extLst>
          </p:cNvPr>
          <p:cNvSpPr>
            <a:spLocks xmlns:a="http://schemas.openxmlformats.org/drawingml/2006/main" noGrp="1"/>
          </p:cNvSpPr>
          <p:nvPr/>
        </p:nvSpPr>
        <p:spPr>
          <a:xfrm xmlns:a="http://schemas.openxmlformats.org/drawingml/2006/main">
            <a:off x="609600" y="59150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defRPr sz="1875" b="1">
                <a:solidFill>
                  <a:srgbClr val="20322B"/>
                </a:solidFill>
                <a:latin typeface="Arial"/>
                <a:ea typeface="Arial"/>
                <a:cs typeface="Arial"/>
              </a:defRPr>
            </a:lvl1pPr>
            <a:lvl2pPr>
              <a:defRPr sz="1875" b="1">
                <a:solidFill>
                  <a:srgbClr val="20322B"/>
                </a:solidFill>
                <a:latin typeface="Arial"/>
                <a:ea typeface="Arial"/>
                <a:cs typeface="Arial"/>
              </a:defRPr>
            </a:lvl2pPr>
            <a:lvl3pPr>
              <a:defRPr sz="1875" b="1">
                <a:solidFill>
                  <a:srgbClr val="20322B"/>
                </a:solidFill>
                <a:latin typeface="Arial"/>
                <a:ea typeface="Arial"/>
                <a:cs typeface="Arial"/>
              </a:defRPr>
            </a:lvl3pPr>
            <a:lvl4pPr>
              <a:defRPr sz="1875" b="1">
                <a:solidFill>
                  <a:srgbClr val="20322B"/>
                </a:solidFill>
                <a:latin typeface="Arial"/>
                <a:ea typeface="Arial"/>
                <a:cs typeface="Arial"/>
              </a:defRPr>
            </a:lvl4pPr>
            <a:lvl5pPr>
              <a:defRPr sz="1875" b="1">
                <a:solidFill>
                  <a:srgbClr val="20322B"/>
                </a:solidFill>
                <a:latin typeface="Arial"/>
                <a:ea typeface="Arial"/>
                <a:cs typeface="Arial"/>
              </a:defRPr>
            </a:lvl5pPr>
            <a:lvl6pPr>
              <a:defRPr sz="1875" b="1">
                <a:solidFill>
                  <a:srgbClr val="20322B"/>
                </a:solidFill>
                <a:latin typeface="Arial"/>
                <a:ea typeface="Arial"/>
                <a:cs typeface="Arial"/>
              </a:defRPr>
            </a:lvl6pPr>
            <a:lvl7pPr>
              <a:defRPr sz="1875" b="1">
                <a:solidFill>
                  <a:srgbClr val="20322B"/>
                </a:solidFill>
                <a:latin typeface="Arial"/>
                <a:ea typeface="Arial"/>
                <a:cs typeface="Arial"/>
              </a:defRPr>
            </a:lvl7pPr>
            <a:lvl8pPr>
              <a:defRPr sz="1875" b="1">
                <a:solidFill>
                  <a:srgbClr val="20322B"/>
                </a:solidFill>
                <a:latin typeface="Arial"/>
                <a:ea typeface="Arial"/>
                <a:cs typeface="Arial"/>
              </a:defRPr>
            </a:lvl8pPr>
            <a:lvl9pPr>
              <a:defRPr sz="1875" b="1">
                <a:solidFill>
                  <a:srgbClr val="20322B"/>
                </a:solidFill>
                <a:latin typeface="Arial"/>
                <a:ea typeface="Arial"/>
                <a:cs typeface="Arial"/>
              </a:defRPr>
            </a:lvl9pPr>
          </a:lstStyle>
          <a:p xmlns:a="http://schemas.openxmlformats.org/drawingml/2006/main">
            <a:pPr>
              <a:defRPr sz="1875" b="1">
                <a:solidFill>
                  <a:srgbClr val="20322B"/>
                </a:solidFill>
                <a:latin typeface="Arial"/>
                <a:ea typeface="Arial"/>
                <a:cs typeface="Arial"/>
              </a:defRPr>
            </a:pPr>
            <a:r>
              <a:rPr sz="1875" b="1">
                <a:solidFill>
                  <a:srgbClr val="20322B"/>
                </a:solidFill>
                <a:latin typeface="Arial"/>
                <a:ea typeface="Arial"/>
                <a:cs typeface="Arial"/>
              </a:rPr>
              <a:t>Base case: CNY20 paid GMV. A hypothetical 5% fee yields CNY1 before costs.</a:t>
            </a:r>
          </a:p>
        </p:txBody>
      </p:sp>
      <p:sp>
        <p:nvSpPr>
          <p:cNvPr id="6" name="">
            <a:extLst xmlns:a="http://schemas.openxmlformats.org/drawingml/2006/main">
              <a:ext uri="{FF2B5EF4-FFF2-40B4-BE49-F238E27FC236}">
                <a16:creationId xmlns:a16="http://schemas.microsoft.com/office/drawing/2014/main" id="{400B58F6-A3FE-40D1-8C35-E72385047A5B}"/>
              </a:ext>
            </a:extLst>
          </p:cNvPr>
          <p:cNvSpPr>
            <a:spLocks xmlns:a="http://schemas.openxmlformats.org/drawingml/2006/main" noGrp="1"/>
          </p:cNvSpPr>
          <p:nvPr/>
        </p:nvSpPr>
        <p:spPr>
          <a:xfrm xmlns:a="http://schemas.openxmlformats.org/drawingml/2006/main">
            <a:off x="609600" y="6343650"/>
            <a:ext cx="1028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defRPr sz="1425" b="0">
                <a:solidFill>
                  <a:srgbClr val="58635E"/>
                </a:solidFill>
                <a:latin typeface="Arial"/>
                <a:ea typeface="Arial"/>
                <a:cs typeface="Arial"/>
              </a:defRPr>
            </a:lvl1pPr>
            <a:lvl2pPr>
              <a:defRPr sz="1425" b="0">
                <a:solidFill>
                  <a:srgbClr val="58635E"/>
                </a:solidFill>
                <a:latin typeface="Arial"/>
                <a:ea typeface="Arial"/>
                <a:cs typeface="Arial"/>
              </a:defRPr>
            </a:lvl2pPr>
            <a:lvl3pPr>
              <a:defRPr sz="1425" b="0">
                <a:solidFill>
                  <a:srgbClr val="58635E"/>
                </a:solidFill>
                <a:latin typeface="Arial"/>
                <a:ea typeface="Arial"/>
                <a:cs typeface="Arial"/>
              </a:defRPr>
            </a:lvl3pPr>
            <a:lvl4pPr>
              <a:defRPr sz="1425" b="0">
                <a:solidFill>
                  <a:srgbClr val="58635E"/>
                </a:solidFill>
                <a:latin typeface="Arial"/>
                <a:ea typeface="Arial"/>
                <a:cs typeface="Arial"/>
              </a:defRPr>
            </a:lvl4pPr>
            <a:lvl5pPr>
              <a:defRPr sz="1425" b="0">
                <a:solidFill>
                  <a:srgbClr val="58635E"/>
                </a:solidFill>
                <a:latin typeface="Arial"/>
                <a:ea typeface="Arial"/>
                <a:cs typeface="Arial"/>
              </a:defRPr>
            </a:lvl5pPr>
            <a:lvl6pPr>
              <a:defRPr sz="1425" b="0">
                <a:solidFill>
                  <a:srgbClr val="58635E"/>
                </a:solidFill>
                <a:latin typeface="Arial"/>
                <a:ea typeface="Arial"/>
                <a:cs typeface="Arial"/>
              </a:defRPr>
            </a:lvl6pPr>
            <a:lvl7pPr>
              <a:defRPr sz="1425" b="0">
                <a:solidFill>
                  <a:srgbClr val="58635E"/>
                </a:solidFill>
                <a:latin typeface="Arial"/>
                <a:ea typeface="Arial"/>
                <a:cs typeface="Arial"/>
              </a:defRPr>
            </a:lvl7pPr>
            <a:lvl8pPr>
              <a:defRPr sz="1425" b="0">
                <a:solidFill>
                  <a:srgbClr val="58635E"/>
                </a:solidFill>
                <a:latin typeface="Arial"/>
                <a:ea typeface="Arial"/>
                <a:cs typeface="Arial"/>
              </a:defRPr>
            </a:lvl8pPr>
            <a:lvl9pPr>
              <a:defRPr sz="1425" b="0">
                <a:solidFill>
                  <a:srgbClr val="58635E"/>
                </a:solidFill>
                <a:latin typeface="Arial"/>
                <a:ea typeface="Arial"/>
                <a:cs typeface="Arial"/>
              </a:defRPr>
            </a:lvl9pPr>
          </a:lstStyle>
          <a:p xmlns:a="http://schemas.openxmlformats.org/drawingml/2006/main">
            <a:pPr>
              <a:defRPr sz="1425" b="0">
                <a:solidFill>
                  <a:srgbClr val="58635E"/>
                </a:solidFill>
                <a:latin typeface="Arial"/>
                <a:ea typeface="Arial"/>
                <a:cs typeface="Arial"/>
              </a:defRPr>
            </a:pPr>
            <a:r>
              <a:rPr sz="1425" b="0">
                <a:solidFill>
                  <a:srgbClr val="58635E"/>
                </a:solidFill>
                <a:latin typeface="Arial"/>
                <a:ea typeface="Arial"/>
                <a:cs typeface="Arial"/>
              </a:rPr>
              <a:t>Planning assumptions. Deposits, free borrowing and swaps do not count as platform revenue.</a:t>
            </a:r>
          </a:p>
        </p:txBody>
      </p:sp>
    </p:spTree>
    <p:extLst>
      <p:ext uri="{BB962C8B-B14F-4D97-AF65-F5344CB8AC3E}">
        <p14:creationId xmlns:p14="http://schemas.microsoft.com/office/powerpoint/2010/main" val="8583046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9F9B96E-7D16-4077-ACEE-1C8DF275325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defRPr sz="1500" b="1">
                <a:solidFill>
                  <a:srgbClr val="28634E"/>
                </a:solidFill>
                <a:latin typeface="Arial"/>
                <a:ea typeface="Arial"/>
                <a:cs typeface="Arial"/>
              </a:defRPr>
            </a:lvl1pPr>
            <a:lvl2pPr>
              <a:defRPr sz="1500" b="1">
                <a:solidFill>
                  <a:srgbClr val="28634E"/>
                </a:solidFill>
                <a:latin typeface="Arial"/>
                <a:ea typeface="Arial"/>
                <a:cs typeface="Arial"/>
              </a:defRPr>
            </a:lvl2pPr>
            <a:lvl3pPr>
              <a:defRPr sz="1500" b="1">
                <a:solidFill>
                  <a:srgbClr val="28634E"/>
                </a:solidFill>
                <a:latin typeface="Arial"/>
                <a:ea typeface="Arial"/>
                <a:cs typeface="Arial"/>
              </a:defRPr>
            </a:lvl3pPr>
            <a:lvl4pPr>
              <a:defRPr sz="1500" b="1">
                <a:solidFill>
                  <a:srgbClr val="28634E"/>
                </a:solidFill>
                <a:latin typeface="Arial"/>
                <a:ea typeface="Arial"/>
                <a:cs typeface="Arial"/>
              </a:defRPr>
            </a:lvl4pPr>
            <a:lvl5pPr>
              <a:defRPr sz="1500" b="1">
                <a:solidFill>
                  <a:srgbClr val="28634E"/>
                </a:solidFill>
                <a:latin typeface="Arial"/>
                <a:ea typeface="Arial"/>
                <a:cs typeface="Arial"/>
              </a:defRPr>
            </a:lvl5pPr>
            <a:lvl6pPr>
              <a:defRPr sz="1500" b="1">
                <a:solidFill>
                  <a:srgbClr val="28634E"/>
                </a:solidFill>
                <a:latin typeface="Arial"/>
                <a:ea typeface="Arial"/>
                <a:cs typeface="Arial"/>
              </a:defRPr>
            </a:lvl6pPr>
            <a:lvl7pPr>
              <a:defRPr sz="1500" b="1">
                <a:solidFill>
                  <a:srgbClr val="28634E"/>
                </a:solidFill>
                <a:latin typeface="Arial"/>
                <a:ea typeface="Arial"/>
                <a:cs typeface="Arial"/>
              </a:defRPr>
            </a:lvl7pPr>
            <a:lvl8pPr>
              <a:defRPr sz="1500" b="1">
                <a:solidFill>
                  <a:srgbClr val="28634E"/>
                </a:solidFill>
                <a:latin typeface="Arial"/>
                <a:ea typeface="Arial"/>
                <a:cs typeface="Arial"/>
              </a:defRPr>
            </a:lvl8pPr>
            <a:lvl9pPr>
              <a:defRPr sz="1500" b="1">
                <a:solidFill>
                  <a:srgbClr val="28634E"/>
                </a:solidFill>
                <a:latin typeface="Arial"/>
                <a:ea typeface="Arial"/>
                <a:cs typeface="Arial"/>
              </a:defRPr>
            </a:lvl9pPr>
          </a:lstStyle>
          <a:p xmlns:a="http://schemas.openxmlformats.org/drawingml/2006/main">
            <a:pPr>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6A243BB7-71E4-49A3-A2EF-4F75C8B9A5EB}"/>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defRPr sz="3450" b="1">
                <a:solidFill>
                  <a:srgbClr val="20322B"/>
                </a:solidFill>
                <a:latin typeface="Arial"/>
                <a:ea typeface="Arial"/>
                <a:cs typeface="Arial"/>
              </a:defRPr>
            </a:lvl1pPr>
            <a:lvl2pPr>
              <a:defRPr sz="3450" b="1">
                <a:solidFill>
                  <a:srgbClr val="20322B"/>
                </a:solidFill>
                <a:latin typeface="Arial"/>
                <a:ea typeface="Arial"/>
                <a:cs typeface="Arial"/>
              </a:defRPr>
            </a:lvl2pPr>
            <a:lvl3pPr>
              <a:defRPr sz="3450" b="1">
                <a:solidFill>
                  <a:srgbClr val="20322B"/>
                </a:solidFill>
                <a:latin typeface="Arial"/>
                <a:ea typeface="Arial"/>
                <a:cs typeface="Arial"/>
              </a:defRPr>
            </a:lvl3pPr>
            <a:lvl4pPr>
              <a:defRPr sz="3450" b="1">
                <a:solidFill>
                  <a:srgbClr val="20322B"/>
                </a:solidFill>
                <a:latin typeface="Arial"/>
                <a:ea typeface="Arial"/>
                <a:cs typeface="Arial"/>
              </a:defRPr>
            </a:lvl4pPr>
            <a:lvl5pPr>
              <a:defRPr sz="3450" b="1">
                <a:solidFill>
                  <a:srgbClr val="20322B"/>
                </a:solidFill>
                <a:latin typeface="Arial"/>
                <a:ea typeface="Arial"/>
                <a:cs typeface="Arial"/>
              </a:defRPr>
            </a:lvl5pPr>
            <a:lvl6pPr>
              <a:defRPr sz="3450" b="1">
                <a:solidFill>
                  <a:srgbClr val="20322B"/>
                </a:solidFill>
                <a:latin typeface="Arial"/>
                <a:ea typeface="Arial"/>
                <a:cs typeface="Arial"/>
              </a:defRPr>
            </a:lvl6pPr>
            <a:lvl7pPr>
              <a:defRPr sz="3450" b="1">
                <a:solidFill>
                  <a:srgbClr val="20322B"/>
                </a:solidFill>
                <a:latin typeface="Arial"/>
                <a:ea typeface="Arial"/>
                <a:cs typeface="Arial"/>
              </a:defRPr>
            </a:lvl7pPr>
            <a:lvl8pPr>
              <a:defRPr sz="3450" b="1">
                <a:solidFill>
                  <a:srgbClr val="20322B"/>
                </a:solidFill>
                <a:latin typeface="Arial"/>
                <a:ea typeface="Arial"/>
                <a:cs typeface="Arial"/>
              </a:defRPr>
            </a:lvl8pPr>
            <a:lvl9pPr>
              <a:defRPr sz="3450" b="1">
                <a:solidFill>
                  <a:srgbClr val="20322B"/>
                </a:solidFill>
                <a:latin typeface="Arial"/>
                <a:ea typeface="Arial"/>
                <a:cs typeface="Arial"/>
              </a:defRPr>
            </a:lvl9pPr>
          </a:lstStyle>
          <a:p xmlns:a="http://schemas.openxmlformats.org/drawingml/2006/main">
            <a:pPr>
              <a:defRPr sz="3450" b="1">
                <a:solidFill>
                  <a:srgbClr val="20322B"/>
                </a:solidFill>
                <a:latin typeface="Arial"/>
                <a:ea typeface="Arial"/>
                <a:cs typeface="Arial"/>
              </a:defRPr>
            </a:pPr>
            <a:r>
              <a:rPr sz="3450" b="1">
                <a:solidFill>
                  <a:srgbClr val="20322B"/>
                </a:solidFill>
                <a:latin typeface="Arial"/>
                <a:ea typeface="Arial"/>
                <a:cs typeface="Arial"/>
              </a:rPr>
              <a:t>Team and next milestones</a:t>
            </a:r>
          </a:p>
        </p:txBody>
      </p:sp>
      <p:sp>
        <p:nvSpPr>
          <p:cNvPr id="3" name="">
            <a:extLst xmlns:a="http://schemas.openxmlformats.org/drawingml/2006/main">
              <a:ext uri="{FF2B5EF4-FFF2-40B4-BE49-F238E27FC236}">
                <a16:creationId xmlns:a16="http://schemas.microsoft.com/office/drawing/2014/main" id="{04A9B65A-1785-474F-8012-44E7E37C7376}"/>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defRPr sz="1350" b="0">
                <a:solidFill>
                  <a:srgbClr val="58635E"/>
                </a:solidFill>
                <a:latin typeface="Arial"/>
                <a:ea typeface="Arial"/>
                <a:cs typeface="Arial"/>
              </a:defRPr>
            </a:lvl1pPr>
            <a:lvl2pPr>
              <a:defRPr sz="1350" b="0">
                <a:solidFill>
                  <a:srgbClr val="58635E"/>
                </a:solidFill>
                <a:latin typeface="Arial"/>
                <a:ea typeface="Arial"/>
                <a:cs typeface="Arial"/>
              </a:defRPr>
            </a:lvl2pPr>
            <a:lvl3pPr>
              <a:defRPr sz="1350" b="0">
                <a:solidFill>
                  <a:srgbClr val="58635E"/>
                </a:solidFill>
                <a:latin typeface="Arial"/>
                <a:ea typeface="Arial"/>
                <a:cs typeface="Arial"/>
              </a:defRPr>
            </a:lvl3pPr>
            <a:lvl4pPr>
              <a:defRPr sz="1350" b="0">
                <a:solidFill>
                  <a:srgbClr val="58635E"/>
                </a:solidFill>
                <a:latin typeface="Arial"/>
                <a:ea typeface="Arial"/>
                <a:cs typeface="Arial"/>
              </a:defRPr>
            </a:lvl4pPr>
            <a:lvl5pPr>
              <a:defRPr sz="1350" b="0">
                <a:solidFill>
                  <a:srgbClr val="58635E"/>
                </a:solidFill>
                <a:latin typeface="Arial"/>
                <a:ea typeface="Arial"/>
                <a:cs typeface="Arial"/>
              </a:defRPr>
            </a:lvl5pPr>
            <a:lvl6pPr>
              <a:defRPr sz="1350" b="0">
                <a:solidFill>
                  <a:srgbClr val="58635E"/>
                </a:solidFill>
                <a:latin typeface="Arial"/>
                <a:ea typeface="Arial"/>
                <a:cs typeface="Arial"/>
              </a:defRPr>
            </a:lvl6pPr>
            <a:lvl7pPr>
              <a:defRPr sz="1350" b="0">
                <a:solidFill>
                  <a:srgbClr val="58635E"/>
                </a:solidFill>
                <a:latin typeface="Arial"/>
                <a:ea typeface="Arial"/>
                <a:cs typeface="Arial"/>
              </a:defRPr>
            </a:lvl7pPr>
            <a:lvl8pPr>
              <a:defRPr sz="1350" b="0">
                <a:solidFill>
                  <a:srgbClr val="58635E"/>
                </a:solidFill>
                <a:latin typeface="Arial"/>
                <a:ea typeface="Arial"/>
                <a:cs typeface="Arial"/>
              </a:defRPr>
            </a:lvl8pPr>
            <a:lvl9pPr>
              <a:defRPr sz="1350" b="0">
                <a:solidFill>
                  <a:srgbClr val="58635E"/>
                </a:solidFill>
                <a:latin typeface="Arial"/>
                <a:ea typeface="Arial"/>
                <a:cs typeface="Arial"/>
              </a:defRPr>
            </a:lvl9pPr>
          </a:lstStyle>
          <a:p xmlns:a="http://schemas.openxmlformats.org/drawingml/2006/main">
            <a:pPr>
              <a:defRPr sz="1350" b="0">
                <a:solidFill>
                  <a:srgbClr val="58635E"/>
                </a:solidFill>
                <a:latin typeface="Arial"/>
                <a:ea typeface="Arial"/>
                <a:cs typeface="Arial"/>
              </a:defRPr>
            </a:pPr>
            <a:r>
              <a:rPr sz="1350" b="0">
                <a:solidFill>
                  <a:srgbClr val="58635E"/>
                </a:solidFill>
                <a:latin typeface="Arial"/>
                <a:ea typeface="Arial"/>
                <a:cs typeface="Arial"/>
              </a:rPr>
              <a:t>6 / 6</a:t>
            </a:r>
          </a:p>
        </p:txBody>
      </p:sp>
      <p:sp>
        <p:nvSpPr>
          <p:cNvPr id="4" name="">
            <a:extLst xmlns:a="http://schemas.openxmlformats.org/drawingml/2006/main">
              <a:ext uri="{FF2B5EF4-FFF2-40B4-BE49-F238E27FC236}">
                <a16:creationId xmlns:a16="http://schemas.microsoft.com/office/drawing/2014/main" id="{7C13DD3C-916B-4088-B3CD-D2C29E2BD624}"/>
              </a:ext>
            </a:extLst>
          </p:cNvPr>
          <p:cNvSpPr>
            <a:spLocks xmlns:a="http://schemas.openxmlformats.org/drawingml/2006/main" noGrp="1"/>
          </p:cNvSpPr>
          <p:nvPr/>
        </p:nvSpPr>
        <p:spPr>
          <a:xfrm xmlns:a="http://schemas.openxmlformats.org/drawingml/2006/main">
            <a:off x="609600" y="176212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defRPr sz="2100" b="1">
                <a:solidFill>
                  <a:srgbClr val="28634E"/>
                </a:solidFill>
                <a:latin typeface="Arial"/>
                <a:ea typeface="Arial"/>
                <a:cs typeface="Arial"/>
              </a:defRPr>
            </a:lvl1pPr>
            <a:lvl2pPr>
              <a:defRPr sz="2100" b="1">
                <a:solidFill>
                  <a:srgbClr val="28634E"/>
                </a:solidFill>
                <a:latin typeface="Arial"/>
                <a:ea typeface="Arial"/>
                <a:cs typeface="Arial"/>
              </a:defRPr>
            </a:lvl2pPr>
            <a:lvl3pPr>
              <a:defRPr sz="2100" b="1">
                <a:solidFill>
                  <a:srgbClr val="28634E"/>
                </a:solidFill>
                <a:latin typeface="Arial"/>
                <a:ea typeface="Arial"/>
                <a:cs typeface="Arial"/>
              </a:defRPr>
            </a:lvl3pPr>
            <a:lvl4pPr>
              <a:defRPr sz="2100" b="1">
                <a:solidFill>
                  <a:srgbClr val="28634E"/>
                </a:solidFill>
                <a:latin typeface="Arial"/>
                <a:ea typeface="Arial"/>
                <a:cs typeface="Arial"/>
              </a:defRPr>
            </a:lvl4pPr>
            <a:lvl5pPr>
              <a:defRPr sz="2100" b="1">
                <a:solidFill>
                  <a:srgbClr val="28634E"/>
                </a:solidFill>
                <a:latin typeface="Arial"/>
                <a:ea typeface="Arial"/>
                <a:cs typeface="Arial"/>
              </a:defRPr>
            </a:lvl5pPr>
            <a:lvl6pPr>
              <a:defRPr sz="2100" b="1">
                <a:solidFill>
                  <a:srgbClr val="28634E"/>
                </a:solidFill>
                <a:latin typeface="Arial"/>
                <a:ea typeface="Arial"/>
                <a:cs typeface="Arial"/>
              </a:defRPr>
            </a:lvl6pPr>
            <a:lvl7pPr>
              <a:defRPr sz="2100" b="1">
                <a:solidFill>
                  <a:srgbClr val="28634E"/>
                </a:solidFill>
                <a:latin typeface="Arial"/>
                <a:ea typeface="Arial"/>
                <a:cs typeface="Arial"/>
              </a:defRPr>
            </a:lvl7pPr>
            <a:lvl8pPr>
              <a:defRPr sz="2100" b="1">
                <a:solidFill>
                  <a:srgbClr val="28634E"/>
                </a:solidFill>
                <a:latin typeface="Arial"/>
                <a:ea typeface="Arial"/>
                <a:cs typeface="Arial"/>
              </a:defRPr>
            </a:lvl8pPr>
            <a:lvl9pPr>
              <a:defRPr sz="2100" b="1">
                <a:solidFill>
                  <a:srgbClr val="28634E"/>
                </a:solidFill>
                <a:latin typeface="Arial"/>
                <a:ea typeface="Arial"/>
                <a:cs typeface="Arial"/>
              </a:defRPr>
            </a:lvl9pPr>
          </a:lstStyle>
          <a:p xmlns:a="http://schemas.openxmlformats.org/drawingml/2006/main">
            <a:pPr>
              <a:defRPr sz="2100" b="1">
                <a:solidFill>
                  <a:srgbClr val="28634E"/>
                </a:solidFill>
                <a:latin typeface="Arial"/>
                <a:ea typeface="Arial"/>
                <a:cs typeface="Arial"/>
              </a:defRPr>
            </a:pPr>
            <a:r>
              <a:rPr sz="2100" b="1">
                <a:solidFill>
                  <a:srgbClr val="28634E"/>
                </a:solidFill>
                <a:latin typeface="Arial"/>
                <a:ea typeface="Arial"/>
                <a:cs typeface="Arial"/>
              </a:rPr>
              <a:t>Agreed responsibilities</a:t>
            </a:r>
          </a:p>
        </p:txBody>
      </p:sp>
      <p:sp>
        <p:nvSpPr>
          <p:cNvPr id="5" name="">
            <a:extLst xmlns:a="http://schemas.openxmlformats.org/drawingml/2006/main">
              <a:ext uri="{FF2B5EF4-FFF2-40B4-BE49-F238E27FC236}">
                <a16:creationId xmlns:a16="http://schemas.microsoft.com/office/drawing/2014/main" id="{973664C6-6B0E-4A6F-8740-5B62C87C98DD}"/>
              </a:ext>
            </a:extLst>
          </p:cNvPr>
          <p:cNvSpPr>
            <a:spLocks xmlns:a="http://schemas.openxmlformats.org/drawingml/2006/main" noGrp="1"/>
          </p:cNvSpPr>
          <p:nvPr/>
        </p:nvSpPr>
        <p:spPr>
          <a:xfrm xmlns:a="http://schemas.openxmlformats.org/drawingml/2006/main">
            <a:off x="609600" y="23336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郭宇璇 (Rita)</a:t>
            </a:r>
          </a:p>
        </p:txBody>
      </p:sp>
      <p:sp>
        <p:nvSpPr>
          <p:cNvPr id="6" name="">
            <a:extLst xmlns:a="http://schemas.openxmlformats.org/drawingml/2006/main">
              <a:ext uri="{FF2B5EF4-FFF2-40B4-BE49-F238E27FC236}">
                <a16:creationId xmlns:a16="http://schemas.microsoft.com/office/drawing/2014/main" id="{8C508E4B-11D5-4D2B-8834-DAFCBAF629ED}"/>
              </a:ext>
            </a:extLst>
          </p:cNvPr>
          <p:cNvSpPr>
            <a:spLocks xmlns:a="http://schemas.openxmlformats.org/drawingml/2006/main" noGrp="1"/>
          </p:cNvSpPr>
          <p:nvPr/>
        </p:nvSpPr>
        <p:spPr>
          <a:xfrm xmlns:a="http://schemas.openxmlformats.org/drawingml/2006/main">
            <a:off x="2695575" y="23336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Code and coordination</a:t>
            </a:r>
          </a:p>
        </p:txBody>
      </p:sp>
      <p:sp>
        <p:nvSpPr>
          <p:cNvPr id="7" name="">
            <a:extLst xmlns:a="http://schemas.openxmlformats.org/drawingml/2006/main">
              <a:ext uri="{FF2B5EF4-FFF2-40B4-BE49-F238E27FC236}">
                <a16:creationId xmlns:a16="http://schemas.microsoft.com/office/drawing/2014/main" id="{64114A98-9674-468E-8001-819496E5EC95}"/>
              </a:ext>
            </a:extLst>
          </p:cNvPr>
          <p:cNvSpPr>
            <a:spLocks xmlns:a="http://schemas.openxmlformats.org/drawingml/2006/main" noGrp="1"/>
          </p:cNvSpPr>
          <p:nvPr/>
        </p:nvSpPr>
        <p:spPr>
          <a:xfrm xmlns:a="http://schemas.openxmlformats.org/drawingml/2006/main">
            <a:off x="609600" y="28003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汪睿</a:t>
            </a:r>
          </a:p>
        </p:txBody>
      </p:sp>
      <p:sp>
        <p:nvSpPr>
          <p:cNvPr id="8" name="">
            <a:extLst xmlns:a="http://schemas.openxmlformats.org/drawingml/2006/main">
              <a:ext uri="{FF2B5EF4-FFF2-40B4-BE49-F238E27FC236}">
                <a16:creationId xmlns:a16="http://schemas.microsoft.com/office/drawing/2014/main" id="{BDA66AAD-31E9-42F2-83EF-5A3DEAAFE625}"/>
              </a:ext>
            </a:extLst>
          </p:cNvPr>
          <p:cNvSpPr>
            <a:spLocks xmlns:a="http://schemas.openxmlformats.org/drawingml/2006/main" noGrp="1"/>
          </p:cNvSpPr>
          <p:nvPr/>
        </p:nvSpPr>
        <p:spPr>
          <a:xfrm xmlns:a="http://schemas.openxmlformats.org/drawingml/2006/main">
            <a:off x="2695575" y="28003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Analysis and presentation</a:t>
            </a:r>
          </a:p>
        </p:txBody>
      </p:sp>
      <p:sp>
        <p:nvSpPr>
          <p:cNvPr id="9" name="">
            <a:extLst xmlns:a="http://schemas.openxmlformats.org/drawingml/2006/main">
              <a:ext uri="{FF2B5EF4-FFF2-40B4-BE49-F238E27FC236}">
                <a16:creationId xmlns:a16="http://schemas.microsoft.com/office/drawing/2014/main" id="{3B330624-F1CC-48C3-A6A5-F0F4BEE8D717}"/>
              </a:ext>
            </a:extLst>
          </p:cNvPr>
          <p:cNvSpPr>
            <a:spLocks xmlns:a="http://schemas.openxmlformats.org/drawingml/2006/main" noGrp="1"/>
          </p:cNvSpPr>
          <p:nvPr/>
        </p:nvSpPr>
        <p:spPr>
          <a:xfrm xmlns:a="http://schemas.openxmlformats.org/drawingml/2006/main">
            <a:off x="609600" y="32670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毛相宜</a:t>
            </a:r>
          </a:p>
        </p:txBody>
      </p:sp>
      <p:sp>
        <p:nvSpPr>
          <p:cNvPr id="10" name="">
            <a:extLst xmlns:a="http://schemas.openxmlformats.org/drawingml/2006/main">
              <a:ext uri="{FF2B5EF4-FFF2-40B4-BE49-F238E27FC236}">
                <a16:creationId xmlns:a16="http://schemas.microsoft.com/office/drawing/2014/main" id="{21C7698B-232A-410F-A32B-95BE325F9C37}"/>
              </a:ext>
            </a:extLst>
          </p:cNvPr>
          <p:cNvSpPr>
            <a:spLocks xmlns:a="http://schemas.openxmlformats.org/drawingml/2006/main" noGrp="1"/>
          </p:cNvSpPr>
          <p:nvPr/>
        </p:nvSpPr>
        <p:spPr>
          <a:xfrm xmlns:a="http://schemas.openxmlformats.org/drawingml/2006/main">
            <a:off x="2695575" y="32670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Interviews and requirements</a:t>
            </a:r>
          </a:p>
        </p:txBody>
      </p:sp>
      <p:sp>
        <p:nvSpPr>
          <p:cNvPr id="11" name="">
            <a:extLst xmlns:a="http://schemas.openxmlformats.org/drawingml/2006/main">
              <a:ext uri="{FF2B5EF4-FFF2-40B4-BE49-F238E27FC236}">
                <a16:creationId xmlns:a16="http://schemas.microsoft.com/office/drawing/2014/main" id="{58E76083-535C-4AA6-933E-239307140ED4}"/>
              </a:ext>
            </a:extLst>
          </p:cNvPr>
          <p:cNvSpPr>
            <a:spLocks xmlns:a="http://schemas.openxmlformats.org/drawingml/2006/main" noGrp="1"/>
          </p:cNvSpPr>
          <p:nvPr/>
        </p:nvSpPr>
        <p:spPr>
          <a:xfrm xmlns:a="http://schemas.openxmlformats.org/drawingml/2006/main">
            <a:off x="609600" y="373380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黄俊杰</a:t>
            </a:r>
          </a:p>
        </p:txBody>
      </p:sp>
      <p:sp>
        <p:nvSpPr>
          <p:cNvPr id="12" name="">
            <a:extLst xmlns:a="http://schemas.openxmlformats.org/drawingml/2006/main">
              <a:ext uri="{FF2B5EF4-FFF2-40B4-BE49-F238E27FC236}">
                <a16:creationId xmlns:a16="http://schemas.microsoft.com/office/drawing/2014/main" id="{0DF9FF6B-5D1F-4789-B73B-663F396A258F}"/>
              </a:ext>
            </a:extLst>
          </p:cNvPr>
          <p:cNvSpPr>
            <a:spLocks xmlns:a="http://schemas.openxmlformats.org/drawingml/2006/main" noGrp="1"/>
          </p:cNvSpPr>
          <p:nvPr/>
        </p:nvSpPr>
        <p:spPr>
          <a:xfrm xmlns:a="http://schemas.openxmlformats.org/drawingml/2006/main">
            <a:off x="2695575" y="373380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Recruitment and personas</a:t>
            </a:r>
          </a:p>
        </p:txBody>
      </p:sp>
      <p:sp>
        <p:nvSpPr>
          <p:cNvPr id="13" name="">
            <a:extLst xmlns:a="http://schemas.openxmlformats.org/drawingml/2006/main">
              <a:ext uri="{FF2B5EF4-FFF2-40B4-BE49-F238E27FC236}">
                <a16:creationId xmlns:a16="http://schemas.microsoft.com/office/drawing/2014/main" id="{AF794DAC-6BBA-47DA-A800-763D28733BA5}"/>
              </a:ext>
            </a:extLst>
          </p:cNvPr>
          <p:cNvSpPr>
            <a:spLocks xmlns:a="http://schemas.openxmlformats.org/drawingml/2006/main" noGrp="1"/>
          </p:cNvSpPr>
          <p:nvPr/>
        </p:nvSpPr>
        <p:spPr>
          <a:xfrm xmlns:a="http://schemas.openxmlformats.org/drawingml/2006/main">
            <a:off x="609600" y="42005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李元龙</a:t>
            </a:r>
          </a:p>
        </p:txBody>
      </p:sp>
      <p:sp>
        <p:nvSpPr>
          <p:cNvPr id="14" name="">
            <a:extLst xmlns:a="http://schemas.openxmlformats.org/drawingml/2006/main">
              <a:ext uri="{FF2B5EF4-FFF2-40B4-BE49-F238E27FC236}">
                <a16:creationId xmlns:a16="http://schemas.microsoft.com/office/drawing/2014/main" id="{72A1C35E-B413-44AB-9B51-0076F3D07AB8}"/>
              </a:ext>
            </a:extLst>
          </p:cNvPr>
          <p:cNvSpPr>
            <a:spLocks xmlns:a="http://schemas.openxmlformats.org/drawingml/2006/main" noGrp="1"/>
          </p:cNvSpPr>
          <p:nvPr/>
        </p:nvSpPr>
        <p:spPr>
          <a:xfrm xmlns:a="http://schemas.openxmlformats.org/drawingml/2006/main">
            <a:off x="2695575" y="42005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User tests and statistics</a:t>
            </a:r>
          </a:p>
        </p:txBody>
      </p:sp>
      <p:sp>
        <p:nvSpPr>
          <p:cNvPr id="15" name="">
            <a:extLst xmlns:a="http://schemas.openxmlformats.org/drawingml/2006/main">
              <a:ext uri="{FF2B5EF4-FFF2-40B4-BE49-F238E27FC236}">
                <a16:creationId xmlns:a16="http://schemas.microsoft.com/office/drawing/2014/main" id="{F7483557-79A1-41CE-A044-44246879BCE9}"/>
              </a:ext>
            </a:extLst>
          </p:cNvPr>
          <p:cNvSpPr>
            <a:spLocks xmlns:a="http://schemas.openxmlformats.org/drawingml/2006/main" noGrp="1"/>
          </p:cNvSpPr>
          <p:nvPr/>
        </p:nvSpPr>
        <p:spPr>
          <a:xfrm xmlns:a="http://schemas.openxmlformats.org/drawingml/2006/main">
            <a:off x="609600" y="46672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黄禹轩</a:t>
            </a:r>
          </a:p>
        </p:txBody>
      </p:sp>
      <p:sp>
        <p:nvSpPr>
          <p:cNvPr id="16" name="">
            <a:extLst xmlns:a="http://schemas.openxmlformats.org/drawingml/2006/main">
              <a:ext uri="{FF2B5EF4-FFF2-40B4-BE49-F238E27FC236}">
                <a16:creationId xmlns:a16="http://schemas.microsoft.com/office/drawing/2014/main" id="{BAFB690F-C693-4EB3-9963-6157BE0C4CF6}"/>
              </a:ext>
            </a:extLst>
          </p:cNvPr>
          <p:cNvSpPr>
            <a:spLocks xmlns:a="http://schemas.openxmlformats.org/drawingml/2006/main" noGrp="1"/>
          </p:cNvSpPr>
          <p:nvPr/>
        </p:nvSpPr>
        <p:spPr>
          <a:xfrm xmlns:a="http://schemas.openxmlformats.org/drawingml/2006/main">
            <a:off x="2695575" y="46672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Data and weekly submission</a:t>
            </a:r>
          </a:p>
        </p:txBody>
      </p:sp>
      <p:sp>
        <p:nvSpPr>
          <p:cNvPr id="17" name="">
            <a:extLst xmlns:a="http://schemas.openxmlformats.org/drawingml/2006/main">
              <a:ext uri="{FF2B5EF4-FFF2-40B4-BE49-F238E27FC236}">
                <a16:creationId xmlns:a16="http://schemas.microsoft.com/office/drawing/2014/main" id="{A0EE18B1-522F-4C19-BE40-582C8D2BD290}"/>
              </a:ext>
            </a:extLst>
          </p:cNvPr>
          <p:cNvSpPr>
            <a:spLocks xmlns:a="http://schemas.openxmlformats.org/drawingml/2006/main" noGrp="1"/>
          </p:cNvSpPr>
          <p:nvPr/>
        </p:nvSpPr>
        <p:spPr>
          <a:xfrm xmlns:a="http://schemas.openxmlformats.org/drawingml/2006/main">
            <a:off x="609600" y="51339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defRPr sz="1875" b="1">
                <a:solidFill>
                  <a:srgbClr val="20322B"/>
                </a:solidFill>
                <a:latin typeface="PingFang SC"/>
                <a:ea typeface="PingFang SC"/>
                <a:cs typeface="PingFang SC"/>
              </a:defRPr>
            </a:lvl1pPr>
            <a:lvl2pPr>
              <a:defRPr sz="1875" b="1">
                <a:solidFill>
                  <a:srgbClr val="20322B"/>
                </a:solidFill>
                <a:latin typeface="PingFang SC"/>
                <a:ea typeface="PingFang SC"/>
                <a:cs typeface="PingFang SC"/>
              </a:defRPr>
            </a:lvl2pPr>
            <a:lvl3pPr>
              <a:defRPr sz="1875" b="1">
                <a:solidFill>
                  <a:srgbClr val="20322B"/>
                </a:solidFill>
                <a:latin typeface="PingFang SC"/>
                <a:ea typeface="PingFang SC"/>
                <a:cs typeface="PingFang SC"/>
              </a:defRPr>
            </a:lvl3pPr>
            <a:lvl4pPr>
              <a:defRPr sz="1875" b="1">
                <a:solidFill>
                  <a:srgbClr val="20322B"/>
                </a:solidFill>
                <a:latin typeface="PingFang SC"/>
                <a:ea typeface="PingFang SC"/>
                <a:cs typeface="PingFang SC"/>
              </a:defRPr>
            </a:lvl4pPr>
            <a:lvl5pPr>
              <a:defRPr sz="1875" b="1">
                <a:solidFill>
                  <a:srgbClr val="20322B"/>
                </a:solidFill>
                <a:latin typeface="PingFang SC"/>
                <a:ea typeface="PingFang SC"/>
                <a:cs typeface="PingFang SC"/>
              </a:defRPr>
            </a:lvl5pPr>
            <a:lvl6pPr>
              <a:defRPr sz="1875" b="1">
                <a:solidFill>
                  <a:srgbClr val="20322B"/>
                </a:solidFill>
                <a:latin typeface="PingFang SC"/>
                <a:ea typeface="PingFang SC"/>
                <a:cs typeface="PingFang SC"/>
              </a:defRPr>
            </a:lvl6pPr>
            <a:lvl7pPr>
              <a:defRPr sz="1875" b="1">
                <a:solidFill>
                  <a:srgbClr val="20322B"/>
                </a:solidFill>
                <a:latin typeface="PingFang SC"/>
                <a:ea typeface="PingFang SC"/>
                <a:cs typeface="PingFang SC"/>
              </a:defRPr>
            </a:lvl7pPr>
            <a:lvl8pPr>
              <a:defRPr sz="1875" b="1">
                <a:solidFill>
                  <a:srgbClr val="20322B"/>
                </a:solidFill>
                <a:latin typeface="PingFang SC"/>
                <a:ea typeface="PingFang SC"/>
                <a:cs typeface="PingFang SC"/>
              </a:defRPr>
            </a:lvl8pPr>
            <a:lvl9pPr>
              <a:defRPr sz="1875" b="1">
                <a:solidFill>
                  <a:srgbClr val="20322B"/>
                </a:solidFill>
                <a:latin typeface="PingFang SC"/>
                <a:ea typeface="PingFang SC"/>
                <a:cs typeface="PingFang SC"/>
              </a:defRPr>
            </a:lvl9pPr>
          </a:lstStyle>
          <a:p xmlns:a="http://schemas.openxmlformats.org/drawingml/2006/main">
            <a:pPr>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汤鋆秋</a:t>
            </a:r>
          </a:p>
        </p:txBody>
      </p:sp>
      <p:sp>
        <p:nvSpPr>
          <p:cNvPr id="18" name="">
            <a:extLst xmlns:a="http://schemas.openxmlformats.org/drawingml/2006/main">
              <a:ext uri="{FF2B5EF4-FFF2-40B4-BE49-F238E27FC236}">
                <a16:creationId xmlns:a16="http://schemas.microsoft.com/office/drawing/2014/main" id="{28A30EB1-8499-40F7-88D5-827449E32B35}"/>
              </a:ext>
            </a:extLst>
          </p:cNvPr>
          <p:cNvSpPr>
            <a:spLocks xmlns:a="http://schemas.openxmlformats.org/drawingml/2006/main" noGrp="1"/>
          </p:cNvSpPr>
          <p:nvPr/>
        </p:nvSpPr>
        <p:spPr>
          <a:xfrm xmlns:a="http://schemas.openxmlformats.org/drawingml/2006/main">
            <a:off x="2695575" y="51339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defRPr sz="1800" b="0">
                <a:solidFill>
                  <a:srgbClr val="20322B"/>
                </a:solidFill>
                <a:latin typeface="Arial"/>
                <a:ea typeface="Arial"/>
                <a:cs typeface="Arial"/>
              </a:defRPr>
            </a:lvl1pPr>
            <a:lvl2pPr>
              <a:defRPr sz="1800" b="0">
                <a:solidFill>
                  <a:srgbClr val="20322B"/>
                </a:solidFill>
                <a:latin typeface="Arial"/>
                <a:ea typeface="Arial"/>
                <a:cs typeface="Arial"/>
              </a:defRPr>
            </a:lvl2pPr>
            <a:lvl3pPr>
              <a:defRPr sz="1800" b="0">
                <a:solidFill>
                  <a:srgbClr val="20322B"/>
                </a:solidFill>
                <a:latin typeface="Arial"/>
                <a:ea typeface="Arial"/>
                <a:cs typeface="Arial"/>
              </a:defRPr>
            </a:lvl3pPr>
            <a:lvl4pPr>
              <a:defRPr sz="1800" b="0">
                <a:solidFill>
                  <a:srgbClr val="20322B"/>
                </a:solidFill>
                <a:latin typeface="Arial"/>
                <a:ea typeface="Arial"/>
                <a:cs typeface="Arial"/>
              </a:defRPr>
            </a:lvl4pPr>
            <a:lvl5pPr>
              <a:defRPr sz="1800" b="0">
                <a:solidFill>
                  <a:srgbClr val="20322B"/>
                </a:solidFill>
                <a:latin typeface="Arial"/>
                <a:ea typeface="Arial"/>
                <a:cs typeface="Arial"/>
              </a:defRPr>
            </a:lvl5pPr>
            <a:lvl6pPr>
              <a:defRPr sz="1800" b="0">
                <a:solidFill>
                  <a:srgbClr val="20322B"/>
                </a:solidFill>
                <a:latin typeface="Arial"/>
                <a:ea typeface="Arial"/>
                <a:cs typeface="Arial"/>
              </a:defRPr>
            </a:lvl6pPr>
            <a:lvl7pPr>
              <a:defRPr sz="1800" b="0">
                <a:solidFill>
                  <a:srgbClr val="20322B"/>
                </a:solidFill>
                <a:latin typeface="Arial"/>
                <a:ea typeface="Arial"/>
                <a:cs typeface="Arial"/>
              </a:defRPr>
            </a:lvl7pPr>
            <a:lvl8pPr>
              <a:defRPr sz="1800" b="0">
                <a:solidFill>
                  <a:srgbClr val="20322B"/>
                </a:solidFill>
                <a:latin typeface="Arial"/>
                <a:ea typeface="Arial"/>
                <a:cs typeface="Arial"/>
              </a:defRPr>
            </a:lvl8pPr>
            <a:lvl9pPr>
              <a:defRPr sz="1800" b="0">
                <a:solidFill>
                  <a:srgbClr val="20322B"/>
                </a:solidFill>
                <a:latin typeface="Arial"/>
                <a:ea typeface="Arial"/>
                <a:cs typeface="Arial"/>
              </a:defRPr>
            </a:lvl9pPr>
          </a:lstStyle>
          <a:p xmlns:a="http://schemas.openxmlformats.org/drawingml/2006/main">
            <a:pPr>
              <a:defRPr sz="1800" b="0">
                <a:solidFill>
                  <a:srgbClr val="20322B"/>
                </a:solidFill>
                <a:latin typeface="Arial"/>
                <a:ea typeface="Arial"/>
                <a:cs typeface="Arial"/>
              </a:defRPr>
            </a:pPr>
            <a:r>
              <a:rPr sz="1800" b="0">
                <a:solidFill>
                  <a:srgbClr val="20322B"/>
                </a:solidFill>
                <a:latin typeface="Arial"/>
                <a:ea typeface="Arial"/>
                <a:cs typeface="Arial"/>
              </a:rPr>
              <a:t>Iteration and retesting</a:t>
            </a:r>
          </a:p>
        </p:txBody>
      </p:sp>
      <p:sp>
        <p:nvSpPr>
          <p:cNvPr id="19" name="">
            <a:extLst xmlns:a="http://schemas.openxmlformats.org/drawingml/2006/main">
              <a:ext uri="{FF2B5EF4-FFF2-40B4-BE49-F238E27FC236}">
                <a16:creationId xmlns:a16="http://schemas.microsoft.com/office/drawing/2014/main" id="{AAEF14CB-A17D-40B7-AAC8-A9E782E7E0E2}"/>
              </a:ext>
            </a:extLst>
          </p:cNvPr>
          <p:cNvSpPr>
            <a:spLocks xmlns:a="http://schemas.openxmlformats.org/drawingml/2006/main" noGrp="1"/>
          </p:cNvSpPr>
          <p:nvPr/>
        </p:nvSpPr>
        <p:spPr>
          <a:xfrm xmlns:a="http://schemas.openxmlformats.org/drawingml/2006/main">
            <a:off x="6667500" y="1762125"/>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defRPr sz="2100" b="1">
                <a:solidFill>
                  <a:srgbClr val="28634E"/>
                </a:solidFill>
                <a:latin typeface="Arial"/>
                <a:ea typeface="Arial"/>
                <a:cs typeface="Arial"/>
              </a:defRPr>
            </a:lvl1pPr>
            <a:lvl2pPr>
              <a:defRPr sz="2100" b="1">
                <a:solidFill>
                  <a:srgbClr val="28634E"/>
                </a:solidFill>
                <a:latin typeface="Arial"/>
                <a:ea typeface="Arial"/>
                <a:cs typeface="Arial"/>
              </a:defRPr>
            </a:lvl2pPr>
            <a:lvl3pPr>
              <a:defRPr sz="2100" b="1">
                <a:solidFill>
                  <a:srgbClr val="28634E"/>
                </a:solidFill>
                <a:latin typeface="Arial"/>
                <a:ea typeface="Arial"/>
                <a:cs typeface="Arial"/>
              </a:defRPr>
            </a:lvl3pPr>
            <a:lvl4pPr>
              <a:defRPr sz="2100" b="1">
                <a:solidFill>
                  <a:srgbClr val="28634E"/>
                </a:solidFill>
                <a:latin typeface="Arial"/>
                <a:ea typeface="Arial"/>
                <a:cs typeface="Arial"/>
              </a:defRPr>
            </a:lvl4pPr>
            <a:lvl5pPr>
              <a:defRPr sz="2100" b="1">
                <a:solidFill>
                  <a:srgbClr val="28634E"/>
                </a:solidFill>
                <a:latin typeface="Arial"/>
                <a:ea typeface="Arial"/>
                <a:cs typeface="Arial"/>
              </a:defRPr>
            </a:lvl5pPr>
            <a:lvl6pPr>
              <a:defRPr sz="2100" b="1">
                <a:solidFill>
                  <a:srgbClr val="28634E"/>
                </a:solidFill>
                <a:latin typeface="Arial"/>
                <a:ea typeface="Arial"/>
                <a:cs typeface="Arial"/>
              </a:defRPr>
            </a:lvl6pPr>
            <a:lvl7pPr>
              <a:defRPr sz="2100" b="1">
                <a:solidFill>
                  <a:srgbClr val="28634E"/>
                </a:solidFill>
                <a:latin typeface="Arial"/>
                <a:ea typeface="Arial"/>
                <a:cs typeface="Arial"/>
              </a:defRPr>
            </a:lvl7pPr>
            <a:lvl8pPr>
              <a:defRPr sz="2100" b="1">
                <a:solidFill>
                  <a:srgbClr val="28634E"/>
                </a:solidFill>
                <a:latin typeface="Arial"/>
                <a:ea typeface="Arial"/>
                <a:cs typeface="Arial"/>
              </a:defRPr>
            </a:lvl8pPr>
            <a:lvl9pPr>
              <a:defRPr sz="2100" b="1">
                <a:solidFill>
                  <a:srgbClr val="28634E"/>
                </a:solidFill>
                <a:latin typeface="Arial"/>
                <a:ea typeface="Arial"/>
                <a:cs typeface="Arial"/>
              </a:defRPr>
            </a:lvl9pPr>
          </a:lstStyle>
          <a:p xmlns:a="http://schemas.openxmlformats.org/drawingml/2006/main">
            <a:pPr>
              <a:defRPr sz="2100" b="1">
                <a:solidFill>
                  <a:srgbClr val="28634E"/>
                </a:solidFill>
                <a:latin typeface="Arial"/>
                <a:ea typeface="Arial"/>
                <a:cs typeface="Arial"/>
              </a:defRPr>
            </a:pPr>
            <a:r>
              <a:rPr sz="2100" b="1">
                <a:solidFill>
                  <a:srgbClr val="28634E"/>
                </a:solidFill>
                <a:latin typeface="Arial"/>
                <a:ea typeface="Arial"/>
                <a:cs typeface="Arial"/>
              </a:rPr>
              <a:t>Before the A1 deadline</a:t>
            </a:r>
          </a:p>
        </p:txBody>
      </p:sp>
      <p:sp>
        <p:nvSpPr>
          <p:cNvPr id="20" name="">
            <a:extLst xmlns:a="http://schemas.openxmlformats.org/drawingml/2006/main">
              <a:ext uri="{FF2B5EF4-FFF2-40B4-BE49-F238E27FC236}">
                <a16:creationId xmlns:a16="http://schemas.microsoft.com/office/drawing/2014/main" id="{5285F0B9-6B50-43B3-9808-5FCFE9AFABAC}"/>
              </a:ext>
            </a:extLst>
          </p:cNvPr>
          <p:cNvSpPr>
            <a:spLocks xmlns:a="http://schemas.openxmlformats.org/drawingml/2006/main" noGrp="1"/>
          </p:cNvSpPr>
          <p:nvPr/>
        </p:nvSpPr>
        <p:spPr>
          <a:xfrm xmlns:a="http://schemas.openxmlformats.org/drawingml/2006/main">
            <a:off x="6667500" y="23431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defRPr sz="1950" b="1">
                <a:solidFill>
                  <a:srgbClr val="20322B"/>
                </a:solidFill>
                <a:latin typeface="Arial"/>
                <a:ea typeface="Arial"/>
                <a:cs typeface="Arial"/>
              </a:defRPr>
            </a:lvl1pPr>
            <a:lvl2pPr>
              <a:defRPr sz="1950" b="1">
                <a:solidFill>
                  <a:srgbClr val="20322B"/>
                </a:solidFill>
                <a:latin typeface="Arial"/>
                <a:ea typeface="Arial"/>
                <a:cs typeface="Arial"/>
              </a:defRPr>
            </a:lvl2pPr>
            <a:lvl3pPr>
              <a:defRPr sz="1950" b="1">
                <a:solidFill>
                  <a:srgbClr val="20322B"/>
                </a:solidFill>
                <a:latin typeface="Arial"/>
                <a:ea typeface="Arial"/>
                <a:cs typeface="Arial"/>
              </a:defRPr>
            </a:lvl3pPr>
            <a:lvl4pPr>
              <a:defRPr sz="1950" b="1">
                <a:solidFill>
                  <a:srgbClr val="20322B"/>
                </a:solidFill>
                <a:latin typeface="Arial"/>
                <a:ea typeface="Arial"/>
                <a:cs typeface="Arial"/>
              </a:defRPr>
            </a:lvl4pPr>
            <a:lvl5pPr>
              <a:defRPr sz="1950" b="1">
                <a:solidFill>
                  <a:srgbClr val="20322B"/>
                </a:solidFill>
                <a:latin typeface="Arial"/>
                <a:ea typeface="Arial"/>
                <a:cs typeface="Arial"/>
              </a:defRPr>
            </a:lvl5pPr>
            <a:lvl6pPr>
              <a:defRPr sz="1950" b="1">
                <a:solidFill>
                  <a:srgbClr val="20322B"/>
                </a:solidFill>
                <a:latin typeface="Arial"/>
                <a:ea typeface="Arial"/>
                <a:cs typeface="Arial"/>
              </a:defRPr>
            </a:lvl6pPr>
            <a:lvl7pPr>
              <a:defRPr sz="1950" b="1">
                <a:solidFill>
                  <a:srgbClr val="20322B"/>
                </a:solidFill>
                <a:latin typeface="Arial"/>
                <a:ea typeface="Arial"/>
                <a:cs typeface="Arial"/>
              </a:defRPr>
            </a:lvl7pPr>
            <a:lvl8pPr>
              <a:defRPr sz="1950" b="1">
                <a:solidFill>
                  <a:srgbClr val="20322B"/>
                </a:solidFill>
                <a:latin typeface="Arial"/>
                <a:ea typeface="Arial"/>
                <a:cs typeface="Arial"/>
              </a:defRPr>
            </a:lvl8pPr>
            <a:lvl9pPr>
              <a:defRPr sz="1950" b="1">
                <a:solidFill>
                  <a:srgbClr val="20322B"/>
                </a:solidFill>
                <a:latin typeface="Arial"/>
                <a:ea typeface="Arial"/>
                <a:cs typeface="Arial"/>
              </a:defRPr>
            </a:lvl9pPr>
          </a:lstStyle>
          <a:p xmlns:a="http://schemas.openxmlformats.org/drawingml/2006/main">
            <a:pPr>
              <a:defRPr sz="1950" b="1">
                <a:solidFill>
                  <a:srgbClr val="20322B"/>
                </a:solidFill>
                <a:latin typeface="Arial"/>
                <a:ea typeface="Arial"/>
                <a:cs typeface="Arial"/>
              </a:defRPr>
            </a:pPr>
            <a:r>
              <a:rPr sz="1950" b="1">
                <a:solidFill>
                  <a:srgbClr val="20322B"/>
                </a:solidFill>
                <a:latin typeface="Arial"/>
                <a:ea typeface="Arial"/>
                <a:cs typeface="Arial"/>
              </a:rPr>
              <a:t>Week 6: 19-25 Oct</a:t>
            </a:r>
          </a:p>
        </p:txBody>
      </p:sp>
      <p:sp>
        <p:nvSpPr>
          <p:cNvPr id="21" name="">
            <a:extLst xmlns:a="http://schemas.openxmlformats.org/drawingml/2006/main">
              <a:ext uri="{FF2B5EF4-FFF2-40B4-BE49-F238E27FC236}">
                <a16:creationId xmlns:a16="http://schemas.microsoft.com/office/drawing/2014/main" id="{0196D6C9-C05F-4E15-BB98-22EF0F457F97}"/>
              </a:ext>
            </a:extLst>
          </p:cNvPr>
          <p:cNvSpPr>
            <a:spLocks xmlns:a="http://schemas.openxmlformats.org/drawingml/2006/main" noGrp="1"/>
          </p:cNvSpPr>
          <p:nvPr/>
        </p:nvSpPr>
        <p:spPr>
          <a:xfrm xmlns:a="http://schemas.openxmlformats.org/drawingml/2006/main">
            <a:off x="6667500" y="27432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Connect the insights to product decisions and complete the research record trail.</a:t>
            </a:r>
          </a:p>
        </p:txBody>
      </p:sp>
      <p:sp>
        <p:nvSpPr>
          <p:cNvPr id="22" name="">
            <a:extLst xmlns:a="http://schemas.openxmlformats.org/drawingml/2006/main">
              <a:ext uri="{FF2B5EF4-FFF2-40B4-BE49-F238E27FC236}">
                <a16:creationId xmlns:a16="http://schemas.microsoft.com/office/drawing/2014/main" id="{050160E8-DA4B-48B8-AE65-73CC69CE139C}"/>
              </a:ext>
            </a:extLst>
          </p:cNvPr>
          <p:cNvSpPr>
            <a:spLocks xmlns:a="http://schemas.openxmlformats.org/drawingml/2006/main" noGrp="1"/>
          </p:cNvSpPr>
          <p:nvPr/>
        </p:nvSpPr>
        <p:spPr>
          <a:xfrm xmlns:a="http://schemas.openxmlformats.org/drawingml/2006/main">
            <a:off x="6667500" y="361950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defRPr sz="1950" b="1">
                <a:solidFill>
                  <a:srgbClr val="20322B"/>
                </a:solidFill>
                <a:latin typeface="Arial"/>
                <a:ea typeface="Arial"/>
                <a:cs typeface="Arial"/>
              </a:defRPr>
            </a:lvl1pPr>
            <a:lvl2pPr>
              <a:defRPr sz="1950" b="1">
                <a:solidFill>
                  <a:srgbClr val="20322B"/>
                </a:solidFill>
                <a:latin typeface="Arial"/>
                <a:ea typeface="Arial"/>
                <a:cs typeface="Arial"/>
              </a:defRPr>
            </a:lvl2pPr>
            <a:lvl3pPr>
              <a:defRPr sz="1950" b="1">
                <a:solidFill>
                  <a:srgbClr val="20322B"/>
                </a:solidFill>
                <a:latin typeface="Arial"/>
                <a:ea typeface="Arial"/>
                <a:cs typeface="Arial"/>
              </a:defRPr>
            </a:lvl3pPr>
            <a:lvl4pPr>
              <a:defRPr sz="1950" b="1">
                <a:solidFill>
                  <a:srgbClr val="20322B"/>
                </a:solidFill>
                <a:latin typeface="Arial"/>
                <a:ea typeface="Arial"/>
                <a:cs typeface="Arial"/>
              </a:defRPr>
            </a:lvl4pPr>
            <a:lvl5pPr>
              <a:defRPr sz="1950" b="1">
                <a:solidFill>
                  <a:srgbClr val="20322B"/>
                </a:solidFill>
                <a:latin typeface="Arial"/>
                <a:ea typeface="Arial"/>
                <a:cs typeface="Arial"/>
              </a:defRPr>
            </a:lvl5pPr>
            <a:lvl6pPr>
              <a:defRPr sz="1950" b="1">
                <a:solidFill>
                  <a:srgbClr val="20322B"/>
                </a:solidFill>
                <a:latin typeface="Arial"/>
                <a:ea typeface="Arial"/>
                <a:cs typeface="Arial"/>
              </a:defRPr>
            </a:lvl6pPr>
            <a:lvl7pPr>
              <a:defRPr sz="1950" b="1">
                <a:solidFill>
                  <a:srgbClr val="20322B"/>
                </a:solidFill>
                <a:latin typeface="Arial"/>
                <a:ea typeface="Arial"/>
                <a:cs typeface="Arial"/>
              </a:defRPr>
            </a:lvl7pPr>
            <a:lvl8pPr>
              <a:defRPr sz="1950" b="1">
                <a:solidFill>
                  <a:srgbClr val="20322B"/>
                </a:solidFill>
                <a:latin typeface="Arial"/>
                <a:ea typeface="Arial"/>
                <a:cs typeface="Arial"/>
              </a:defRPr>
            </a:lvl8pPr>
            <a:lvl9pPr>
              <a:defRPr sz="1950" b="1">
                <a:solidFill>
                  <a:srgbClr val="20322B"/>
                </a:solidFill>
                <a:latin typeface="Arial"/>
                <a:ea typeface="Arial"/>
                <a:cs typeface="Arial"/>
              </a:defRPr>
            </a:lvl9pPr>
          </a:lstStyle>
          <a:p xmlns:a="http://schemas.openxmlformats.org/drawingml/2006/main">
            <a:pPr>
              <a:defRPr sz="1950" b="1">
                <a:solidFill>
                  <a:srgbClr val="20322B"/>
                </a:solidFill>
                <a:latin typeface="Arial"/>
                <a:ea typeface="Arial"/>
                <a:cs typeface="Arial"/>
              </a:defRPr>
            </a:pPr>
            <a:r>
              <a:rPr sz="1950" b="1">
                <a:solidFill>
                  <a:srgbClr val="20322B"/>
                </a:solidFill>
                <a:latin typeface="Arial"/>
                <a:ea typeface="Arial"/>
                <a:cs typeface="Arial"/>
              </a:rPr>
              <a:t>Week 7: 26 Oct-1 Nov</a:t>
            </a:r>
          </a:p>
        </p:txBody>
      </p:sp>
      <p:sp>
        <p:nvSpPr>
          <p:cNvPr id="23" name="">
            <a:extLst xmlns:a="http://schemas.openxmlformats.org/drawingml/2006/main">
              <a:ext uri="{FF2B5EF4-FFF2-40B4-BE49-F238E27FC236}">
                <a16:creationId xmlns:a16="http://schemas.microsoft.com/office/drawing/2014/main" id="{8DF15027-0556-4391-93C6-5903FE28FB19}"/>
              </a:ext>
            </a:extLst>
          </p:cNvPr>
          <p:cNvSpPr>
            <a:spLocks xmlns:a="http://schemas.openxmlformats.org/drawingml/2006/main" noGrp="1"/>
          </p:cNvSpPr>
          <p:nvPr/>
        </p:nvSpPr>
        <p:spPr>
          <a:xfrm xmlns:a="http://schemas.openxmlformats.org/drawingml/2006/main">
            <a:off x="6667500" y="401955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Review the concept choice. Test how users understand dates, fees and privacy.</a:t>
            </a:r>
          </a:p>
        </p:txBody>
      </p:sp>
      <p:sp>
        <p:nvSpPr>
          <p:cNvPr id="24" name="">
            <a:extLst xmlns:a="http://schemas.openxmlformats.org/drawingml/2006/main">
              <a:ext uri="{FF2B5EF4-FFF2-40B4-BE49-F238E27FC236}">
                <a16:creationId xmlns:a16="http://schemas.microsoft.com/office/drawing/2014/main" id="{0FCA533F-4782-4CCD-9935-6950D3C22D2F}"/>
              </a:ext>
            </a:extLst>
          </p:cNvPr>
          <p:cNvSpPr>
            <a:spLocks xmlns:a="http://schemas.openxmlformats.org/drawingml/2006/main" noGrp="1"/>
          </p:cNvSpPr>
          <p:nvPr/>
        </p:nvSpPr>
        <p:spPr>
          <a:xfrm xmlns:a="http://schemas.openxmlformats.org/drawingml/2006/main">
            <a:off x="6667500" y="48577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defRPr sz="1950" b="1">
                <a:solidFill>
                  <a:srgbClr val="20322B"/>
                </a:solidFill>
                <a:latin typeface="Arial"/>
                <a:ea typeface="Arial"/>
                <a:cs typeface="Arial"/>
              </a:defRPr>
            </a:lvl1pPr>
            <a:lvl2pPr>
              <a:defRPr sz="1950" b="1">
                <a:solidFill>
                  <a:srgbClr val="20322B"/>
                </a:solidFill>
                <a:latin typeface="Arial"/>
                <a:ea typeface="Arial"/>
                <a:cs typeface="Arial"/>
              </a:defRPr>
            </a:lvl2pPr>
            <a:lvl3pPr>
              <a:defRPr sz="1950" b="1">
                <a:solidFill>
                  <a:srgbClr val="20322B"/>
                </a:solidFill>
                <a:latin typeface="Arial"/>
                <a:ea typeface="Arial"/>
                <a:cs typeface="Arial"/>
              </a:defRPr>
            </a:lvl3pPr>
            <a:lvl4pPr>
              <a:defRPr sz="1950" b="1">
                <a:solidFill>
                  <a:srgbClr val="20322B"/>
                </a:solidFill>
                <a:latin typeface="Arial"/>
                <a:ea typeface="Arial"/>
                <a:cs typeface="Arial"/>
              </a:defRPr>
            </a:lvl4pPr>
            <a:lvl5pPr>
              <a:defRPr sz="1950" b="1">
                <a:solidFill>
                  <a:srgbClr val="20322B"/>
                </a:solidFill>
                <a:latin typeface="Arial"/>
                <a:ea typeface="Arial"/>
                <a:cs typeface="Arial"/>
              </a:defRPr>
            </a:lvl5pPr>
            <a:lvl6pPr>
              <a:defRPr sz="1950" b="1">
                <a:solidFill>
                  <a:srgbClr val="20322B"/>
                </a:solidFill>
                <a:latin typeface="Arial"/>
                <a:ea typeface="Arial"/>
                <a:cs typeface="Arial"/>
              </a:defRPr>
            </a:lvl6pPr>
            <a:lvl7pPr>
              <a:defRPr sz="1950" b="1">
                <a:solidFill>
                  <a:srgbClr val="20322B"/>
                </a:solidFill>
                <a:latin typeface="Arial"/>
                <a:ea typeface="Arial"/>
                <a:cs typeface="Arial"/>
              </a:defRPr>
            </a:lvl7pPr>
            <a:lvl8pPr>
              <a:defRPr sz="1950" b="1">
                <a:solidFill>
                  <a:srgbClr val="20322B"/>
                </a:solidFill>
                <a:latin typeface="Arial"/>
                <a:ea typeface="Arial"/>
                <a:cs typeface="Arial"/>
              </a:defRPr>
            </a:lvl8pPr>
            <a:lvl9pPr>
              <a:defRPr sz="1950" b="1">
                <a:solidFill>
                  <a:srgbClr val="20322B"/>
                </a:solidFill>
                <a:latin typeface="Arial"/>
                <a:ea typeface="Arial"/>
                <a:cs typeface="Arial"/>
              </a:defRPr>
            </a:lvl9pPr>
          </a:lstStyle>
          <a:p xmlns:a="http://schemas.openxmlformats.org/drawingml/2006/main">
            <a:pPr>
              <a:defRPr sz="1950" b="1">
                <a:solidFill>
                  <a:srgbClr val="20322B"/>
                </a:solidFill>
                <a:latin typeface="Arial"/>
                <a:ea typeface="Arial"/>
                <a:cs typeface="Arial"/>
              </a:defRPr>
            </a:pPr>
            <a:r>
              <a:rPr sz="1950" b="1">
                <a:solidFill>
                  <a:srgbClr val="20322B"/>
                </a:solidFill>
                <a:latin typeface="Arial"/>
                <a:ea typeface="Arial"/>
                <a:cs typeface="Arial"/>
              </a:rPr>
              <a:t>Week 8: 2-6 Nov</a:t>
            </a:r>
          </a:p>
        </p:txBody>
      </p:sp>
      <p:sp>
        <p:nvSpPr>
          <p:cNvPr id="25" name="">
            <a:extLst xmlns:a="http://schemas.openxmlformats.org/drawingml/2006/main">
              <a:ext uri="{FF2B5EF4-FFF2-40B4-BE49-F238E27FC236}">
                <a16:creationId xmlns:a16="http://schemas.microsoft.com/office/drawing/2014/main" id="{565620A4-280D-478C-B8ED-F3CBF7C3848F}"/>
              </a:ext>
            </a:extLst>
          </p:cNvPr>
          <p:cNvSpPr>
            <a:spLocks xmlns:a="http://schemas.openxmlformats.org/drawingml/2006/main" noGrp="1"/>
          </p:cNvSpPr>
          <p:nvPr/>
        </p:nvSpPr>
        <p:spPr>
          <a:xfrm xmlns:a="http://schemas.openxmlformats.org/drawingml/2006/main">
            <a:off x="6667500" y="52578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defRPr sz="1875" b="0">
                <a:solidFill>
                  <a:srgbClr val="20322B"/>
                </a:solidFill>
                <a:latin typeface="Arial"/>
                <a:ea typeface="Arial"/>
                <a:cs typeface="Arial"/>
              </a:defRPr>
            </a:lvl1pPr>
            <a:lvl2pPr>
              <a:defRPr sz="1875" b="0">
                <a:solidFill>
                  <a:srgbClr val="20322B"/>
                </a:solidFill>
                <a:latin typeface="Arial"/>
                <a:ea typeface="Arial"/>
                <a:cs typeface="Arial"/>
              </a:defRPr>
            </a:lvl2pPr>
            <a:lvl3pPr>
              <a:defRPr sz="1875" b="0">
                <a:solidFill>
                  <a:srgbClr val="20322B"/>
                </a:solidFill>
                <a:latin typeface="Arial"/>
                <a:ea typeface="Arial"/>
                <a:cs typeface="Arial"/>
              </a:defRPr>
            </a:lvl3pPr>
            <a:lvl4pPr>
              <a:defRPr sz="1875" b="0">
                <a:solidFill>
                  <a:srgbClr val="20322B"/>
                </a:solidFill>
                <a:latin typeface="Arial"/>
                <a:ea typeface="Arial"/>
                <a:cs typeface="Arial"/>
              </a:defRPr>
            </a:lvl4pPr>
            <a:lvl5pPr>
              <a:defRPr sz="1875" b="0">
                <a:solidFill>
                  <a:srgbClr val="20322B"/>
                </a:solidFill>
                <a:latin typeface="Arial"/>
                <a:ea typeface="Arial"/>
                <a:cs typeface="Arial"/>
              </a:defRPr>
            </a:lvl5pPr>
            <a:lvl6pPr>
              <a:defRPr sz="1875" b="0">
                <a:solidFill>
                  <a:srgbClr val="20322B"/>
                </a:solidFill>
                <a:latin typeface="Arial"/>
                <a:ea typeface="Arial"/>
                <a:cs typeface="Arial"/>
              </a:defRPr>
            </a:lvl6pPr>
            <a:lvl7pPr>
              <a:defRPr sz="1875" b="0">
                <a:solidFill>
                  <a:srgbClr val="20322B"/>
                </a:solidFill>
                <a:latin typeface="Arial"/>
                <a:ea typeface="Arial"/>
                <a:cs typeface="Arial"/>
              </a:defRPr>
            </a:lvl7pPr>
            <a:lvl8pPr>
              <a:defRPr sz="1875" b="0">
                <a:solidFill>
                  <a:srgbClr val="20322B"/>
                </a:solidFill>
                <a:latin typeface="Arial"/>
                <a:ea typeface="Arial"/>
                <a:cs typeface="Arial"/>
              </a:defRPr>
            </a:lvl8pPr>
            <a:lvl9pPr>
              <a:defRPr sz="1875" b="0">
                <a:solidFill>
                  <a:srgbClr val="20322B"/>
                </a:solidFill>
                <a:latin typeface="Arial"/>
                <a:ea typeface="Arial"/>
                <a:cs typeface="Arial"/>
              </a:defRPr>
            </a:lvl9pPr>
          </a:lstStyle>
          <a:p xmlns:a="http://schemas.openxmlformats.org/drawingml/2006/main">
            <a:pPr>
              <a:defRPr sz="1875" b="0">
                <a:solidFill>
                  <a:srgbClr val="20322B"/>
                </a:solidFill>
                <a:latin typeface="Arial"/>
                <a:ea typeface="Arial"/>
                <a:cs typeface="Arial"/>
              </a:defRPr>
            </a:pPr>
            <a:r>
              <a:rPr sz="1875" b="0">
                <a:solidFill>
                  <a:srgbClr val="20322B"/>
                </a:solidFill>
                <a:latin typeface="Arial"/>
                <a:ea typeface="Arial"/>
                <a:cs typeface="Arial"/>
              </a:rPr>
              <a:t>Finalise six slides and sources. Submit by 6 Nov, 23:59 via LMO.</a:t>
            </a:r>
          </a:p>
        </p:txBody>
      </p:sp>
      <p:sp>
        <p:nvSpPr>
          <p:cNvPr id="26" name="">
            <a:extLst xmlns:a="http://schemas.openxmlformats.org/drawingml/2006/main">
              <a:ext uri="{FF2B5EF4-FFF2-40B4-BE49-F238E27FC236}">
                <a16:creationId xmlns:a16="http://schemas.microsoft.com/office/drawing/2014/main" id="{5C8A422C-9D77-4829-9FBB-6B620CBCADA9}"/>
              </a:ext>
            </a:extLst>
          </p:cNvPr>
          <p:cNvSpPr>
            <a:spLocks xmlns:a="http://schemas.openxmlformats.org/drawingml/2006/main" noGrp="1"/>
          </p:cNvSpPr>
          <p:nvPr/>
        </p:nvSpPr>
        <p:spPr>
          <a:xfrm xmlns:a="http://schemas.openxmlformats.org/drawingml/2006/main">
            <a:off x="609600" y="6048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defRPr sz="1650" b="0">
                <a:solidFill>
                  <a:srgbClr val="58635E"/>
                </a:solidFill>
                <a:latin typeface="Arial"/>
                <a:ea typeface="Arial"/>
                <a:cs typeface="Arial"/>
              </a:defRPr>
            </a:lvl1pPr>
            <a:lvl2pPr>
              <a:defRPr sz="1650" b="0">
                <a:solidFill>
                  <a:srgbClr val="58635E"/>
                </a:solidFill>
                <a:latin typeface="Arial"/>
                <a:ea typeface="Arial"/>
                <a:cs typeface="Arial"/>
              </a:defRPr>
            </a:lvl2pPr>
            <a:lvl3pPr>
              <a:defRPr sz="1650" b="0">
                <a:solidFill>
                  <a:srgbClr val="58635E"/>
                </a:solidFill>
                <a:latin typeface="Arial"/>
                <a:ea typeface="Arial"/>
                <a:cs typeface="Arial"/>
              </a:defRPr>
            </a:lvl3pPr>
            <a:lvl4pPr>
              <a:defRPr sz="1650" b="0">
                <a:solidFill>
                  <a:srgbClr val="58635E"/>
                </a:solidFill>
                <a:latin typeface="Arial"/>
                <a:ea typeface="Arial"/>
                <a:cs typeface="Arial"/>
              </a:defRPr>
            </a:lvl4pPr>
            <a:lvl5pPr>
              <a:defRPr sz="1650" b="0">
                <a:solidFill>
                  <a:srgbClr val="58635E"/>
                </a:solidFill>
                <a:latin typeface="Arial"/>
                <a:ea typeface="Arial"/>
                <a:cs typeface="Arial"/>
              </a:defRPr>
            </a:lvl5pPr>
            <a:lvl6pPr>
              <a:defRPr sz="1650" b="0">
                <a:solidFill>
                  <a:srgbClr val="58635E"/>
                </a:solidFill>
                <a:latin typeface="Arial"/>
                <a:ea typeface="Arial"/>
                <a:cs typeface="Arial"/>
              </a:defRPr>
            </a:lvl6pPr>
            <a:lvl7pPr>
              <a:defRPr sz="1650" b="0">
                <a:solidFill>
                  <a:srgbClr val="58635E"/>
                </a:solidFill>
                <a:latin typeface="Arial"/>
                <a:ea typeface="Arial"/>
                <a:cs typeface="Arial"/>
              </a:defRPr>
            </a:lvl7pPr>
            <a:lvl8pPr>
              <a:defRPr sz="1650" b="0">
                <a:solidFill>
                  <a:srgbClr val="58635E"/>
                </a:solidFill>
                <a:latin typeface="Arial"/>
                <a:ea typeface="Arial"/>
                <a:cs typeface="Arial"/>
              </a:defRPr>
            </a:lvl8pPr>
            <a:lvl9pPr>
              <a:defRPr sz="1650" b="0">
                <a:solidFill>
                  <a:srgbClr val="58635E"/>
                </a:solidFill>
                <a:latin typeface="Arial"/>
                <a:ea typeface="Arial"/>
                <a:cs typeface="Arial"/>
              </a:defRPr>
            </a:lvl9pPr>
          </a:lstStyle>
          <a:p xmlns:a="http://schemas.openxmlformats.org/drawingml/2006/main">
            <a:pPr>
              <a:defRPr sz="1650" b="0">
                <a:solidFill>
                  <a:srgbClr val="58635E"/>
                </a:solidFill>
                <a:latin typeface="Arial"/>
                <a:ea typeface="Arial"/>
                <a:cs typeface="Arial"/>
              </a:defRPr>
            </a:pPr>
            <a:r>
              <a:rPr sz="1650" b="0">
                <a:solidFill>
                  <a:srgbClr val="58635E"/>
                </a:solidFill>
                <a:latin typeface="Arial"/>
                <a:ea typeface="Arial"/>
                <a:cs typeface="Arial"/>
              </a:rPr>
              <a:t>Follow-on pilot gate: 2 genuine completions without a severe privacy or loss incident, or narrow the service.</a:t>
            </a:r>
          </a:p>
        </p:txBody>
      </p:sp>
    </p:spTree>
    <p:extLst>
      <p:ext uri="{BB962C8B-B14F-4D97-AF65-F5344CB8AC3E}">
        <p14:creationId xmlns:p14="http://schemas.microsoft.com/office/powerpoint/2010/main" val="2363011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2026-10-18T14:37:59.5520000Z</dcterms:created>
  <dcterms:modified xsi:type="dcterms:W3CDTF">2026-10-18T14:37:59.5520000Z</dcterms:modified>
</coreProperties>
</file>
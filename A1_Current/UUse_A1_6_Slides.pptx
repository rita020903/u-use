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a9385bb574646c6" /><Relationship Type="http://schemas.openxmlformats.org/officeDocument/2006/relationships/extended-properties" Target="/docProps/app.xml" Id="Re044194287954859" /><Relationship Type="http://schemas.openxmlformats.org/officeDocument/2006/relationships/officeDocument" Target="/ppt/presentation.xml" Id="R910e8245ada54054" /></Relationships>
</file>

<file path=ppt/presentation.xml><?xml version="1.0" encoding="utf-8"?>
<p:presentation xmlns:p="http://schemas.openxmlformats.org/presentationml/2006/main">
  <p:sldMasterIdLst>
    <p:sldMasterId xmlns:r="http://schemas.openxmlformats.org/officeDocument/2006/relationships" id="2147483648" r:id="Rdb436557a86d427e"/>
  </p:sldMasterIdLst>
  <p:notesMasterIdLst>
    <p:notesMasterId xmlns:r="http://schemas.openxmlformats.org/officeDocument/2006/relationships" r:id="R47024315c3f8495d"/>
  </p:notesMasterIdLst>
  <p:sldIdLst>
    <p:sldId xmlns:r="http://schemas.openxmlformats.org/officeDocument/2006/relationships" id="256" r:id="R05dade161a394c6e"/>
    <p:sldId xmlns:r="http://schemas.openxmlformats.org/officeDocument/2006/relationships" id="257" r:id="R8119471aa3e44215"/>
    <p:sldId xmlns:r="http://schemas.openxmlformats.org/officeDocument/2006/relationships" id="258" r:id="Rc27e143835dc46fa"/>
    <p:sldId xmlns:r="http://schemas.openxmlformats.org/officeDocument/2006/relationships" id="259" r:id="Rdc166bc986a84d9c"/>
    <p:sldId xmlns:r="http://schemas.openxmlformats.org/officeDocument/2006/relationships" id="260" r:id="Re231d5cb2e8a44e2"/>
    <p:sldId xmlns:r="http://schemas.openxmlformats.org/officeDocument/2006/relationships" id="261" r:id="R10c6a2b8231a44b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411bc78e35b4099" /><Relationship Type="http://schemas.openxmlformats.org/officeDocument/2006/relationships/slideMaster" Target="/ppt/slideMasters/slideMaster1.xml" Id="Rdb436557a86d427e" /><Relationship Type="http://schemas.openxmlformats.org/officeDocument/2006/relationships/notesMaster" Target="/ppt/notesMasters/notesMaster1.xml" Id="R47024315c3f8495d" /><Relationship Type="http://schemas.openxmlformats.org/officeDocument/2006/relationships/presProps" Target="/ppt/presProps.xml" Id="R26ad91c320fc45c5" /><Relationship Type="http://schemas.openxmlformats.org/officeDocument/2006/relationships/tableStyles" Target="/ppt/tableStyles.xml" Id="Rfe2ebba421204b74" /><Relationship Type="http://schemas.openxmlformats.org/officeDocument/2006/relationships/slide" Target="/ppt/slides/slide1.xml" Id="R05dade161a394c6e" /><Relationship Type="http://schemas.openxmlformats.org/officeDocument/2006/relationships/slide" Target="/ppt/slides/slide2.xml" Id="R8119471aa3e44215" /><Relationship Type="http://schemas.openxmlformats.org/officeDocument/2006/relationships/slide" Target="/ppt/slides/slide3.xml" Id="Rc27e143835dc46fa" /><Relationship Type="http://schemas.openxmlformats.org/officeDocument/2006/relationships/slide" Target="/ppt/slides/slide4.xml" Id="Rdc166bc986a84d9c" /><Relationship Type="http://schemas.openxmlformats.org/officeDocument/2006/relationships/slide" Target="/ppt/slides/slide5.xml" Id="Re231d5cb2e8a44e2" /><Relationship Type="http://schemas.openxmlformats.org/officeDocument/2006/relationships/slide" Target="/ppt/slides/slide6.xml" Id="R10c6a2b8231a44b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53f371e3e6e448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eea1fca0d0647e2" /><Relationship Type="http://schemas.openxmlformats.org/officeDocument/2006/relationships/notesMaster" Target="/ppt/notesMasters/notesMaster1.xml" Id="R0cabe7d71ca84d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ac0338729f1c49ef" /><Relationship Type="http://schemas.openxmlformats.org/officeDocument/2006/relationships/notesMaster" Target="/ppt/notesMasters/notesMaster1.xml" Id="Rf3fe6ac5542c47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f73f1cd6d1754de0" /><Relationship Type="http://schemas.openxmlformats.org/officeDocument/2006/relationships/notesMaster" Target="/ppt/notesMasters/notesMaster1.xml" Id="R9868fa19039a4e9d" /></Relationships>
</file>

<file path=ppt/notesSlides/_rels/notesSlide4.xml.rels>&#65279;<?xml version="1.0" encoding="utf-8"?><Relationships xmlns="http://schemas.openxmlformats.org/package/2006/relationships"><Relationship Type="http://schemas.openxmlformats.org/officeDocument/2006/relationships/slide" Target="/ppt/slides/slide4.xml" Id="Rf65a5e2cc91f4749" /><Relationship Type="http://schemas.openxmlformats.org/officeDocument/2006/relationships/notesMaster" Target="/ppt/notesMasters/notesMaster1.xml" Id="R935cb68540ed462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580ef0e03834b96" /><Relationship Type="http://schemas.openxmlformats.org/officeDocument/2006/relationships/notesMaster" Target="/ppt/notesMasters/notesMaster1.xml" Id="Raf1709812d7e457d" /></Relationships>
</file>

<file path=ppt/notesSlides/_rels/notesSlide6.xml.rels>&#65279;<?xml version="1.0" encoding="utf-8"?><Relationships xmlns="http://schemas.openxmlformats.org/package/2006/relationships"><Relationship Type="http://schemas.openxmlformats.org/officeDocument/2006/relationships/slide" Target="/ppt/slides/slide6.xml" Id="R7c564b3ddcce454a" /><Relationship Type="http://schemas.openxmlformats.org/officeDocument/2006/relationships/notesMaster" Target="/ppt/notesMasters/notesMaster1.xml" Id="R3927b731e0c34a7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has no confirmed separate team name or supplied member backgrounds. U Use Team is a working name, approved as a temporary label rather than an invented registered entity. Roles follow Rita's allocation. Cover credit: built-in image generator, 19 Oct 2026. Image is illustrative props, not supply or research evidence. Engineering baseline cbb28a683bc9d73f128fbb980a8e0a05abbb90fb. Acceptance window 18-19 October 2026. Isolated business tests, TypeScript, production build/API checks, OCR regression and CI passed within recorded scope. See https://github.com/Rita020903/U-Use/blob/cbb28a683bc9d73f128fbb980a8e0a05abbb90fb/xjtlu-market-app/RELEASE_ACCEPTANCE.md . These use synthetic QA accounts and are not customer trials, real trades or public-launch certification. Live email, physical devices, Safari/GPS/network and production operation/recovery remain open. Payments and deposits are offline records, with no platform escrow or insurance.</a:t>
            </a:r>
          </a:p>
          <a:p xmlns:a="http://schemas.openxmlformats.org/drawingml/2006/main">
            <a:r>
              <a:t>Source: ENT303TC - 2026-27 CW - FINAL.pdf, supplied by Rita on 20 October 2026. A1 requirements pp.7-12, A2 pp.13-17, A3 pp.18-22, A4 pp.23-29, general conditions pp.30-31. The handbook provides the A1 6 November 23:59 clock time. Later portal notices take precedence. No portal submission or approved declaration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Team-provided interview summaries V001-V015, confirmed by Rita as reflecting team interviews. These are edited qualitative paraphrases, not verbatim quotations or a representative survey. Dates, consent and anonymised raw-record links remain to be completed privately. Negative and conditional responses remain in Research_Summaries.md. Synthetic 100-person practice data is separate and never a real sample.</a:t>
            </a:r>
          </a:p>
          <a:p xmlns:a="http://schemas.openxmlformats.org/drawingml/2006/main">
            <a:r>
              <a:t>XEC population context: more than 4,000 students in a May 2026 Xinhua Daily report republished by XJTLU, https://www.xjtlu.edu.cn/zh/news/2026/05/xinhuaribao20zhounianxinwen . This is dated media context, not an October register or demand. Approximately 430 across eight DTS classes: Rita, 19 October 2026, not verified recruitment or active users. Four-week assumptions: 80 invites, 10% posting, 25% completion, four responsive owners with two fulfilments each. MIN(80*.1*.25,4*2)=2 completed requests. All outputs are planning, including supply. Source: unchanged A1 workbook Pilot model B5:B14 and input rows. No individual class count is invented.</a:t>
            </a:r>
          </a:p>
          <a:p xmlns:a="http://schemas.openxmlformats.org/drawingml/2006/main">
            <a:r>
              <a:t>Visible service scope reviewed 19 October 2026: Xianyu https://www.goofish.com/ , Renrenzu https://www.rrzu.com/home/index and https://m.rrzu.com/about/us (official indexed introduction, direct fetch unavailable), ATRenew https://ir.atrenew.com/company/company-profile . Service scope does not prove globally absent features. Task comparisons and prospective differentiation remain hypotheses.</a:t>
            </a:r>
          </a:p>
          <a:p xmlns:a="http://schemas.openxmlformats.org/drawingml/2006/main">
            <a:r>
              <a:t>Slide chart is an editable snapshot of unchanged A1 workbook outputs B7, B8 and B10. Original formulas remain in that external workbook.</a:t>
            </a:r>
          </a:p>
          <a:p xmlns:a="http://schemas.openxmlformats.org/drawingml/2006/main">
            <a:r>
              <a:t>Source: ENT303TC - 2026-27 CW - FINAL.pdf, supplied by Rita on 20 October 2026. A1 requirements pp.7-12, A2 pp.13-17, A3 pp.18-22, A4 pp.23-29, general conditions pp.30-31. The handbook provides the A1 6 November 23:59 clock time. Later portal notices take precedence. No portal submission or approved declaration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USP is coordination for a planned campus item need, not proven exclusivity or a protected moat. Compare relevant task outcomes with the named alternatives and known peers. No listing or recommendation guarantees supply. Buy and permanent swap transfer ownership; only temporary borrowing/rental requires return. Visible service scope reviewed 19 October 2026: Xianyu https://www.goofish.com/ , Renrenzu https://www.rrzu.com/home/index and https://m.rrzu.com/about/us (official indexed introduction, direct fetch unavailable), ATRenew https://ir.atrenew.com/company/company-profile . Service scope does not prove globally absent features. Task comparisons and prospective differentiation remain hypotheses.</a:t>
            </a:r>
          </a:p>
          <a:p xmlns:a="http://schemas.openxmlformats.org/drawingml/2006/main">
            <a:r>
              <a:t>Engineering baseline cbb28a683bc9d73f128fbb980a8e0a05abbb90fb. Acceptance window 18-19 October 2026. Isolated business tests, TypeScript, production build/API checks, OCR regression and CI passed within recorded scope. See https://github.com/Rita020903/U-Use/blob/cbb28a683bc9d73f128fbb980a8e0a05abbb90fb/xjtlu-market-app/RELEASE_ACCEPTANCE.md . These use synthetic QA accounts and are not customer trials, real trades or public-launch certification. Live email, physical devices, Safari/GPS/network and production operation/recovery remain open. Payments and deposits are offline records, with no platform escrow or insurance.</a:t>
            </a:r>
          </a:p>
          <a:p xmlns:a="http://schemas.openxmlformats.org/drawingml/2006/main">
            <a:r>
              <a:t>Both screenshots come from the actual local QA run with synthetic accounts. The second is a detail crop. These images do not establish real trades or participant success.</a:t>
            </a:r>
          </a:p>
          <a:p xmlns:a="http://schemas.openxmlformats.org/drawingml/2006/main">
            <a:r>
              <a:t>Source: ENT303TC - 2026-27 CW - FINAL.pdf, supplied by Rita on 20 October 2026. A1 requirements pp.7-12, A2 pp.13-17, A3 pp.18-22, A4 pp.23-29, general conditions pp.30-31. The handbook provides the A1 6 November 23:59 clock time. Later portal notices take precedence. No portal submission or approved declaration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Technical source inspected 20 Oct 2026: xjtlu-market-app/lib/timetable-import.ts (PDF.js and browser-local OCR), timetable.ts (individual term, teaching-week and exception validation), matching.ts (14-day horizon, 15-minute steps, explicit availability, both schedules, product and person booking conflicts, public handoff constraints, travel/lead buffers and ranking; up to four suggestions, spaced by at least an hour). Ranking favours earlier dates and a reviewed class-location relationship, with a proximity-to-midday heuristic. It is not trained AI or guaranteed route travel. Raw OCR is not a public schedule. Engineering baseline cbb28a683bc9d73f128fbb980a8e0a05abbb90fb. Acceptance window 18-19 October 2026. Isolated business tests, TypeScript, production build/API checks, OCR regression and CI passed within recorded scope. See https://github.com/Rita020903/U-Use/blob/cbb28a683bc9d73f128fbb980a8e0a05abbb90fb/xjtlu-market-app/RELEASE_ACCEPTANCE.md . These use synthetic QA accounts and are not customer trials, real trades or public-launch certification. Live email, physical devices, Safari/GPS/network and production operation/recovery remain open. Payments and deposits are offline records, with no platform escrow or insurance.</a:t>
            </a:r>
          </a:p>
          <a:p xmlns:a="http://schemas.openxmlformats.org/drawingml/2006/main">
            <a:r>
              <a:t>Source: ENT303TC - 2026-27 CW - FINAL.pdf, supplied by Rita on 20 October 2026. A1 requirements pp.7-12, A2 pp.13-17, A3 pp.18-22, A4 pp.23-29, general conditions pp.30-31. The handbook provides the A1 6 November 23:59 clock time. Later portal notices take precedence. No portal submission or approved declaration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A1 four-week assumptions: pilot platform fees CNY0, cash budget CNY180 (hosting 60, email 20, materials 50, contingency 50), two expected completions with 50% fee-bearing share and CNY20 paid consideration produce CNY20 GMV. A hypothetical later 5% fee produces CNY1 before costs. Refundable deposits, free borrowing and swaps are excluded. Team time: 56 hours at assumed CNY20/hour, CNY1,120 opportunity cost, not wages paid. Pilot cash result -180. New A2 six-month forecasts are separate and retain the first-month 180 cash envelope.</a:t>
            </a:r>
          </a:p>
          <a:p xmlns:a="http://schemas.openxmlformats.org/drawingml/2006/main">
            <a:r>
              <a:t>Partners are proposed, not signed or university-endorsed. The development path is to test useful supply and repeat tasks, then price/cost viability. The 430-person cohort is not assumed to generate enough transactions for break-even. New A2 model exposes the weak six-month base case.</a:t>
            </a:r>
          </a:p>
          <a:p xmlns:a="http://schemas.openxmlformats.org/drawingml/2006/main">
            <a:r>
              <a:t>Source: ENT303TC - 2026-27 CW - FINAL.pdf, supplied by Rita on 20 October 2026. A1 requirements pp.7-12, A2 pp.13-17, A3 pp.18-22, A4 pp.23-29, general conditions pp.30-31. The handbook provides the A1 6 November 23:59 clock time. Later portal notices take precedence. No portal submission or approved declaration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Names and role allocations come from Rita. The user has not supplied separate team name or relevant member backgrounds. Capability areas are the work domains of the agreed roles, not claims of qualifications, employment, expert proficiency or completed contribution. Each member must confirm genuine skills and link actual work before submission. Assigned outputs are responsibilities, not completed milestones. Source: ENT303TC - 2026-27 CW - FINAL.pdf, supplied by Rita on 20 October 2026. A1 requirements pp.7-12, A2 pp.13-17, A3 pp.18-22, A4 pp.23-29, general conditions pp.30-31. The handbook provides the A1 6 November 23:59 clock time. Later portal notices take precedence. No portal submission or approved declaration is claimed.</a:t>
            </a:r>
          </a:p>
          <a:p xmlns:a="http://schemas.openxmlformats.org/drawingml/2006/main">
            <a:r>
              <a:t>Source: ENT303TC - 2026-27 CW - FINAL.pdf, supplied by Rita on 20 October 2026. A1 requirements pp.7-12, A2 pp.13-17, A3 pp.18-22, A4 pp.23-29, general conditions pp.30-31. The handbook provides the A1 6 November 23:59 clock time. Later portal notices take precedence. No portal submission or approved declaration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d266c424fab48e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c142495af1e40a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06e82845e7d4d7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0f949f59dd941b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b3c06e9935b4e5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d5f71a7c8294f8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1A5DBBF-42AB-4907-B86B-8D2673233B4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AAED774-199F-490E-A24B-E3C6C94071D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922CAA3-2F01-4344-8992-7EE2FB340AF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F93195-7873-44B2-BD58-00FFC973B5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F1DFE1-AB7C-4C35-8E85-9C28CAAB17F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E78B1D2-E0E3-4668-943E-176DEE2E592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44F8019-7B57-402D-A4E1-BEE43A18FD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F064A57-62A7-4189-B180-5C36AAD7BCA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DF0D7E7-0529-451B-95A9-B4DDBE2E8F4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16139F-4C7A-4E5D-86A6-E3D5348F9F0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05e5351a1da491f" /><Relationship Type="http://schemas.openxmlformats.org/officeDocument/2006/relationships/slideLayout" Target="/ppt/slideLayouts/slideLayout1.xml" Id="Rd4dbb68311f64ad4" /><Relationship Type="http://schemas.openxmlformats.org/officeDocument/2006/relationships/slideLayout" Target="/ppt/slideLayouts/slideLayout2.xml" Id="R618e1fc0f6e44a1d" /><Relationship Type="http://schemas.openxmlformats.org/officeDocument/2006/relationships/slideLayout" Target="/ppt/slideLayouts/slideLayout3.xml" Id="Rcc9812dceeb64e28" /><Relationship Type="http://schemas.openxmlformats.org/officeDocument/2006/relationships/slideLayout" Target="/ppt/slideLayouts/slideLayout4.xml" Id="R54ef4bb8de374c13" /><Relationship Type="http://schemas.openxmlformats.org/officeDocument/2006/relationships/slideLayout" Target="/ppt/slideLayouts/slideLayout5.xml" Id="R774ff500664c49dc" /><Relationship Type="http://schemas.openxmlformats.org/officeDocument/2006/relationships/slideLayout" Target="/ppt/slideLayouts/slideLayout6.xml" Id="R341560ba391b43f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4dbb68311f64ad4"/>
    <p:sldLayoutId xmlns:r="http://schemas.openxmlformats.org/officeDocument/2006/relationships" id="2147483650" r:id="R618e1fc0f6e44a1d"/>
    <p:sldLayoutId xmlns:r="http://schemas.openxmlformats.org/officeDocument/2006/relationships" id="2147483651" r:id="Rcc9812dceeb64e28"/>
    <p:sldLayoutId xmlns:r="http://schemas.openxmlformats.org/officeDocument/2006/relationships" id="2147483652" r:id="R54ef4bb8de374c13"/>
    <p:sldLayoutId xmlns:r="http://schemas.openxmlformats.org/officeDocument/2006/relationships" id="2147483653" r:id="R774ff500664c49dc"/>
    <p:sldLayoutId xmlns:r="http://schemas.openxmlformats.org/officeDocument/2006/relationships" id="2147483654" r:id="R341560ba391b43f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4b440a9fde849f1" /><Relationship Type="http://schemas.openxmlformats.org/officeDocument/2006/relationships/image" Target="/ppt/media/image.png" Id="R12d67a3f1d6c48d3" /><Relationship Type="http://schemas.openxmlformats.org/officeDocument/2006/relationships/notesSlide" Target="/ppt/notesSlides/notesSlide1.xml" Id="R989f5d24a76c451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7526114f65d4339" /><Relationship Type="http://schemas.openxmlformats.org/officeDocument/2006/relationships/chart" Target="/ppt/slides/charts/chart1.xml" Id="Re0ae5b21e2984c0e" /><Relationship Type="http://schemas.openxmlformats.org/officeDocument/2006/relationships/notesSlide" Target="/ppt/notesSlides/notesSlide2.xml" Id="Raf8b9161ae6049d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b2eb1fc6ff24c0b" /><Relationship Type="http://schemas.openxmlformats.org/officeDocument/2006/relationships/image" Target="/ppt/media/image.jpeg" Id="Redd306dbb8a043a5" /><Relationship Type="http://schemas.openxmlformats.org/officeDocument/2006/relationships/image" Target="/ppt/media/image2.jpeg" Id="R13b33b3cb4ad4bf0" /><Relationship Type="http://schemas.openxmlformats.org/officeDocument/2006/relationships/notesSlide" Target="/ppt/notesSlides/notesSlide3.xml" Id="R286f1d146b2b420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d35226e24df4044" /><Relationship Type="http://schemas.openxmlformats.org/officeDocument/2006/relationships/notesSlide" Target="/ppt/notesSlides/notesSlide4.xml" Id="R85910daf8703424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6e3ec4774664384" /><Relationship Type="http://schemas.openxmlformats.org/officeDocument/2006/relationships/chart" Target="/ppt/slides/charts/chart2.xml" Id="R0a6abc4d17a946f2" /><Relationship Type="http://schemas.openxmlformats.org/officeDocument/2006/relationships/notesSlide" Target="/ppt/notesSlides/notesSlide5.xml" Id="R7b6460dbfa16448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528ab6d2b794ca5" /><Relationship Type="http://schemas.openxmlformats.org/officeDocument/2006/relationships/notesSlide" Target="/ppt/notesSlides/notesSlide6.xml" Id="R78caa38dce2a405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b="1">
                <a:solidFill>
                  <a:srgbClr val="172B24"/>
                </a:solidFill>
                <a:latin typeface="Arial"/>
                <a:ea typeface="Arial"/>
                <a:cs typeface="Arial"/>
              </a:rPr>
              <a:t>Four-week SOM planning case</a:t>
            </a:r>
          </a:p>
        </c:rich>
      </c:tx>
      <c:overlay val="0"/>
      <c:txPr>
        <a:bodyPr xmlns:a="http://schemas.openxmlformats.org/drawingml/2006/main" anchorCtr="1"/>
        <a:lstStyle xmlns:a="http://schemas.openxmlformats.org/drawingml/2006/main"/>
        <a:p xmlns:a="http://schemas.openxmlformats.org/drawingml/2006/main">
          <a:pPr>
            <a:defRPr sz="1650" b="1">
              <a:solidFill>
                <a:srgbClr val="172B24"/>
              </a:solidFill>
              <a:latin typeface="Arial"/>
              <a:ea typeface="Arial"/>
              <a:cs typeface="Arial"/>
            </a:defRPr>
          </a:pPr>
        </a:p>
      </c:txPr>
    </c:title>
    <c:plotArea>
      <c:barChart>
        <c:barDir val="bar"/>
        <c:grouping val="clustered"/>
        <c:varyColors val="0"/>
        <c:ser>
          <c:idx val="0"/>
          <c:order val="0"/>
          <c:tx>
            <c:v>Four-week SOM planning case</c:v>
          </c:tx>
          <c:spPr>
            <a:solidFill xmlns:a="http://schemas.openxmlformats.org/drawingml/2006/main">
              <a:srgbClr val="C26D55"/>
            </a:solidFill>
          </c:spPr>
          <c:invertIfNegative val="0"/>
          <c:dPt>
            <c:idx val="0"/>
            <c:invertIfNegative val="0"/>
            <c:spPr>
              <a:solidFill xmlns:a="http://schemas.openxmlformats.org/drawingml/2006/main">
                <a:srgbClr val="C26D55"/>
              </a:solidFill>
            </c:spPr>
          </c:dPt>
          <c:dPt>
            <c:idx val="1"/>
            <c:invertIfNegative val="0"/>
            <c:spPr>
              <a:solidFill xmlns:a="http://schemas.openxmlformats.org/drawingml/2006/main">
                <a:srgbClr val="24634D"/>
              </a:solidFill>
            </c:spPr>
          </c:dPt>
          <c:dPt>
            <c:idx val="2"/>
            <c:invertIfNegative val="0"/>
            <c:spPr>
              <a:solidFill xmlns:a="http://schemas.openxmlformats.org/drawingml/2006/main">
                <a:srgbClr val="426D91"/>
              </a:solidFill>
            </c:spPr>
          </c:dPt>
          <c:cat>
            <c:strRef>
              <c:f>'Chart Data'!$A$2:$A$4</c:f>
              <c:strCache>
                <c:ptCount val="3"/>
                <c:pt idx="0">
                  <c:v>Completed</c:v>
                </c:pt>
                <c:pt idx="1">
                  <c:v>Requests</c:v>
                </c:pt>
                <c:pt idx="2">
                  <c:v>Invited</c:v>
                </c:pt>
              </c:strCache>
            </c:strRef>
          </c:cat>
          <c:val>
            <c:numRef>
              <c:f>'Chart Data'!$B$2:$B$4</c:f>
              <c:numCache>
                <c:formatCode>0</c:formatCode>
                <c:ptCount val="3"/>
                <c:pt idx="0">
                  <c:v>2</c:v>
                </c:pt>
                <c:pt idx="1">
                  <c:v>8</c:v>
                </c:pt>
                <c:pt idx="2">
                  <c:v>80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500" b="1">
                  <a:solidFill>
                    <a:srgbClr val="172B24"/>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350">
                <a:solidFill>
                  <a:srgbClr val="5C6A63"/>
                </a:solidFill>
                <a:latin typeface="Arial"/>
                <a:ea typeface="Arial"/>
                <a:cs typeface="Arial"/>
              </a:defRPr>
            </a:pPr>
          </a:p>
        </c:txPr>
        <c:crossAx val="48672768"/>
      </c:catAx>
      <c:valAx>
        <c:axId val="48672768"/>
        <c:scaling>
          <c:orientation val="minMax"/>
          <c:max val="90"/>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575" b="1">
                <a:solidFill>
                  <a:srgbClr val="172B24"/>
                </a:solidFill>
                <a:latin typeface="Arial"/>
                <a:ea typeface="Arial"/>
                <a:cs typeface="Arial"/>
              </a:rPr>
              <a:t>CNY180 four-week cash budget</a:t>
            </a:r>
          </a:p>
        </c:rich>
      </c:tx>
      <c:overlay val="0"/>
      <c:txPr>
        <a:bodyPr xmlns:a="http://schemas.openxmlformats.org/drawingml/2006/main" anchorCtr="1"/>
        <a:lstStyle xmlns:a="http://schemas.openxmlformats.org/drawingml/2006/main"/>
        <a:p xmlns:a="http://schemas.openxmlformats.org/drawingml/2006/main">
          <a:pPr>
            <a:defRPr sz="1575" b="1">
              <a:solidFill>
                <a:srgbClr val="172B24"/>
              </a:solidFill>
              <a:latin typeface="Arial"/>
              <a:ea typeface="Arial"/>
              <a:cs typeface="Arial"/>
            </a:defRPr>
          </a:pPr>
        </a:p>
      </c:txPr>
    </c:title>
    <c:plotArea>
      <c:barChart>
        <c:barDir val="bar"/>
        <c:grouping val="clustered"/>
        <c:varyColors val="0"/>
        <c:ser>
          <c:idx val="0"/>
          <c:order val="0"/>
          <c:tx>
            <c:v>CNY180 four-week cash budget</c:v>
          </c:tx>
          <c:spPr>
            <a:solidFill xmlns:a="http://schemas.openxmlformats.org/drawingml/2006/main">
              <a:srgbClr val="8C9C50"/>
            </a:solidFill>
          </c:spPr>
          <c:invertIfNegative val="0"/>
          <c:dPt>
            <c:idx val="0"/>
            <c:invertIfNegative val="0"/>
            <c:spPr>
              <a:solidFill xmlns:a="http://schemas.openxmlformats.org/drawingml/2006/main">
                <a:srgbClr val="8C9C50"/>
              </a:solidFill>
            </c:spPr>
          </c:dPt>
          <c:dPt>
            <c:idx val="1"/>
            <c:invertIfNegative val="0"/>
            <c:spPr>
              <a:solidFill xmlns:a="http://schemas.openxmlformats.org/drawingml/2006/main">
                <a:srgbClr val="C26D55"/>
              </a:solidFill>
            </c:spPr>
          </c:dPt>
          <c:dPt>
            <c:idx val="2"/>
            <c:invertIfNegative val="0"/>
            <c:spPr>
              <a:solidFill xmlns:a="http://schemas.openxmlformats.org/drawingml/2006/main">
                <a:srgbClr val="426D91"/>
              </a:solidFill>
            </c:spPr>
          </c:dPt>
          <c:dPt>
            <c:idx val="3"/>
            <c:invertIfNegative val="0"/>
            <c:spPr>
              <a:solidFill xmlns:a="http://schemas.openxmlformats.org/drawingml/2006/main">
                <a:srgbClr val="24634D"/>
              </a:solidFill>
            </c:spPr>
          </c:dPt>
          <c:cat>
            <c:strRef>
              <c:f>'Chart Data'!$A$2:$A$5</c:f>
              <c:strCache>
                <c:ptCount val="4"/>
                <c:pt idx="0">
                  <c:v>Contingency</c:v>
                </c:pt>
                <c:pt idx="1">
                  <c:v>Materials</c:v>
                </c:pt>
                <c:pt idx="2">
                  <c:v>Email</c:v>
                </c:pt>
                <c:pt idx="3">
                  <c:v>Hosting</c:v>
                </c:pt>
              </c:strCache>
            </c:strRef>
          </c:cat>
          <c:val>
            <c:numRef>
              <c:f>'Chart Data'!$B$2:$B$5</c:f>
              <c:numCache>
                <c:formatCode>0</c:formatCode>
                <c:ptCount val="4"/>
                <c:pt idx="0">
                  <c:v>50</c:v>
                </c:pt>
                <c:pt idx="1">
                  <c:v>50</c:v>
                </c:pt>
                <c:pt idx="2">
                  <c:v>20</c:v>
                </c:pt>
                <c:pt idx="3">
                  <c:v>60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1425" b="1">
                  <a:solidFill>
                    <a:srgbClr val="172B24"/>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5C6A63"/>
                </a:solidFill>
                <a:latin typeface="Arial"/>
                <a:ea typeface="Arial"/>
                <a:cs typeface="Arial"/>
              </a:defRPr>
            </a:pPr>
          </a:p>
        </c:txPr>
        <c:crossAx val="48672768"/>
      </c:catAx>
      <c:valAx>
        <c:axId val="48672768"/>
        <c:scaling>
          <c:orientation val="minMax"/>
          <c:max val="70"/>
          <c:min val="0"/>
        </c:scaling>
        <c:delete val="1"/>
        <c:axPos val="b"/>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spPr>
        <a:solidFill xmlns:a="http://schemas.openxmlformats.org/drawingml/2006/main">
          <a:srgbClr val="FFFFFF"/>
        </a:solidFill>
        <a:ln xmlns:a="http://schemas.openxmlformats.org/drawingml/2006/main" w="0">
          <a:noFill/>
        </a:ln>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1221C"/>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413E3441-D82B-4833-A0BD-521143D6EE1F}"/>
              </a:ext>
            </a:extLst>
          </p:cNvPr>
          <p:cNvPicPr>
            <a:picLocks xmlns:a="http://schemas.openxmlformats.org/drawingml/2006/main" noChangeAspect="1"/>
          </p:cNvPicPr>
          <p:nvPr/>
        </p:nvPicPr>
        <p:blipFill>
          <a:blip xmlns:r="http://schemas.openxmlformats.org/officeDocument/2006/relationships" xmlns:a="http://schemas.openxmlformats.org/drawingml/2006/main" r:embed="R12d67a3f1d6c48d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B63C5DB-08D6-46F0-A23D-C98E38E76FE0}"/>
              </a:ext>
            </a:extLst>
          </p:cNvPr>
          <p:cNvSpPr>
            <a:spLocks xmlns:a="http://schemas.openxmlformats.org/drawingml/2006/main" noGrp="1"/>
          </p:cNvSpPr>
          <p:nvPr/>
        </p:nvSpPr>
        <p:spPr>
          <a:xfrm xmlns:a="http://schemas.openxmlformats.org/drawingml/2006/main">
            <a:off x="609600" y="409575"/>
            <a:ext cx="8001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BDCEC5"/>
                </a:solidFill>
                <a:latin typeface="Arial"/>
                <a:ea typeface="Arial"/>
                <a:cs typeface="Arial"/>
              </a:defRPr>
            </a:defPPr>
            <a:lvl1pPr>
              <a:defRPr sz="1575" b="0">
                <a:solidFill>
                  <a:srgbClr val="BDCEC5"/>
                </a:solidFill>
                <a:latin typeface="Arial"/>
                <a:ea typeface="Arial"/>
                <a:cs typeface="Arial"/>
              </a:defRPr>
            </a:lvl1pPr>
            <a:lvl2pPr>
              <a:defRPr sz="1575" b="0">
                <a:solidFill>
                  <a:srgbClr val="BDCEC5"/>
                </a:solidFill>
                <a:latin typeface="Arial"/>
                <a:ea typeface="Arial"/>
                <a:cs typeface="Arial"/>
              </a:defRPr>
            </a:lvl2pPr>
            <a:lvl3pPr>
              <a:defRPr sz="1575" b="0">
                <a:solidFill>
                  <a:srgbClr val="BDCEC5"/>
                </a:solidFill>
                <a:latin typeface="Arial"/>
                <a:ea typeface="Arial"/>
                <a:cs typeface="Arial"/>
              </a:defRPr>
            </a:lvl3pPr>
            <a:lvl4pPr>
              <a:defRPr sz="1575" b="0">
                <a:solidFill>
                  <a:srgbClr val="BDCEC5"/>
                </a:solidFill>
                <a:latin typeface="Arial"/>
                <a:ea typeface="Arial"/>
                <a:cs typeface="Arial"/>
              </a:defRPr>
            </a:lvl4pPr>
            <a:lvl5pPr>
              <a:defRPr sz="1575" b="0">
                <a:solidFill>
                  <a:srgbClr val="BDCEC5"/>
                </a:solidFill>
                <a:latin typeface="Arial"/>
                <a:ea typeface="Arial"/>
                <a:cs typeface="Arial"/>
              </a:defRPr>
            </a:lvl5pPr>
            <a:lvl6pPr>
              <a:defRPr sz="1575" b="0">
                <a:solidFill>
                  <a:srgbClr val="BDCEC5"/>
                </a:solidFill>
                <a:latin typeface="Arial"/>
                <a:ea typeface="Arial"/>
                <a:cs typeface="Arial"/>
              </a:defRPr>
            </a:lvl6pPr>
            <a:lvl7pPr>
              <a:defRPr sz="1575" b="0">
                <a:solidFill>
                  <a:srgbClr val="BDCEC5"/>
                </a:solidFill>
                <a:latin typeface="Arial"/>
                <a:ea typeface="Arial"/>
                <a:cs typeface="Arial"/>
              </a:defRPr>
            </a:lvl7pPr>
            <a:lvl8pPr>
              <a:defRPr sz="1575" b="0">
                <a:solidFill>
                  <a:srgbClr val="BDCEC5"/>
                </a:solidFill>
                <a:latin typeface="Arial"/>
                <a:ea typeface="Arial"/>
                <a:cs typeface="Arial"/>
              </a:defRPr>
            </a:lvl8pPr>
            <a:lvl9pPr>
              <a:defRPr sz="1575" b="0">
                <a:solidFill>
                  <a:srgbClr val="BDCEC5"/>
                </a:solidFill>
                <a:latin typeface="Arial"/>
                <a:ea typeface="Arial"/>
                <a:cs typeface="Arial"/>
              </a:defRPr>
            </a:lvl9pPr>
          </a:lstStyle>
          <a:p xmlns:a="http://schemas.openxmlformats.org/drawingml/2006/main">
            <a:pPr>
              <a:defRPr sz="1575" b="0">
                <a:solidFill>
                  <a:srgbClr val="BDCEC5"/>
                </a:solidFill>
                <a:latin typeface="Arial"/>
                <a:ea typeface="Arial"/>
                <a:cs typeface="Arial"/>
              </a:defRPr>
            </a:pPr>
            <a:r>
              <a:rPr sz="1575" b="0">
                <a:solidFill>
                  <a:srgbClr val="BDCEC5"/>
                </a:solidFill>
                <a:latin typeface="Arial"/>
                <a:ea typeface="Arial"/>
                <a:cs typeface="Arial"/>
              </a:rPr>
              <a:t>ENT303TC Assessment 1</a:t>
            </a:r>
          </a:p>
        </p:txBody>
      </p:sp>
      <p:sp>
        <p:nvSpPr>
          <p:cNvPr id="3" name="">
            <a:extLst xmlns:a="http://schemas.openxmlformats.org/drawingml/2006/main">
              <a:ext uri="{FF2B5EF4-FFF2-40B4-BE49-F238E27FC236}">
                <a16:creationId xmlns:a16="http://schemas.microsoft.com/office/drawing/2014/main" id="{A9EB0A04-01C6-4347-A41C-E390DB1941AC}"/>
              </a:ext>
            </a:extLst>
          </p:cNvPr>
          <p:cNvSpPr>
            <a:spLocks xmlns:a="http://schemas.openxmlformats.org/drawingml/2006/main" noGrp="1"/>
          </p:cNvSpPr>
          <p:nvPr/>
        </p:nvSpPr>
        <p:spPr>
          <a:xfrm xmlns:a="http://schemas.openxmlformats.org/drawingml/2006/main">
            <a:off x="552450" y="1381125"/>
            <a:ext cx="6191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0500" b="1">
                <a:solidFill>
                  <a:srgbClr val="FFFFFF"/>
                </a:solidFill>
                <a:latin typeface="Arial"/>
                <a:ea typeface="Arial"/>
                <a:cs typeface="Arial"/>
              </a:defRPr>
            </a:defPPr>
            <a:lvl1pPr>
              <a:defRPr sz="10500" b="1">
                <a:solidFill>
                  <a:srgbClr val="FFFFFF"/>
                </a:solidFill>
                <a:latin typeface="Arial"/>
                <a:ea typeface="Arial"/>
                <a:cs typeface="Arial"/>
              </a:defRPr>
            </a:lvl1pPr>
            <a:lvl2pPr>
              <a:defRPr sz="10500" b="1">
                <a:solidFill>
                  <a:srgbClr val="FFFFFF"/>
                </a:solidFill>
                <a:latin typeface="Arial"/>
                <a:ea typeface="Arial"/>
                <a:cs typeface="Arial"/>
              </a:defRPr>
            </a:lvl2pPr>
            <a:lvl3pPr>
              <a:defRPr sz="10500" b="1">
                <a:solidFill>
                  <a:srgbClr val="FFFFFF"/>
                </a:solidFill>
                <a:latin typeface="Arial"/>
                <a:ea typeface="Arial"/>
                <a:cs typeface="Arial"/>
              </a:defRPr>
            </a:lvl3pPr>
            <a:lvl4pPr>
              <a:defRPr sz="10500" b="1">
                <a:solidFill>
                  <a:srgbClr val="FFFFFF"/>
                </a:solidFill>
                <a:latin typeface="Arial"/>
                <a:ea typeface="Arial"/>
                <a:cs typeface="Arial"/>
              </a:defRPr>
            </a:lvl4pPr>
            <a:lvl5pPr>
              <a:defRPr sz="10500" b="1">
                <a:solidFill>
                  <a:srgbClr val="FFFFFF"/>
                </a:solidFill>
                <a:latin typeface="Arial"/>
                <a:ea typeface="Arial"/>
                <a:cs typeface="Arial"/>
              </a:defRPr>
            </a:lvl5pPr>
            <a:lvl6pPr>
              <a:defRPr sz="10500" b="1">
                <a:solidFill>
                  <a:srgbClr val="FFFFFF"/>
                </a:solidFill>
                <a:latin typeface="Arial"/>
                <a:ea typeface="Arial"/>
                <a:cs typeface="Arial"/>
              </a:defRPr>
            </a:lvl6pPr>
            <a:lvl7pPr>
              <a:defRPr sz="10500" b="1">
                <a:solidFill>
                  <a:srgbClr val="FFFFFF"/>
                </a:solidFill>
                <a:latin typeface="Arial"/>
                <a:ea typeface="Arial"/>
                <a:cs typeface="Arial"/>
              </a:defRPr>
            </a:lvl7pPr>
            <a:lvl8pPr>
              <a:defRPr sz="10500" b="1">
                <a:solidFill>
                  <a:srgbClr val="FFFFFF"/>
                </a:solidFill>
                <a:latin typeface="Arial"/>
                <a:ea typeface="Arial"/>
                <a:cs typeface="Arial"/>
              </a:defRPr>
            </a:lvl8pPr>
            <a:lvl9pPr>
              <a:defRPr sz="10500" b="1">
                <a:solidFill>
                  <a:srgbClr val="FFFFFF"/>
                </a:solidFill>
                <a:latin typeface="Arial"/>
                <a:ea typeface="Arial"/>
                <a:cs typeface="Arial"/>
              </a:defRPr>
            </a:lvl9pPr>
          </a:lstStyle>
          <a:p xmlns:a="http://schemas.openxmlformats.org/drawingml/2006/main">
            <a:pPr>
              <a:defRPr sz="10500" b="1">
                <a:solidFill>
                  <a:srgbClr val="FFFFFF"/>
                </a:solidFill>
                <a:latin typeface="Arial"/>
                <a:ea typeface="Arial"/>
                <a:cs typeface="Arial"/>
              </a:defRPr>
            </a:pPr>
            <a:r>
              <a:rPr sz="10500" b="1">
                <a:solidFill>
                  <a:srgbClr val="FFFFFF"/>
                </a:solidFill>
                <a:latin typeface="Arial"/>
                <a:ea typeface="Arial"/>
                <a:cs typeface="Arial"/>
              </a:rPr>
              <a:t>U Use</a:t>
            </a:r>
          </a:p>
        </p:txBody>
      </p:sp>
      <p:sp>
        <p:nvSpPr>
          <p:cNvPr id="4" name="">
            <a:extLst xmlns:a="http://schemas.openxmlformats.org/drawingml/2006/main">
              <a:ext uri="{FF2B5EF4-FFF2-40B4-BE49-F238E27FC236}">
                <a16:creationId xmlns:a16="http://schemas.microsoft.com/office/drawing/2014/main" id="{BDC5CA3D-9932-4211-AA31-A5775AE158B3}"/>
              </a:ext>
            </a:extLst>
          </p:cNvPr>
          <p:cNvSpPr>
            <a:spLocks xmlns:a="http://schemas.openxmlformats.org/drawingml/2006/main" noGrp="1"/>
          </p:cNvSpPr>
          <p:nvPr/>
        </p:nvSpPr>
        <p:spPr>
          <a:xfrm xmlns:a="http://schemas.openxmlformats.org/drawingml/2006/main">
            <a:off x="609600" y="3124200"/>
            <a:ext cx="53816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Campus item access</a:t>
            </a:r>
          </a:p>
        </p:txBody>
      </p:sp>
      <p:sp>
        <p:nvSpPr>
          <p:cNvPr id="5" name="">
            <a:extLst xmlns:a="http://schemas.openxmlformats.org/drawingml/2006/main">
              <a:ext uri="{FF2B5EF4-FFF2-40B4-BE49-F238E27FC236}">
                <a16:creationId xmlns:a16="http://schemas.microsoft.com/office/drawing/2014/main" id="{6F0CC467-BDB4-4BEF-8AFD-3A8A6CC0695D}"/>
              </a:ext>
            </a:extLst>
          </p:cNvPr>
          <p:cNvSpPr>
            <a:spLocks xmlns:a="http://schemas.openxmlformats.org/drawingml/2006/main" noGrp="1"/>
          </p:cNvSpPr>
          <p:nvPr/>
        </p:nvSpPr>
        <p:spPr>
          <a:xfrm xmlns:a="http://schemas.openxmlformats.org/drawingml/2006/main">
            <a:off x="609600" y="3914775"/>
            <a:ext cx="43624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0">
                <a:solidFill>
                  <a:srgbClr val="D4DED7"/>
                </a:solidFill>
                <a:latin typeface="Arial"/>
                <a:ea typeface="Arial"/>
                <a:cs typeface="Arial"/>
              </a:defRPr>
            </a:defPPr>
            <a:lvl1pPr>
              <a:defRPr sz="2100" b="0">
                <a:solidFill>
                  <a:srgbClr val="D4DED7"/>
                </a:solidFill>
                <a:latin typeface="Arial"/>
                <a:ea typeface="Arial"/>
                <a:cs typeface="Arial"/>
              </a:defRPr>
            </a:lvl1pPr>
            <a:lvl2pPr>
              <a:defRPr sz="2100" b="0">
                <a:solidFill>
                  <a:srgbClr val="D4DED7"/>
                </a:solidFill>
                <a:latin typeface="Arial"/>
                <a:ea typeface="Arial"/>
                <a:cs typeface="Arial"/>
              </a:defRPr>
            </a:lvl2pPr>
            <a:lvl3pPr>
              <a:defRPr sz="2100" b="0">
                <a:solidFill>
                  <a:srgbClr val="D4DED7"/>
                </a:solidFill>
                <a:latin typeface="Arial"/>
                <a:ea typeface="Arial"/>
                <a:cs typeface="Arial"/>
              </a:defRPr>
            </a:lvl3pPr>
            <a:lvl4pPr>
              <a:defRPr sz="2100" b="0">
                <a:solidFill>
                  <a:srgbClr val="D4DED7"/>
                </a:solidFill>
                <a:latin typeface="Arial"/>
                <a:ea typeface="Arial"/>
                <a:cs typeface="Arial"/>
              </a:defRPr>
            </a:lvl4pPr>
            <a:lvl5pPr>
              <a:defRPr sz="2100" b="0">
                <a:solidFill>
                  <a:srgbClr val="D4DED7"/>
                </a:solidFill>
                <a:latin typeface="Arial"/>
                <a:ea typeface="Arial"/>
                <a:cs typeface="Arial"/>
              </a:defRPr>
            </a:lvl5pPr>
            <a:lvl6pPr>
              <a:defRPr sz="2100" b="0">
                <a:solidFill>
                  <a:srgbClr val="D4DED7"/>
                </a:solidFill>
                <a:latin typeface="Arial"/>
                <a:ea typeface="Arial"/>
                <a:cs typeface="Arial"/>
              </a:defRPr>
            </a:lvl6pPr>
            <a:lvl7pPr>
              <a:defRPr sz="2100" b="0">
                <a:solidFill>
                  <a:srgbClr val="D4DED7"/>
                </a:solidFill>
                <a:latin typeface="Arial"/>
                <a:ea typeface="Arial"/>
                <a:cs typeface="Arial"/>
              </a:defRPr>
            </a:lvl7pPr>
            <a:lvl8pPr>
              <a:defRPr sz="2100" b="0">
                <a:solidFill>
                  <a:srgbClr val="D4DED7"/>
                </a:solidFill>
                <a:latin typeface="Arial"/>
                <a:ea typeface="Arial"/>
                <a:cs typeface="Arial"/>
              </a:defRPr>
            </a:lvl8pPr>
            <a:lvl9pPr>
              <a:defRPr sz="2100" b="0">
                <a:solidFill>
                  <a:srgbClr val="D4DED7"/>
                </a:solidFill>
                <a:latin typeface="Arial"/>
                <a:ea typeface="Arial"/>
                <a:cs typeface="Arial"/>
              </a:defRPr>
            </a:lvl9pPr>
          </a:lstStyle>
          <a:p xmlns:a="http://schemas.openxmlformats.org/drawingml/2006/main">
            <a:pPr>
              <a:defRPr sz="2100" b="0">
                <a:solidFill>
                  <a:srgbClr val="D4DED7"/>
                </a:solidFill>
                <a:latin typeface="Arial"/>
                <a:ea typeface="Arial"/>
                <a:cs typeface="Arial"/>
              </a:defRPr>
            </a:pPr>
            <a:r>
              <a:rPr sz="2100" b="0">
                <a:solidFill>
                  <a:srgbClr val="D4DED7"/>
                </a:solidFill>
                <a:latin typeface="Arial"/>
                <a:ea typeface="Arial"/>
                <a:cs typeface="Arial"/>
              </a:rPr>
              <a:t>Date-aware requests.</a:t>
            </a:r>
          </a:p>
          <a:p xmlns:a="http://schemas.openxmlformats.org/drawingml/2006/main">
            <a:pPr>
              <a:defRPr sz="2100" b="0">
                <a:solidFill>
                  <a:srgbClr val="D4DED7"/>
                </a:solidFill>
                <a:latin typeface="Arial"/>
                <a:ea typeface="Arial"/>
                <a:cs typeface="Arial"/>
              </a:defRPr>
            </a:pPr>
            <a:r>
              <a:rPr sz="2100" b="0">
                <a:solidFill>
                  <a:srgbClr val="D4DED7"/>
                </a:solidFill>
                <a:latin typeface="Arial"/>
                <a:ea typeface="Arial"/>
                <a:cs typeface="Arial"/>
              </a:rPr>
              <a:t>Private timetable matching.</a:t>
            </a:r>
          </a:p>
          <a:p xmlns:a="http://schemas.openxmlformats.org/drawingml/2006/main">
            <a:pPr>
              <a:defRPr sz="2100" b="0">
                <a:solidFill>
                  <a:srgbClr val="D4DED7"/>
                </a:solidFill>
                <a:latin typeface="Arial"/>
                <a:ea typeface="Arial"/>
                <a:cs typeface="Arial"/>
              </a:defRPr>
            </a:pPr>
            <a:r>
              <a:rPr sz="2100" b="0">
                <a:solidFill>
                  <a:srgbClr val="D4DED7"/>
                </a:solidFill>
                <a:latin typeface="Arial"/>
                <a:ea typeface="Arial"/>
                <a:cs typeface="Arial"/>
              </a:rPr>
              <a:t>Explicit handoff and return.</a:t>
            </a:r>
          </a:p>
        </p:txBody>
      </p:sp>
      <p:sp>
        <p:nvSpPr>
          <p:cNvPr id="6" name="">
            <a:extLst xmlns:a="http://schemas.openxmlformats.org/drawingml/2006/main">
              <a:ext uri="{FF2B5EF4-FFF2-40B4-BE49-F238E27FC236}">
                <a16:creationId xmlns:a16="http://schemas.microsoft.com/office/drawing/2014/main" id="{7AD2FF10-9EF7-4988-B0A4-DD2500BE5861}"/>
              </a:ext>
            </a:extLst>
          </p:cNvPr>
          <p:cNvSpPr>
            <a:spLocks xmlns:a="http://schemas.openxmlformats.org/drawingml/2006/main" noGrp="1"/>
          </p:cNvSpPr>
          <p:nvPr/>
        </p:nvSpPr>
        <p:spPr>
          <a:xfrm xmlns:a="http://schemas.openxmlformats.org/drawingml/2006/main">
            <a:off x="609600" y="5191125"/>
            <a:ext cx="5429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D6E58A"/>
                </a:solidFill>
                <a:latin typeface="Arial"/>
                <a:ea typeface="Arial"/>
                <a:cs typeface="Arial"/>
              </a:defRPr>
            </a:defPPr>
            <a:lvl1pPr>
              <a:defRPr sz="1875" b="1">
                <a:solidFill>
                  <a:srgbClr val="D6E58A"/>
                </a:solidFill>
                <a:latin typeface="Arial"/>
                <a:ea typeface="Arial"/>
                <a:cs typeface="Arial"/>
              </a:defRPr>
            </a:lvl1pPr>
            <a:lvl2pPr>
              <a:defRPr sz="1875" b="1">
                <a:solidFill>
                  <a:srgbClr val="D6E58A"/>
                </a:solidFill>
                <a:latin typeface="Arial"/>
                <a:ea typeface="Arial"/>
                <a:cs typeface="Arial"/>
              </a:defRPr>
            </a:lvl2pPr>
            <a:lvl3pPr>
              <a:defRPr sz="1875" b="1">
                <a:solidFill>
                  <a:srgbClr val="D6E58A"/>
                </a:solidFill>
                <a:latin typeface="Arial"/>
                <a:ea typeface="Arial"/>
                <a:cs typeface="Arial"/>
              </a:defRPr>
            </a:lvl3pPr>
            <a:lvl4pPr>
              <a:defRPr sz="1875" b="1">
                <a:solidFill>
                  <a:srgbClr val="D6E58A"/>
                </a:solidFill>
                <a:latin typeface="Arial"/>
                <a:ea typeface="Arial"/>
                <a:cs typeface="Arial"/>
              </a:defRPr>
            </a:lvl4pPr>
            <a:lvl5pPr>
              <a:defRPr sz="1875" b="1">
                <a:solidFill>
                  <a:srgbClr val="D6E58A"/>
                </a:solidFill>
                <a:latin typeface="Arial"/>
                <a:ea typeface="Arial"/>
                <a:cs typeface="Arial"/>
              </a:defRPr>
            </a:lvl5pPr>
            <a:lvl6pPr>
              <a:defRPr sz="1875" b="1">
                <a:solidFill>
                  <a:srgbClr val="D6E58A"/>
                </a:solidFill>
                <a:latin typeface="Arial"/>
                <a:ea typeface="Arial"/>
                <a:cs typeface="Arial"/>
              </a:defRPr>
            </a:lvl6pPr>
            <a:lvl7pPr>
              <a:defRPr sz="1875" b="1">
                <a:solidFill>
                  <a:srgbClr val="D6E58A"/>
                </a:solidFill>
                <a:latin typeface="Arial"/>
                <a:ea typeface="Arial"/>
                <a:cs typeface="Arial"/>
              </a:defRPr>
            </a:lvl7pPr>
            <a:lvl8pPr>
              <a:defRPr sz="1875" b="1">
                <a:solidFill>
                  <a:srgbClr val="D6E58A"/>
                </a:solidFill>
                <a:latin typeface="Arial"/>
                <a:ea typeface="Arial"/>
                <a:cs typeface="Arial"/>
              </a:defRPr>
            </a:lvl8pPr>
            <a:lvl9pPr>
              <a:defRPr sz="1875" b="1">
                <a:solidFill>
                  <a:srgbClr val="D6E58A"/>
                </a:solidFill>
                <a:latin typeface="Arial"/>
                <a:ea typeface="Arial"/>
                <a:cs typeface="Arial"/>
              </a:defRPr>
            </a:lvl9pPr>
          </a:lstStyle>
          <a:p xmlns:a="http://schemas.openxmlformats.org/drawingml/2006/main">
            <a:pPr>
              <a:defRPr sz="1875" b="1">
                <a:solidFill>
                  <a:srgbClr val="D6E58A"/>
                </a:solidFill>
                <a:latin typeface="Arial"/>
                <a:ea typeface="Arial"/>
                <a:cs typeface="Arial"/>
              </a:defRPr>
            </a:pPr>
            <a:r>
              <a:rPr sz="1875" b="1">
                <a:solidFill>
                  <a:srgbClr val="D6E58A"/>
                </a:solidFill>
                <a:latin typeface="Arial"/>
                <a:ea typeface="Arial"/>
                <a:cs typeface="Arial"/>
              </a:rPr>
              <a:t>Buy. Borrow. Rent. Swap.</a:t>
            </a:r>
          </a:p>
        </p:txBody>
      </p:sp>
      <p:sp>
        <p:nvSpPr>
          <p:cNvPr id="7" name="">
            <a:extLst xmlns:a="http://schemas.openxmlformats.org/drawingml/2006/main">
              <a:ext uri="{FF2B5EF4-FFF2-40B4-BE49-F238E27FC236}">
                <a16:creationId xmlns:a16="http://schemas.microsoft.com/office/drawing/2014/main" id="{49D1429D-CA69-40F3-AB7D-416DFC2EC895}"/>
              </a:ext>
            </a:extLst>
          </p:cNvPr>
          <p:cNvSpPr>
            <a:spLocks xmlns:a="http://schemas.openxmlformats.org/drawingml/2006/main" noGrp="1"/>
          </p:cNvSpPr>
          <p:nvPr/>
        </p:nvSpPr>
        <p:spPr>
          <a:xfrm xmlns:a="http://schemas.openxmlformats.org/drawingml/2006/main">
            <a:off x="0" y="5734050"/>
            <a:ext cx="12192000" cy="1123950"/>
          </a:xfrm>
          <a:prstGeom xmlns:a="http://schemas.openxmlformats.org/drawingml/2006/main" prst="rect">
            <a:avLst/>
          </a:prstGeom>
          <a:solidFill xmlns:a="http://schemas.openxmlformats.org/drawingml/2006/main">
            <a:srgbClr val="11221C"/>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5EF2722-ECBF-431D-8A6F-A3BCBD2DBD00}"/>
              </a:ext>
            </a:extLst>
          </p:cNvPr>
          <p:cNvSpPr>
            <a:spLocks xmlns:a="http://schemas.openxmlformats.org/drawingml/2006/main" noGrp="1"/>
          </p:cNvSpPr>
          <p:nvPr/>
        </p:nvSpPr>
        <p:spPr>
          <a:xfrm xmlns:a="http://schemas.openxmlformats.org/drawingml/2006/main">
            <a:off x="609600" y="5876925"/>
            <a:ext cx="8286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1">
                <a:solidFill>
                  <a:srgbClr val="D6E58A"/>
                </a:solidFill>
                <a:latin typeface="Arial"/>
                <a:ea typeface="Arial"/>
                <a:cs typeface="Arial"/>
              </a:defRPr>
            </a:defPPr>
            <a:lvl1pPr>
              <a:defRPr sz="1650" b="1">
                <a:solidFill>
                  <a:srgbClr val="D6E58A"/>
                </a:solidFill>
                <a:latin typeface="Arial"/>
                <a:ea typeface="Arial"/>
                <a:cs typeface="Arial"/>
              </a:defRPr>
            </a:lvl1pPr>
            <a:lvl2pPr>
              <a:defRPr sz="1650" b="1">
                <a:solidFill>
                  <a:srgbClr val="D6E58A"/>
                </a:solidFill>
                <a:latin typeface="Arial"/>
                <a:ea typeface="Arial"/>
                <a:cs typeface="Arial"/>
              </a:defRPr>
            </a:lvl2pPr>
            <a:lvl3pPr>
              <a:defRPr sz="1650" b="1">
                <a:solidFill>
                  <a:srgbClr val="D6E58A"/>
                </a:solidFill>
                <a:latin typeface="Arial"/>
                <a:ea typeface="Arial"/>
                <a:cs typeface="Arial"/>
              </a:defRPr>
            </a:lvl3pPr>
            <a:lvl4pPr>
              <a:defRPr sz="1650" b="1">
                <a:solidFill>
                  <a:srgbClr val="D6E58A"/>
                </a:solidFill>
                <a:latin typeface="Arial"/>
                <a:ea typeface="Arial"/>
                <a:cs typeface="Arial"/>
              </a:defRPr>
            </a:lvl4pPr>
            <a:lvl5pPr>
              <a:defRPr sz="1650" b="1">
                <a:solidFill>
                  <a:srgbClr val="D6E58A"/>
                </a:solidFill>
                <a:latin typeface="Arial"/>
                <a:ea typeface="Arial"/>
                <a:cs typeface="Arial"/>
              </a:defRPr>
            </a:lvl5pPr>
            <a:lvl6pPr>
              <a:defRPr sz="1650" b="1">
                <a:solidFill>
                  <a:srgbClr val="D6E58A"/>
                </a:solidFill>
                <a:latin typeface="Arial"/>
                <a:ea typeface="Arial"/>
                <a:cs typeface="Arial"/>
              </a:defRPr>
            </a:lvl6pPr>
            <a:lvl7pPr>
              <a:defRPr sz="1650" b="1">
                <a:solidFill>
                  <a:srgbClr val="D6E58A"/>
                </a:solidFill>
                <a:latin typeface="Arial"/>
                <a:ea typeface="Arial"/>
                <a:cs typeface="Arial"/>
              </a:defRPr>
            </a:lvl7pPr>
            <a:lvl8pPr>
              <a:defRPr sz="1650" b="1">
                <a:solidFill>
                  <a:srgbClr val="D6E58A"/>
                </a:solidFill>
                <a:latin typeface="Arial"/>
                <a:ea typeface="Arial"/>
                <a:cs typeface="Arial"/>
              </a:defRPr>
            </a:lvl8pPr>
            <a:lvl9pPr>
              <a:defRPr sz="1650" b="1">
                <a:solidFill>
                  <a:srgbClr val="D6E58A"/>
                </a:solidFill>
                <a:latin typeface="Arial"/>
                <a:ea typeface="Arial"/>
                <a:cs typeface="Arial"/>
              </a:defRPr>
            </a:lvl9pPr>
          </a:lstStyle>
          <a:p xmlns:a="http://schemas.openxmlformats.org/drawingml/2006/main">
            <a:pPr>
              <a:defRPr sz="1650" b="1">
                <a:solidFill>
                  <a:srgbClr val="D6E58A"/>
                </a:solidFill>
                <a:latin typeface="Arial"/>
                <a:ea typeface="Arial"/>
                <a:cs typeface="Arial"/>
              </a:defRPr>
            </a:pPr>
            <a:r>
              <a:rPr sz="1650" b="1">
                <a:solidFill>
                  <a:srgbClr val="D6E58A"/>
                </a:solidFill>
                <a:latin typeface="Arial"/>
                <a:ea typeface="Arial"/>
                <a:cs typeface="Arial"/>
              </a:rPr>
              <a:t>U Use Team (working name)</a:t>
            </a:r>
          </a:p>
        </p:txBody>
      </p:sp>
      <p:sp>
        <p:nvSpPr>
          <p:cNvPr id="9" name="">
            <a:extLst xmlns:a="http://schemas.openxmlformats.org/drawingml/2006/main">
              <a:ext uri="{FF2B5EF4-FFF2-40B4-BE49-F238E27FC236}">
                <a16:creationId xmlns:a16="http://schemas.microsoft.com/office/drawing/2014/main" id="{C9F64B63-AFE2-425F-8451-763BA91C0C5C}"/>
              </a:ext>
            </a:extLst>
          </p:cNvPr>
          <p:cNvSpPr>
            <a:spLocks xmlns:a="http://schemas.openxmlformats.org/drawingml/2006/main" noGrp="1"/>
          </p:cNvSpPr>
          <p:nvPr/>
        </p:nvSpPr>
        <p:spPr>
          <a:xfrm xmlns:a="http://schemas.openxmlformats.org/drawingml/2006/main">
            <a:off x="9620250" y="5895975"/>
            <a:ext cx="2095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20 October 2026</a:t>
            </a:r>
          </a:p>
        </p:txBody>
      </p:sp>
      <p:sp>
        <p:nvSpPr>
          <p:cNvPr id="10" name="">
            <a:extLst xmlns:a="http://schemas.openxmlformats.org/drawingml/2006/main">
              <a:ext uri="{FF2B5EF4-FFF2-40B4-BE49-F238E27FC236}">
                <a16:creationId xmlns:a16="http://schemas.microsoft.com/office/drawing/2014/main" id="{13E2411D-58F7-444C-BB08-D6444CFF4E83}"/>
              </a:ext>
            </a:extLst>
          </p:cNvPr>
          <p:cNvSpPr>
            <a:spLocks xmlns:a="http://schemas.openxmlformats.org/drawingml/2006/main" noGrp="1"/>
          </p:cNvSpPr>
          <p:nvPr/>
        </p:nvSpPr>
        <p:spPr>
          <a:xfrm xmlns:a="http://schemas.openxmlformats.org/drawingml/2006/main">
            <a:off x="609600" y="6286500"/>
            <a:ext cx="10620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FFFFFF"/>
                </a:solidFill>
                <a:latin typeface="PingFang SC"/>
                <a:ea typeface="PingFang SC"/>
                <a:cs typeface="PingFang SC"/>
              </a:defRPr>
            </a:defPPr>
            <a:lvl1pPr>
              <a:defRPr sz="1875" b="1">
                <a:solidFill>
                  <a:srgbClr val="FFFFFF"/>
                </a:solidFill>
                <a:latin typeface="PingFang SC"/>
                <a:ea typeface="PingFang SC"/>
                <a:cs typeface="PingFang SC"/>
              </a:defRPr>
            </a:lvl1pPr>
            <a:lvl2pPr>
              <a:defRPr sz="1875" b="1">
                <a:solidFill>
                  <a:srgbClr val="FFFFFF"/>
                </a:solidFill>
                <a:latin typeface="PingFang SC"/>
                <a:ea typeface="PingFang SC"/>
                <a:cs typeface="PingFang SC"/>
              </a:defRPr>
            </a:lvl2pPr>
            <a:lvl3pPr>
              <a:defRPr sz="1875" b="1">
                <a:solidFill>
                  <a:srgbClr val="FFFFFF"/>
                </a:solidFill>
                <a:latin typeface="PingFang SC"/>
                <a:ea typeface="PingFang SC"/>
                <a:cs typeface="PingFang SC"/>
              </a:defRPr>
            </a:lvl3pPr>
            <a:lvl4pPr>
              <a:defRPr sz="1875" b="1">
                <a:solidFill>
                  <a:srgbClr val="FFFFFF"/>
                </a:solidFill>
                <a:latin typeface="PingFang SC"/>
                <a:ea typeface="PingFang SC"/>
                <a:cs typeface="PingFang SC"/>
              </a:defRPr>
            </a:lvl4pPr>
            <a:lvl5pPr>
              <a:defRPr sz="1875" b="1">
                <a:solidFill>
                  <a:srgbClr val="FFFFFF"/>
                </a:solidFill>
                <a:latin typeface="PingFang SC"/>
                <a:ea typeface="PingFang SC"/>
                <a:cs typeface="PingFang SC"/>
              </a:defRPr>
            </a:lvl5pPr>
            <a:lvl6pPr>
              <a:defRPr sz="1875" b="1">
                <a:solidFill>
                  <a:srgbClr val="FFFFFF"/>
                </a:solidFill>
                <a:latin typeface="PingFang SC"/>
                <a:ea typeface="PingFang SC"/>
                <a:cs typeface="PingFang SC"/>
              </a:defRPr>
            </a:lvl6pPr>
            <a:lvl7pPr>
              <a:defRPr sz="1875" b="1">
                <a:solidFill>
                  <a:srgbClr val="FFFFFF"/>
                </a:solidFill>
                <a:latin typeface="PingFang SC"/>
                <a:ea typeface="PingFang SC"/>
                <a:cs typeface="PingFang SC"/>
              </a:defRPr>
            </a:lvl7pPr>
            <a:lvl8pPr>
              <a:defRPr sz="1875" b="1">
                <a:solidFill>
                  <a:srgbClr val="FFFFFF"/>
                </a:solidFill>
                <a:latin typeface="PingFang SC"/>
                <a:ea typeface="PingFang SC"/>
                <a:cs typeface="PingFang SC"/>
              </a:defRPr>
            </a:lvl8pPr>
            <a:lvl9pPr>
              <a:defRPr sz="1875" b="1">
                <a:solidFill>
                  <a:srgbClr val="FFFFFF"/>
                </a:solidFill>
                <a:latin typeface="PingFang SC"/>
                <a:ea typeface="PingFang SC"/>
                <a:cs typeface="PingFang SC"/>
              </a:defRPr>
            </a:lvl9pPr>
          </a:lstStyle>
          <a:p xmlns:a="http://schemas.openxmlformats.org/drawingml/2006/main">
            <a:pPr>
              <a:defRPr sz="1875" b="1">
                <a:solidFill>
                  <a:srgbClr val="FFFFFF"/>
                </a:solidFill>
                <a:latin typeface="PingFang SC"/>
                <a:ea typeface="PingFang SC"/>
                <a:cs typeface="PingFang SC"/>
              </a:defRPr>
            </a:pPr>
            <a:r>
              <a:rPr sz="1875" b="1">
                <a:solidFill>
                  <a:srgbClr val="FFFFFF"/>
                </a:solidFill>
                <a:latin typeface="PingFang SC"/>
                <a:ea typeface="PingFang SC"/>
                <a:cs typeface="PingFang SC"/>
              </a:rPr>
              <a:t>郭宇璇 (Rita)   汪睿   毛相宜   黄俊杰   李元龙   黄禹轩   汤鋆秋</a:t>
            </a:r>
          </a:p>
        </p:txBody>
      </p:sp>
      <p:sp>
        <p:nvSpPr>
          <p:cNvPr id="11" name="">
            <a:extLst xmlns:a="http://schemas.openxmlformats.org/drawingml/2006/main">
              <a:ext uri="{FF2B5EF4-FFF2-40B4-BE49-F238E27FC236}">
                <a16:creationId xmlns:a16="http://schemas.microsoft.com/office/drawing/2014/main" id="{73375E03-9AA2-4E61-AA11-B19F2DEADC7E}"/>
              </a:ext>
            </a:extLst>
          </p:cNvPr>
          <p:cNvSpPr>
            <a:spLocks xmlns:a="http://schemas.openxmlformats.org/drawingml/2006/main" noGrp="1"/>
          </p:cNvSpPr>
          <p:nvPr/>
        </p:nvSpPr>
        <p:spPr>
          <a:xfrm xmlns:a="http://schemas.openxmlformats.org/drawingml/2006/main">
            <a:off x="11106150" y="6610350"/>
            <a:ext cx="7143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a:solidFill>
                  <a:srgbClr val="BDCEC5"/>
                </a:solidFill>
                <a:latin typeface="Arial"/>
                <a:ea typeface="Arial"/>
                <a:cs typeface="Arial"/>
              </a:defRPr>
            </a:defPPr>
            <a:lvl1pPr>
              <a:defRPr sz="1125" b="0">
                <a:solidFill>
                  <a:srgbClr val="BDCEC5"/>
                </a:solidFill>
                <a:latin typeface="Arial"/>
                <a:ea typeface="Arial"/>
                <a:cs typeface="Arial"/>
              </a:defRPr>
            </a:lvl1pPr>
            <a:lvl2pPr>
              <a:defRPr sz="1125" b="0">
                <a:solidFill>
                  <a:srgbClr val="BDCEC5"/>
                </a:solidFill>
                <a:latin typeface="Arial"/>
                <a:ea typeface="Arial"/>
                <a:cs typeface="Arial"/>
              </a:defRPr>
            </a:lvl2pPr>
            <a:lvl3pPr>
              <a:defRPr sz="1125" b="0">
                <a:solidFill>
                  <a:srgbClr val="BDCEC5"/>
                </a:solidFill>
                <a:latin typeface="Arial"/>
                <a:ea typeface="Arial"/>
                <a:cs typeface="Arial"/>
              </a:defRPr>
            </a:lvl3pPr>
            <a:lvl4pPr>
              <a:defRPr sz="1125" b="0">
                <a:solidFill>
                  <a:srgbClr val="BDCEC5"/>
                </a:solidFill>
                <a:latin typeface="Arial"/>
                <a:ea typeface="Arial"/>
                <a:cs typeface="Arial"/>
              </a:defRPr>
            </a:lvl4pPr>
            <a:lvl5pPr>
              <a:defRPr sz="1125" b="0">
                <a:solidFill>
                  <a:srgbClr val="BDCEC5"/>
                </a:solidFill>
                <a:latin typeface="Arial"/>
                <a:ea typeface="Arial"/>
                <a:cs typeface="Arial"/>
              </a:defRPr>
            </a:lvl5pPr>
            <a:lvl6pPr>
              <a:defRPr sz="1125" b="0">
                <a:solidFill>
                  <a:srgbClr val="BDCEC5"/>
                </a:solidFill>
                <a:latin typeface="Arial"/>
                <a:ea typeface="Arial"/>
                <a:cs typeface="Arial"/>
              </a:defRPr>
            </a:lvl6pPr>
            <a:lvl7pPr>
              <a:defRPr sz="1125" b="0">
                <a:solidFill>
                  <a:srgbClr val="BDCEC5"/>
                </a:solidFill>
                <a:latin typeface="Arial"/>
                <a:ea typeface="Arial"/>
                <a:cs typeface="Arial"/>
              </a:defRPr>
            </a:lvl7pPr>
            <a:lvl8pPr>
              <a:defRPr sz="1125" b="0">
                <a:solidFill>
                  <a:srgbClr val="BDCEC5"/>
                </a:solidFill>
                <a:latin typeface="Arial"/>
                <a:ea typeface="Arial"/>
                <a:cs typeface="Arial"/>
              </a:defRPr>
            </a:lvl8pPr>
            <a:lvl9pPr>
              <a:defRPr sz="1125" b="0">
                <a:solidFill>
                  <a:srgbClr val="BDCEC5"/>
                </a:solidFill>
                <a:latin typeface="Arial"/>
                <a:ea typeface="Arial"/>
                <a:cs typeface="Arial"/>
              </a:defRPr>
            </a:lvl9pPr>
          </a:lstStyle>
          <a:p xmlns:a="http://schemas.openxmlformats.org/drawingml/2006/main">
            <a:pPr>
              <a:defRPr sz="1125" b="0">
                <a:solidFill>
                  <a:srgbClr val="BDCEC5"/>
                </a:solidFill>
                <a:latin typeface="Arial"/>
                <a:ea typeface="Arial"/>
                <a:cs typeface="Arial"/>
              </a:defRPr>
            </a:pPr>
            <a:r>
              <a:rPr sz="1125" b="0">
                <a:solidFill>
                  <a:srgbClr val="BDCEC5"/>
                </a:solidFill>
                <a:latin typeface="Arial"/>
                <a:ea typeface="Arial"/>
                <a:cs typeface="Arial"/>
              </a:rPr>
              <a:t>1 / 6</a:t>
            </a:r>
          </a:p>
        </p:txBody>
      </p:sp>
    </p:spTree>
    <p:extLst>
      <p:ext uri="{BB962C8B-B14F-4D97-AF65-F5344CB8AC3E}">
        <p14:creationId xmlns:p14="http://schemas.microsoft.com/office/powerpoint/2010/main" val="152516818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BC5BFC5-3063-46A9-8FBB-92BD2A04780D}"/>
              </a:ext>
            </a:extLst>
          </p:cNvPr>
          <p:cNvSpPr>
            <a:spLocks xmlns:a="http://schemas.openxmlformats.org/drawingml/2006/main" noGrp="1"/>
          </p:cNvSpPr>
          <p:nvPr/>
        </p:nvSpPr>
        <p:spPr>
          <a:xfrm xmlns:a="http://schemas.openxmlformats.org/drawingml/2006/main">
            <a:off x="609600" y="2667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24634D"/>
                </a:solidFill>
                <a:latin typeface="Arial"/>
                <a:ea typeface="Arial"/>
                <a:cs typeface="Arial"/>
              </a:defRPr>
            </a:defPPr>
            <a:lvl1pPr>
              <a:defRPr sz="1500" b="1">
                <a:solidFill>
                  <a:srgbClr val="24634D"/>
                </a:solidFill>
                <a:latin typeface="Arial"/>
                <a:ea typeface="Arial"/>
                <a:cs typeface="Arial"/>
              </a:defRPr>
            </a:lvl1pPr>
            <a:lvl2pPr>
              <a:defRPr sz="1500" b="1">
                <a:solidFill>
                  <a:srgbClr val="24634D"/>
                </a:solidFill>
                <a:latin typeface="Arial"/>
                <a:ea typeface="Arial"/>
                <a:cs typeface="Arial"/>
              </a:defRPr>
            </a:lvl2pPr>
            <a:lvl3pPr>
              <a:defRPr sz="1500" b="1">
                <a:solidFill>
                  <a:srgbClr val="24634D"/>
                </a:solidFill>
                <a:latin typeface="Arial"/>
                <a:ea typeface="Arial"/>
                <a:cs typeface="Arial"/>
              </a:defRPr>
            </a:lvl3pPr>
            <a:lvl4pPr>
              <a:defRPr sz="1500" b="1">
                <a:solidFill>
                  <a:srgbClr val="24634D"/>
                </a:solidFill>
                <a:latin typeface="Arial"/>
                <a:ea typeface="Arial"/>
                <a:cs typeface="Arial"/>
              </a:defRPr>
            </a:lvl4pPr>
            <a:lvl5pPr>
              <a:defRPr sz="1500" b="1">
                <a:solidFill>
                  <a:srgbClr val="24634D"/>
                </a:solidFill>
                <a:latin typeface="Arial"/>
                <a:ea typeface="Arial"/>
                <a:cs typeface="Arial"/>
              </a:defRPr>
            </a:lvl5pPr>
            <a:lvl6pPr>
              <a:defRPr sz="1500" b="1">
                <a:solidFill>
                  <a:srgbClr val="24634D"/>
                </a:solidFill>
                <a:latin typeface="Arial"/>
                <a:ea typeface="Arial"/>
                <a:cs typeface="Arial"/>
              </a:defRPr>
            </a:lvl6pPr>
            <a:lvl7pPr>
              <a:defRPr sz="1500" b="1">
                <a:solidFill>
                  <a:srgbClr val="24634D"/>
                </a:solidFill>
                <a:latin typeface="Arial"/>
                <a:ea typeface="Arial"/>
                <a:cs typeface="Arial"/>
              </a:defRPr>
            </a:lvl7pPr>
            <a:lvl8pPr>
              <a:defRPr sz="1500" b="1">
                <a:solidFill>
                  <a:srgbClr val="24634D"/>
                </a:solidFill>
                <a:latin typeface="Arial"/>
                <a:ea typeface="Arial"/>
                <a:cs typeface="Arial"/>
              </a:defRPr>
            </a:lvl8pPr>
            <a:lvl9pPr>
              <a:defRPr sz="1500" b="1">
                <a:solidFill>
                  <a:srgbClr val="24634D"/>
                </a:solidFill>
                <a:latin typeface="Arial"/>
                <a:ea typeface="Arial"/>
                <a:cs typeface="Arial"/>
              </a:defRPr>
            </a:lvl9pPr>
          </a:lstStyle>
          <a:p xmlns:a="http://schemas.openxmlformats.org/drawingml/2006/main">
            <a:pPr>
              <a:defRPr sz="1500" b="1">
                <a:solidFill>
                  <a:srgbClr val="24634D"/>
                </a:solidFill>
                <a:latin typeface="Arial"/>
                <a:ea typeface="Arial"/>
                <a:cs typeface="Arial"/>
              </a:defRPr>
            </a:pPr>
            <a:r>
              <a:rPr sz="1500" b="1">
                <a:solidFill>
                  <a:srgbClr val="24634D"/>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0C6292AA-AE03-49D8-8573-7420194902F9}"/>
              </a:ext>
            </a:extLst>
          </p:cNvPr>
          <p:cNvSpPr>
            <a:spLocks xmlns:a="http://schemas.openxmlformats.org/drawingml/2006/main" noGrp="1"/>
          </p:cNvSpPr>
          <p:nvPr/>
        </p:nvSpPr>
        <p:spPr>
          <a:xfrm xmlns:a="http://schemas.openxmlformats.org/drawingml/2006/main">
            <a:off x="609600" y="80962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600" b="1">
                <a:solidFill>
                  <a:srgbClr val="172B24"/>
                </a:solidFill>
                <a:latin typeface="Arial"/>
                <a:ea typeface="Arial"/>
                <a:cs typeface="Arial"/>
              </a:defRPr>
            </a:defPPr>
            <a:lvl1pPr>
              <a:defRPr sz="3600" b="1">
                <a:solidFill>
                  <a:srgbClr val="172B24"/>
                </a:solidFill>
                <a:latin typeface="Arial"/>
                <a:ea typeface="Arial"/>
                <a:cs typeface="Arial"/>
              </a:defRPr>
            </a:lvl1pPr>
            <a:lvl2pPr>
              <a:defRPr sz="3600" b="1">
                <a:solidFill>
                  <a:srgbClr val="172B24"/>
                </a:solidFill>
                <a:latin typeface="Arial"/>
                <a:ea typeface="Arial"/>
                <a:cs typeface="Arial"/>
              </a:defRPr>
            </a:lvl2pPr>
            <a:lvl3pPr>
              <a:defRPr sz="3600" b="1">
                <a:solidFill>
                  <a:srgbClr val="172B24"/>
                </a:solidFill>
                <a:latin typeface="Arial"/>
                <a:ea typeface="Arial"/>
                <a:cs typeface="Arial"/>
              </a:defRPr>
            </a:lvl3pPr>
            <a:lvl4pPr>
              <a:defRPr sz="3600" b="1">
                <a:solidFill>
                  <a:srgbClr val="172B24"/>
                </a:solidFill>
                <a:latin typeface="Arial"/>
                <a:ea typeface="Arial"/>
                <a:cs typeface="Arial"/>
              </a:defRPr>
            </a:lvl4pPr>
            <a:lvl5pPr>
              <a:defRPr sz="3600" b="1">
                <a:solidFill>
                  <a:srgbClr val="172B24"/>
                </a:solidFill>
                <a:latin typeface="Arial"/>
                <a:ea typeface="Arial"/>
                <a:cs typeface="Arial"/>
              </a:defRPr>
            </a:lvl5pPr>
            <a:lvl6pPr>
              <a:defRPr sz="3600" b="1">
                <a:solidFill>
                  <a:srgbClr val="172B24"/>
                </a:solidFill>
                <a:latin typeface="Arial"/>
                <a:ea typeface="Arial"/>
                <a:cs typeface="Arial"/>
              </a:defRPr>
            </a:lvl6pPr>
            <a:lvl7pPr>
              <a:defRPr sz="3600" b="1">
                <a:solidFill>
                  <a:srgbClr val="172B24"/>
                </a:solidFill>
                <a:latin typeface="Arial"/>
                <a:ea typeface="Arial"/>
                <a:cs typeface="Arial"/>
              </a:defRPr>
            </a:lvl7pPr>
            <a:lvl8pPr>
              <a:defRPr sz="3600" b="1">
                <a:solidFill>
                  <a:srgbClr val="172B24"/>
                </a:solidFill>
                <a:latin typeface="Arial"/>
                <a:ea typeface="Arial"/>
                <a:cs typeface="Arial"/>
              </a:defRPr>
            </a:lvl8pPr>
            <a:lvl9pPr>
              <a:defRPr sz="3600" b="1">
                <a:solidFill>
                  <a:srgbClr val="172B24"/>
                </a:solidFill>
                <a:latin typeface="Arial"/>
                <a:ea typeface="Arial"/>
                <a:cs typeface="Arial"/>
              </a:defRPr>
            </a:lvl9pPr>
          </a:lstStyle>
          <a:p xmlns:a="http://schemas.openxmlformats.org/drawingml/2006/main">
            <a:pPr>
              <a:defRPr sz="3600" b="1">
                <a:solidFill>
                  <a:srgbClr val="172B24"/>
                </a:solidFill>
                <a:latin typeface="Arial"/>
                <a:ea typeface="Arial"/>
                <a:cs typeface="Arial"/>
              </a:defRPr>
            </a:pPr>
            <a:r>
              <a:rPr sz="3600" b="1">
                <a:solidFill>
                  <a:srgbClr val="172B24"/>
                </a:solidFill>
                <a:latin typeface="Arial"/>
                <a:ea typeface="Arial"/>
                <a:cs typeface="Arial"/>
              </a:rPr>
              <a:t>Problem &amp; Market Opportunity</a:t>
            </a:r>
          </a:p>
        </p:txBody>
      </p:sp>
      <p:sp>
        <p:nvSpPr>
          <p:cNvPr id="3" name="">
            <a:extLst xmlns:a="http://schemas.openxmlformats.org/drawingml/2006/main">
              <a:ext uri="{FF2B5EF4-FFF2-40B4-BE49-F238E27FC236}">
                <a16:creationId xmlns:a16="http://schemas.microsoft.com/office/drawing/2014/main" id="{BC32F46D-7BB6-4788-8CBC-F68635286362}"/>
              </a:ext>
            </a:extLst>
          </p:cNvPr>
          <p:cNvSpPr>
            <a:spLocks xmlns:a="http://schemas.openxmlformats.org/drawingml/2006/main" noGrp="1"/>
          </p:cNvSpPr>
          <p:nvPr/>
        </p:nvSpPr>
        <p:spPr>
          <a:xfrm xmlns:a="http://schemas.openxmlformats.org/drawingml/2006/main">
            <a:off x="10858500" y="6553200"/>
            <a:ext cx="762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5C6A63"/>
                </a:solidFill>
                <a:latin typeface="Arial"/>
                <a:ea typeface="Arial"/>
                <a:cs typeface="Arial"/>
              </a:defRPr>
            </a:defPPr>
            <a:lvl1pPr>
              <a:defRPr sz="1200" b="0">
                <a:solidFill>
                  <a:srgbClr val="5C6A63"/>
                </a:solidFill>
                <a:latin typeface="Arial"/>
                <a:ea typeface="Arial"/>
                <a:cs typeface="Arial"/>
              </a:defRPr>
            </a:lvl1pPr>
            <a:lvl2pPr>
              <a:defRPr sz="1200" b="0">
                <a:solidFill>
                  <a:srgbClr val="5C6A63"/>
                </a:solidFill>
                <a:latin typeface="Arial"/>
                <a:ea typeface="Arial"/>
                <a:cs typeface="Arial"/>
              </a:defRPr>
            </a:lvl2pPr>
            <a:lvl3pPr>
              <a:defRPr sz="1200" b="0">
                <a:solidFill>
                  <a:srgbClr val="5C6A63"/>
                </a:solidFill>
                <a:latin typeface="Arial"/>
                <a:ea typeface="Arial"/>
                <a:cs typeface="Arial"/>
              </a:defRPr>
            </a:lvl3pPr>
            <a:lvl4pPr>
              <a:defRPr sz="1200" b="0">
                <a:solidFill>
                  <a:srgbClr val="5C6A63"/>
                </a:solidFill>
                <a:latin typeface="Arial"/>
                <a:ea typeface="Arial"/>
                <a:cs typeface="Arial"/>
              </a:defRPr>
            </a:lvl4pPr>
            <a:lvl5pPr>
              <a:defRPr sz="1200" b="0">
                <a:solidFill>
                  <a:srgbClr val="5C6A63"/>
                </a:solidFill>
                <a:latin typeface="Arial"/>
                <a:ea typeface="Arial"/>
                <a:cs typeface="Arial"/>
              </a:defRPr>
            </a:lvl5pPr>
            <a:lvl6pPr>
              <a:defRPr sz="1200" b="0">
                <a:solidFill>
                  <a:srgbClr val="5C6A63"/>
                </a:solidFill>
                <a:latin typeface="Arial"/>
                <a:ea typeface="Arial"/>
                <a:cs typeface="Arial"/>
              </a:defRPr>
            </a:lvl6pPr>
            <a:lvl7pPr>
              <a:defRPr sz="1200" b="0">
                <a:solidFill>
                  <a:srgbClr val="5C6A63"/>
                </a:solidFill>
                <a:latin typeface="Arial"/>
                <a:ea typeface="Arial"/>
                <a:cs typeface="Arial"/>
              </a:defRPr>
            </a:lvl7pPr>
            <a:lvl8pPr>
              <a:defRPr sz="1200" b="0">
                <a:solidFill>
                  <a:srgbClr val="5C6A63"/>
                </a:solidFill>
                <a:latin typeface="Arial"/>
                <a:ea typeface="Arial"/>
                <a:cs typeface="Arial"/>
              </a:defRPr>
            </a:lvl8pPr>
            <a:lvl9pPr>
              <a:defRPr sz="1200" b="0">
                <a:solidFill>
                  <a:srgbClr val="5C6A63"/>
                </a:solidFill>
                <a:latin typeface="Arial"/>
                <a:ea typeface="Arial"/>
                <a:cs typeface="Arial"/>
              </a:defRPr>
            </a:lvl9pPr>
          </a:lstStyle>
          <a:p xmlns:a="http://schemas.openxmlformats.org/drawingml/2006/main">
            <a:pPr>
              <a:defRPr sz="1200" b="0">
                <a:solidFill>
                  <a:srgbClr val="5C6A63"/>
                </a:solidFill>
                <a:latin typeface="Arial"/>
                <a:ea typeface="Arial"/>
                <a:cs typeface="Arial"/>
              </a:defRPr>
            </a:pPr>
            <a:r>
              <a:rPr sz="1200" b="0">
                <a:solidFill>
                  <a:srgbClr val="5C6A63"/>
                </a:solidFill>
                <a:latin typeface="Arial"/>
                <a:ea typeface="Arial"/>
                <a:cs typeface="Arial"/>
              </a:rPr>
              <a:t>2 / 6</a:t>
            </a:r>
          </a:p>
        </p:txBody>
      </p:sp>
      <p:sp>
        <p:nvSpPr>
          <p:cNvPr id="4" name="">
            <a:extLst xmlns:a="http://schemas.openxmlformats.org/drawingml/2006/main">
              <a:ext uri="{FF2B5EF4-FFF2-40B4-BE49-F238E27FC236}">
                <a16:creationId xmlns:a16="http://schemas.microsoft.com/office/drawing/2014/main" id="{3B86ED60-9755-42F4-826D-056F9F616334}"/>
              </a:ext>
            </a:extLst>
          </p:cNvPr>
          <p:cNvSpPr>
            <a:spLocks xmlns:a="http://schemas.openxmlformats.org/drawingml/2006/main" noGrp="1"/>
          </p:cNvSpPr>
          <p:nvPr/>
        </p:nvSpPr>
        <p:spPr>
          <a:xfrm xmlns:a="http://schemas.openxmlformats.org/drawingml/2006/main">
            <a:off x="609600" y="1685925"/>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5C6A63"/>
                </a:solidFill>
                <a:latin typeface="Arial"/>
                <a:ea typeface="Arial"/>
                <a:cs typeface="Arial"/>
              </a:defRPr>
            </a:defPPr>
            <a:lvl1pPr>
              <a:defRPr sz="1575" b="0">
                <a:solidFill>
                  <a:srgbClr val="5C6A63"/>
                </a:solidFill>
                <a:latin typeface="Arial"/>
                <a:ea typeface="Arial"/>
                <a:cs typeface="Arial"/>
              </a:defRPr>
            </a:lvl1pPr>
            <a:lvl2pPr>
              <a:defRPr sz="1575" b="0">
                <a:solidFill>
                  <a:srgbClr val="5C6A63"/>
                </a:solidFill>
                <a:latin typeface="Arial"/>
                <a:ea typeface="Arial"/>
                <a:cs typeface="Arial"/>
              </a:defRPr>
            </a:lvl2pPr>
            <a:lvl3pPr>
              <a:defRPr sz="1575" b="0">
                <a:solidFill>
                  <a:srgbClr val="5C6A63"/>
                </a:solidFill>
                <a:latin typeface="Arial"/>
                <a:ea typeface="Arial"/>
                <a:cs typeface="Arial"/>
              </a:defRPr>
            </a:lvl3pPr>
            <a:lvl4pPr>
              <a:defRPr sz="1575" b="0">
                <a:solidFill>
                  <a:srgbClr val="5C6A63"/>
                </a:solidFill>
                <a:latin typeface="Arial"/>
                <a:ea typeface="Arial"/>
                <a:cs typeface="Arial"/>
              </a:defRPr>
            </a:lvl4pPr>
            <a:lvl5pPr>
              <a:defRPr sz="1575" b="0">
                <a:solidFill>
                  <a:srgbClr val="5C6A63"/>
                </a:solidFill>
                <a:latin typeface="Arial"/>
                <a:ea typeface="Arial"/>
                <a:cs typeface="Arial"/>
              </a:defRPr>
            </a:lvl5pPr>
            <a:lvl6pPr>
              <a:defRPr sz="1575" b="0">
                <a:solidFill>
                  <a:srgbClr val="5C6A63"/>
                </a:solidFill>
                <a:latin typeface="Arial"/>
                <a:ea typeface="Arial"/>
                <a:cs typeface="Arial"/>
              </a:defRPr>
            </a:lvl6pPr>
            <a:lvl7pPr>
              <a:defRPr sz="1575" b="0">
                <a:solidFill>
                  <a:srgbClr val="5C6A63"/>
                </a:solidFill>
                <a:latin typeface="Arial"/>
                <a:ea typeface="Arial"/>
                <a:cs typeface="Arial"/>
              </a:defRPr>
            </a:lvl7pPr>
            <a:lvl8pPr>
              <a:defRPr sz="1575" b="0">
                <a:solidFill>
                  <a:srgbClr val="5C6A63"/>
                </a:solidFill>
                <a:latin typeface="Arial"/>
                <a:ea typeface="Arial"/>
                <a:cs typeface="Arial"/>
              </a:defRPr>
            </a:lvl8pPr>
            <a:lvl9pPr>
              <a:defRPr sz="1575" b="0">
                <a:solidFill>
                  <a:srgbClr val="5C6A63"/>
                </a:solidFill>
                <a:latin typeface="Arial"/>
                <a:ea typeface="Arial"/>
                <a:cs typeface="Arial"/>
              </a:defRPr>
            </a:lvl9pPr>
          </a:lstStyle>
          <a:p xmlns:a="http://schemas.openxmlformats.org/drawingml/2006/main">
            <a:pPr>
              <a:defRPr sz="1575" b="0">
                <a:solidFill>
                  <a:srgbClr val="5C6A63"/>
                </a:solidFill>
                <a:latin typeface="Arial"/>
                <a:ea typeface="Arial"/>
                <a:cs typeface="Arial"/>
              </a:defRPr>
            </a:pPr>
            <a:r>
              <a:rPr sz="1575" b="0">
                <a:solidFill>
                  <a:srgbClr val="5C6A63"/>
                </a:solidFill>
                <a:latin typeface="Arial"/>
                <a:ea typeface="Arial"/>
                <a:cs typeface="Arial"/>
              </a:rPr>
              <a:t>Team-reported interviews: n = 15, qualitative input</a:t>
            </a:r>
          </a:p>
        </p:txBody>
      </p:sp>
      <p:graphicFrame>
        <p:nvGraphicFramePr>
          <p:cNvPr id="5" name="">
            <a:extLst xmlns:a="http://schemas.openxmlformats.org/drawingml/2006/main">
              <a:ext uri="{FF2B5EF4-FFF2-40B4-BE49-F238E27FC236}">
                <a16:creationId xmlns:a16="http://schemas.microsoft.com/office/drawing/2014/main" id="{D5EA5194-8935-43F8-8E71-4CB7E81039F1}"/>
              </a:ext>
            </a:extLst>
          </p:cNvPr>
          <p:cNvGraphicFramePr/>
          <p:nvPr/>
        </p:nvGraphicFramePr>
        <p:xfrm>
          <a:off xmlns:a="http://schemas.openxmlformats.org/drawingml/2006/main" x="609600" y="2190750"/>
          <a:ext xmlns:a="http://schemas.openxmlformats.org/drawingml/2006/main" cx="6191250" cy="1581150"/>
        </p:xfrm>
        <a:graphic xmlns:a="http://schemas.openxmlformats.org/drawingml/2006/main">
          <a:graphicData uri="http://schemas.openxmlformats.org/drawingml/2006/table">
            <a:tbl>
              <a:tblPr/>
              <a:tblGrid>
                <a:gridCol w="2066925"/>
                <a:gridCol w="2076450"/>
                <a:gridCol w="2047875"/>
              </a:tblGrid>
              <a:tr h="400050">
                <a:tc>
                  <a:txBody>
                    <a:bodyPr>
                      <a:noAutofit/>
                    </a:bodyPr>
                    <a:lstStyle/>
                    <a:p>
                      <a:r>
                        <a:rPr sz="1425" b="1">
                          <a:solidFill>
                            <a:srgbClr val="FFFFFF"/>
                          </a:solidFill>
                          <a:latin typeface="Arial"/>
                          <a:ea typeface="Arial"/>
                          <a:cs typeface="Arial"/>
                        </a:rPr>
                        <a:t>Need or constraint</a:t>
                      </a:r>
                    </a:p>
                  </a:txBody>
                  <a:tcPr marL="91440" marR="91440" marT="45720" marB="45720">
                    <a:lnL w="9525">
                      <a:solidFill>
                        <a:srgbClr val="D5DFD8"/>
                      </a:solidFill>
                      <a:prstDash val="solid"/>
                    </a:lnL>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c>
                  <a:txBody>
                    <a:bodyPr>
                      <a:noAutofit/>
                    </a:bodyPr>
                    <a:lstStyle/>
                    <a:p>
                      <a:r>
                        <a:rPr sz="1425" b="1">
                          <a:solidFill>
                            <a:srgbClr val="FFFFFF"/>
                          </a:solidFill>
                          <a:latin typeface="Arial"/>
                          <a:ea typeface="Arial"/>
                          <a:cs typeface="Arial"/>
                        </a:rPr>
                        <a:t>Evidence IDs</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c>
                  <a:txBody>
                    <a:bodyPr>
                      <a:noAutofit/>
                    </a:bodyPr>
                    <a:lstStyle/>
                    <a:p>
                      <a:r>
                        <a:rPr sz="1425" b="1">
                          <a:solidFill>
                            <a:srgbClr val="FFFFFF"/>
                          </a:solidFill>
                          <a:latin typeface="Arial"/>
                          <a:ea typeface="Arial"/>
                          <a:cs typeface="Arial"/>
                        </a:rPr>
                        <a:t>Design implication</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r>
              <a:tr h="400050">
                <a:tc>
                  <a:txBody>
                    <a:bodyPr>
                      <a:noAutofit/>
                    </a:bodyPr>
                    <a:lstStyle/>
                    <a:p>
                      <a:r>
                        <a:rPr sz="1425" b="0">
                          <a:solidFill>
                            <a:srgbClr val="172B24"/>
                          </a:solidFill>
                          <a:latin typeface="Arial"/>
                          <a:ea typeface="Arial"/>
                          <a:cs typeface="Arial"/>
                        </a:rPr>
                        <a:t>Occasional needs</a:t>
                      </a:r>
                    </a:p>
                  </a:txBody>
                  <a:tcPr marL="91440" marR="91440" marT="45720" marB="45720">
                    <a:lnL w="9525">
                      <a:solidFill>
                        <a:srgbClr val="D5DFD8"/>
                      </a:solidFill>
                      <a:prstDash val="solid"/>
                    </a:lnL>
                    <a:lnR w="9525">
                      <a:solidFill>
                        <a:srgbClr val="D5DFD8"/>
                      </a:solidFill>
                      <a:prstDash val="solid"/>
                    </a:lnR>
                    <a:lnB w="9525">
                      <a:solidFill>
                        <a:srgbClr val="D5DFD8"/>
                      </a:solidFill>
                      <a:prstDash val="solid"/>
                    </a:lnB>
                    <a:solidFill>
                      <a:srgbClr val="FFFFFF"/>
                    </a:solidFill>
                  </a:tcPr>
                </a:tc>
                <a:tc>
                  <a:txBody>
                    <a:bodyPr>
                      <a:noAutofit/>
                    </a:bodyPr>
                    <a:lstStyle/>
                    <a:p>
                      <a:r>
                        <a:rPr sz="1425" b="0">
                          <a:solidFill>
                            <a:srgbClr val="172B24"/>
                          </a:solidFill>
                          <a:latin typeface="Arial"/>
                          <a:ea typeface="Arial"/>
                          <a:cs typeface="Arial"/>
                        </a:rPr>
                        <a:t>V002/005/008/015</a:t>
                      </a:r>
                    </a:p>
                  </a:txBody>
                  <a:tcPr marL="91440" marR="91440" marT="45720" marB="45720">
                    <a:lnR w="9525">
                      <a:solidFill>
                        <a:srgbClr val="D5DFD8"/>
                      </a:solidFill>
                      <a:prstDash val="solid"/>
                    </a:lnR>
                    <a:lnB w="9525">
                      <a:solidFill>
                        <a:srgbClr val="D5DFD8"/>
                      </a:solidFill>
                      <a:prstDash val="solid"/>
                    </a:lnB>
                    <a:solidFill>
                      <a:srgbClr val="FFFFFF"/>
                    </a:solidFill>
                  </a:tcPr>
                </a:tc>
                <a:tc>
                  <a:txBody>
                    <a:bodyPr>
                      <a:noAutofit/>
                    </a:bodyPr>
                    <a:lstStyle/>
                    <a:p>
                      <a:r>
                        <a:rPr sz="1425" b="0">
                          <a:solidFill>
                            <a:srgbClr val="172B24"/>
                          </a:solidFill>
                          <a:latin typeface="Arial"/>
                          <a:ea typeface="Arial"/>
                          <a:cs typeface="Arial"/>
                        </a:rPr>
                        <a:t>Planned requests first</a:t>
                      </a:r>
                    </a:p>
                  </a:txBody>
                  <a:tcPr marL="91440" marR="91440" marT="45720" marB="45720">
                    <a:lnR w="9525">
                      <a:solidFill>
                        <a:srgbClr val="D5DFD8"/>
                      </a:solidFill>
                      <a:prstDash val="solid"/>
                    </a:lnR>
                    <a:lnB w="9525">
                      <a:solidFill>
                        <a:srgbClr val="D5DFD8"/>
                      </a:solidFill>
                      <a:prstDash val="solid"/>
                    </a:lnB>
                    <a:solidFill>
                      <a:srgbClr val="FFFFFF"/>
                    </a:solidFill>
                  </a:tcPr>
                </a:tc>
              </a:tr>
              <a:tr h="400050">
                <a:tc>
                  <a:txBody>
                    <a:bodyPr>
                      <a:noAutofit/>
                    </a:bodyPr>
                    <a:lstStyle/>
                    <a:p>
                      <a:r>
                        <a:rPr sz="1425" b="0">
                          <a:solidFill>
                            <a:srgbClr val="172B24"/>
                          </a:solidFill>
                          <a:latin typeface="Arial"/>
                          <a:ea typeface="Arial"/>
                          <a:cs typeface="Arial"/>
                        </a:rPr>
                        <a:t>Owner commitment</a:t>
                      </a:r>
                    </a:p>
                  </a:txBody>
                  <a:tcPr marL="91440" marR="91440" marT="45720" marB="45720">
                    <a:lnL w="9525">
                      <a:solidFill>
                        <a:srgbClr val="D5DFD8"/>
                      </a:solidFill>
                      <a:prstDash val="solid"/>
                    </a:lnL>
                    <a:lnR w="9525">
                      <a:solidFill>
                        <a:srgbClr val="D5DFD8"/>
                      </a:solidFill>
                      <a:prstDash val="solid"/>
                    </a:lnR>
                    <a:lnB w="9525">
                      <a:solidFill>
                        <a:srgbClr val="D5DFD8"/>
                      </a:solidFill>
                      <a:prstDash val="solid"/>
                    </a:lnB>
                    <a:solidFill>
                      <a:srgbClr val="FFFFFF"/>
                    </a:solidFill>
                  </a:tcPr>
                </a:tc>
                <a:tc>
                  <a:txBody>
                    <a:bodyPr>
                      <a:noAutofit/>
                    </a:bodyPr>
                    <a:lstStyle/>
                    <a:p>
                      <a:r>
                        <a:rPr sz="1425" b="0">
                          <a:solidFill>
                            <a:srgbClr val="172B24"/>
                          </a:solidFill>
                          <a:latin typeface="Arial"/>
                          <a:ea typeface="Arial"/>
                          <a:cs typeface="Arial"/>
                        </a:rPr>
                        <a:t>V001/003/009/012</a:t>
                      </a:r>
                    </a:p>
                  </a:txBody>
                  <a:tcPr marL="91440" marR="91440" marT="45720" marB="45720">
                    <a:lnR w="9525">
                      <a:solidFill>
                        <a:srgbClr val="D5DFD8"/>
                      </a:solidFill>
                      <a:prstDash val="solid"/>
                    </a:lnR>
                    <a:lnB w="9525">
                      <a:solidFill>
                        <a:srgbClr val="D5DFD8"/>
                      </a:solidFill>
                      <a:prstDash val="solid"/>
                    </a:lnB>
                    <a:solidFill>
                      <a:srgbClr val="FFFFFF"/>
                    </a:solidFill>
                  </a:tcPr>
                </a:tc>
                <a:tc>
                  <a:txBody>
                    <a:bodyPr>
                      <a:noAutofit/>
                    </a:bodyPr>
                    <a:lstStyle/>
                    <a:p>
                      <a:r>
                        <a:rPr sz="1425" b="0">
                          <a:solidFill>
                            <a:srgbClr val="172B24"/>
                          </a:solidFill>
                          <a:latin typeface="Arial"/>
                          <a:ea typeface="Arial"/>
                          <a:cs typeface="Arial"/>
                        </a:rPr>
                        <a:t>Dates + acceptance</a:t>
                      </a:r>
                    </a:p>
                  </a:txBody>
                  <a:tcPr marL="91440" marR="91440" marT="45720" marB="45720">
                    <a:lnR w="9525">
                      <a:solidFill>
                        <a:srgbClr val="D5DFD8"/>
                      </a:solidFill>
                      <a:prstDash val="solid"/>
                    </a:lnR>
                    <a:lnB w="9525">
                      <a:solidFill>
                        <a:srgbClr val="D5DFD8"/>
                      </a:solidFill>
                      <a:prstDash val="solid"/>
                    </a:lnB>
                    <a:solidFill>
                      <a:srgbClr val="FFFFFF"/>
                    </a:solidFill>
                  </a:tcPr>
                </a:tc>
              </a:tr>
              <a:tr h="400050">
                <a:tc>
                  <a:txBody>
                    <a:bodyPr>
                      <a:noAutofit/>
                    </a:bodyPr>
                    <a:lstStyle/>
                    <a:p>
                      <a:r>
                        <a:rPr sz="1425" b="0">
                          <a:solidFill>
                            <a:srgbClr val="172B24"/>
                          </a:solidFill>
                          <a:latin typeface="Arial"/>
                          <a:ea typeface="Arial"/>
                          <a:cs typeface="Arial"/>
                        </a:rPr>
                        <a:t>Privacy and choice</a:t>
                      </a:r>
                    </a:p>
                  </a:txBody>
                  <a:tcPr marL="91440" marR="91440" marT="45720" marB="45720">
                    <a:lnL w="9525">
                      <a:solidFill>
                        <a:srgbClr val="D5DFD8"/>
                      </a:solidFill>
                      <a:prstDash val="solid"/>
                    </a:lnL>
                    <a:lnR w="9525">
                      <a:solidFill>
                        <a:srgbClr val="D5DFD8"/>
                      </a:solidFill>
                      <a:prstDash val="solid"/>
                    </a:lnR>
                    <a:lnB w="9525">
                      <a:solidFill>
                        <a:srgbClr val="D5DFD8"/>
                      </a:solidFill>
                      <a:prstDash val="solid"/>
                    </a:lnB>
                    <a:solidFill>
                      <a:srgbClr val="FFFFFF"/>
                    </a:solidFill>
                  </a:tcPr>
                </a:tc>
                <a:tc>
                  <a:txBody>
                    <a:bodyPr>
                      <a:noAutofit/>
                    </a:bodyPr>
                    <a:lstStyle/>
                    <a:p>
                      <a:r>
                        <a:rPr sz="1425" b="0">
                          <a:solidFill>
                            <a:srgbClr val="172B24"/>
                          </a:solidFill>
                          <a:latin typeface="Arial"/>
                          <a:ea typeface="Arial"/>
                          <a:cs typeface="Arial"/>
                        </a:rPr>
                        <a:t>V001/004/005/013</a:t>
                      </a:r>
                    </a:p>
                  </a:txBody>
                  <a:tcPr marL="91440" marR="91440" marT="45720" marB="45720">
                    <a:lnR w="9525">
                      <a:solidFill>
                        <a:srgbClr val="D5DFD8"/>
                      </a:solidFill>
                      <a:prstDash val="solid"/>
                    </a:lnR>
                    <a:lnB w="9525">
                      <a:solidFill>
                        <a:srgbClr val="D5DFD8"/>
                      </a:solidFill>
                      <a:prstDash val="solid"/>
                    </a:lnB>
                    <a:solidFill>
                      <a:srgbClr val="FFFFFF"/>
                    </a:solidFill>
                  </a:tcPr>
                </a:tc>
                <a:tc>
                  <a:txBody>
                    <a:bodyPr>
                      <a:noAutofit/>
                    </a:bodyPr>
                    <a:lstStyle/>
                    <a:p>
                      <a:r>
                        <a:rPr sz="1425" b="0">
                          <a:solidFill>
                            <a:srgbClr val="172B24"/>
                          </a:solidFill>
                          <a:latin typeface="Arial"/>
                          <a:ea typeface="Arial"/>
                          <a:cs typeface="Arial"/>
                        </a:rPr>
                        <a:t>Optional GPS / import</a:t>
                      </a:r>
                    </a:p>
                  </a:txBody>
                  <a:tcPr marL="91440" marR="91440" marT="45720" marB="45720">
                    <a:lnR w="9525">
                      <a:solidFill>
                        <a:srgbClr val="D5DFD8"/>
                      </a:solidFill>
                      <a:prstDash val="solid"/>
                    </a:lnR>
                    <a:lnB w="9525">
                      <a:solidFill>
                        <a:srgbClr val="D5DFD8"/>
                      </a:solidFill>
                      <a:prstDash val="solid"/>
                    </a:lnB>
                    <a:solidFill>
                      <a:srgbClr val="FFFFFF"/>
                    </a:solidFill>
                  </a:tcPr>
                </a:tc>
              </a:tr>
            </a:tbl>
          </a:graphicData>
        </a:graphic>
      </p:graphicFrame>
      <p:sp>
        <p:nvSpPr>
          <p:cNvPr id="6" name="">
            <a:extLst xmlns:a="http://schemas.openxmlformats.org/drawingml/2006/main">
              <a:ext uri="{FF2B5EF4-FFF2-40B4-BE49-F238E27FC236}">
                <a16:creationId xmlns:a16="http://schemas.microsoft.com/office/drawing/2014/main" id="{A339DDEA-F69B-4AB3-8C05-99719A8202D2}"/>
              </a:ext>
            </a:extLst>
          </p:cNvPr>
          <p:cNvSpPr>
            <a:spLocks xmlns:a="http://schemas.openxmlformats.org/drawingml/2006/main" noGrp="1"/>
          </p:cNvSpPr>
          <p:nvPr/>
        </p:nvSpPr>
        <p:spPr>
          <a:xfrm xmlns:a="http://schemas.openxmlformats.org/drawingml/2006/main">
            <a:off x="609600" y="4048125"/>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a:solidFill>
                  <a:srgbClr val="24634D"/>
                </a:solidFill>
                <a:latin typeface="Arial"/>
                <a:ea typeface="Arial"/>
                <a:cs typeface="Arial"/>
              </a:defRPr>
            </a:defPPr>
            <a:lvl1pPr>
              <a:defRPr sz="1800" b="1">
                <a:solidFill>
                  <a:srgbClr val="24634D"/>
                </a:solidFill>
                <a:latin typeface="Arial"/>
                <a:ea typeface="Arial"/>
                <a:cs typeface="Arial"/>
              </a:defRPr>
            </a:lvl1pPr>
            <a:lvl2pPr>
              <a:defRPr sz="1800" b="1">
                <a:solidFill>
                  <a:srgbClr val="24634D"/>
                </a:solidFill>
                <a:latin typeface="Arial"/>
                <a:ea typeface="Arial"/>
                <a:cs typeface="Arial"/>
              </a:defRPr>
            </a:lvl2pPr>
            <a:lvl3pPr>
              <a:defRPr sz="1800" b="1">
                <a:solidFill>
                  <a:srgbClr val="24634D"/>
                </a:solidFill>
                <a:latin typeface="Arial"/>
                <a:ea typeface="Arial"/>
                <a:cs typeface="Arial"/>
              </a:defRPr>
            </a:lvl3pPr>
            <a:lvl4pPr>
              <a:defRPr sz="1800" b="1">
                <a:solidFill>
                  <a:srgbClr val="24634D"/>
                </a:solidFill>
                <a:latin typeface="Arial"/>
                <a:ea typeface="Arial"/>
                <a:cs typeface="Arial"/>
              </a:defRPr>
            </a:lvl4pPr>
            <a:lvl5pPr>
              <a:defRPr sz="1800" b="1">
                <a:solidFill>
                  <a:srgbClr val="24634D"/>
                </a:solidFill>
                <a:latin typeface="Arial"/>
                <a:ea typeface="Arial"/>
                <a:cs typeface="Arial"/>
              </a:defRPr>
            </a:lvl5pPr>
            <a:lvl6pPr>
              <a:defRPr sz="1800" b="1">
                <a:solidFill>
                  <a:srgbClr val="24634D"/>
                </a:solidFill>
                <a:latin typeface="Arial"/>
                <a:ea typeface="Arial"/>
                <a:cs typeface="Arial"/>
              </a:defRPr>
            </a:lvl6pPr>
            <a:lvl7pPr>
              <a:defRPr sz="1800" b="1">
                <a:solidFill>
                  <a:srgbClr val="24634D"/>
                </a:solidFill>
                <a:latin typeface="Arial"/>
                <a:ea typeface="Arial"/>
                <a:cs typeface="Arial"/>
              </a:defRPr>
            </a:lvl7pPr>
            <a:lvl8pPr>
              <a:defRPr sz="1800" b="1">
                <a:solidFill>
                  <a:srgbClr val="24634D"/>
                </a:solidFill>
                <a:latin typeface="Arial"/>
                <a:ea typeface="Arial"/>
                <a:cs typeface="Arial"/>
              </a:defRPr>
            </a:lvl8pPr>
            <a:lvl9pPr>
              <a:defRPr sz="1800" b="1">
                <a:solidFill>
                  <a:srgbClr val="24634D"/>
                </a:solidFill>
                <a:latin typeface="Arial"/>
                <a:ea typeface="Arial"/>
                <a:cs typeface="Arial"/>
              </a:defRPr>
            </a:lvl9pPr>
          </a:lstStyle>
          <a:p xmlns:a="http://schemas.openxmlformats.org/drawingml/2006/main">
            <a:pPr>
              <a:defRPr sz="1800" b="1">
                <a:solidFill>
                  <a:srgbClr val="24634D"/>
                </a:solidFill>
                <a:latin typeface="Arial"/>
                <a:ea typeface="Arial"/>
                <a:cs typeface="Arial"/>
              </a:defRPr>
            </a:pPr>
            <a:r>
              <a:rPr sz="1800" b="1">
                <a:solidFill>
                  <a:srgbClr val="24634D"/>
                </a:solidFill>
                <a:latin typeface="Arial"/>
                <a:ea typeface="Arial"/>
                <a:cs typeface="Arial"/>
              </a:rPr>
              <a:t>First target customer</a:t>
            </a:r>
          </a:p>
        </p:txBody>
      </p:sp>
      <p:sp>
        <p:nvSpPr>
          <p:cNvPr id="7" name="">
            <a:extLst xmlns:a="http://schemas.openxmlformats.org/drawingml/2006/main">
              <a:ext uri="{FF2B5EF4-FFF2-40B4-BE49-F238E27FC236}">
                <a16:creationId xmlns:a16="http://schemas.microsoft.com/office/drawing/2014/main" id="{278620DA-0707-419F-B668-916A80A43C26}"/>
              </a:ext>
            </a:extLst>
          </p:cNvPr>
          <p:cNvSpPr>
            <a:spLocks xmlns:a="http://schemas.openxmlformats.org/drawingml/2006/main" noGrp="1"/>
          </p:cNvSpPr>
          <p:nvPr/>
        </p:nvSpPr>
        <p:spPr>
          <a:xfrm xmlns:a="http://schemas.openxmlformats.org/drawingml/2006/main">
            <a:off x="609600" y="4486275"/>
            <a:ext cx="6191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172B24"/>
                </a:solidFill>
                <a:latin typeface="Arial"/>
                <a:ea typeface="Arial"/>
                <a:cs typeface="Arial"/>
              </a:defRPr>
            </a:defPPr>
            <a:lvl1pPr>
              <a:defRPr sz="1725" b="0">
                <a:solidFill>
                  <a:srgbClr val="172B24"/>
                </a:solidFill>
                <a:latin typeface="Arial"/>
                <a:ea typeface="Arial"/>
                <a:cs typeface="Arial"/>
              </a:defRPr>
            </a:lvl1pPr>
            <a:lvl2pPr>
              <a:defRPr sz="1725" b="0">
                <a:solidFill>
                  <a:srgbClr val="172B24"/>
                </a:solidFill>
                <a:latin typeface="Arial"/>
                <a:ea typeface="Arial"/>
                <a:cs typeface="Arial"/>
              </a:defRPr>
            </a:lvl2pPr>
            <a:lvl3pPr>
              <a:defRPr sz="1725" b="0">
                <a:solidFill>
                  <a:srgbClr val="172B24"/>
                </a:solidFill>
                <a:latin typeface="Arial"/>
                <a:ea typeface="Arial"/>
                <a:cs typeface="Arial"/>
              </a:defRPr>
            </a:lvl3pPr>
            <a:lvl4pPr>
              <a:defRPr sz="1725" b="0">
                <a:solidFill>
                  <a:srgbClr val="172B24"/>
                </a:solidFill>
                <a:latin typeface="Arial"/>
                <a:ea typeface="Arial"/>
                <a:cs typeface="Arial"/>
              </a:defRPr>
            </a:lvl4pPr>
            <a:lvl5pPr>
              <a:defRPr sz="1725" b="0">
                <a:solidFill>
                  <a:srgbClr val="172B24"/>
                </a:solidFill>
                <a:latin typeface="Arial"/>
                <a:ea typeface="Arial"/>
                <a:cs typeface="Arial"/>
              </a:defRPr>
            </a:lvl5pPr>
            <a:lvl6pPr>
              <a:defRPr sz="1725" b="0">
                <a:solidFill>
                  <a:srgbClr val="172B24"/>
                </a:solidFill>
                <a:latin typeface="Arial"/>
                <a:ea typeface="Arial"/>
                <a:cs typeface="Arial"/>
              </a:defRPr>
            </a:lvl6pPr>
            <a:lvl7pPr>
              <a:defRPr sz="1725" b="0">
                <a:solidFill>
                  <a:srgbClr val="172B24"/>
                </a:solidFill>
                <a:latin typeface="Arial"/>
                <a:ea typeface="Arial"/>
                <a:cs typeface="Arial"/>
              </a:defRPr>
            </a:lvl7pPr>
            <a:lvl8pPr>
              <a:defRPr sz="1725" b="0">
                <a:solidFill>
                  <a:srgbClr val="172B24"/>
                </a:solidFill>
                <a:latin typeface="Arial"/>
                <a:ea typeface="Arial"/>
                <a:cs typeface="Arial"/>
              </a:defRPr>
            </a:lvl8pPr>
            <a:lvl9pPr>
              <a:defRPr sz="1725" b="0">
                <a:solidFill>
                  <a:srgbClr val="172B24"/>
                </a:solidFill>
                <a:latin typeface="Arial"/>
                <a:ea typeface="Arial"/>
                <a:cs typeface="Arial"/>
              </a:defRPr>
            </a:lvl9pPr>
          </a:lstStyle>
          <a:p xmlns:a="http://schemas.openxmlformats.org/drawingml/2006/main">
            <a:pPr>
              <a:defRPr sz="1725" b="0">
                <a:solidFill>
                  <a:srgbClr val="172B24"/>
                </a:solidFill>
                <a:latin typeface="Arial"/>
                <a:ea typeface="Arial"/>
                <a:cs typeface="Arial"/>
              </a:defRPr>
            </a:pPr>
            <a:r>
              <a:rPr sz="1725" b="0">
                <a:solidFill>
                  <a:srgbClr val="172B24"/>
                </a:solidFill>
                <a:latin typeface="Arial"/>
                <a:ea typeface="Arial"/>
                <a:cs typeface="Arial"/>
              </a:rPr>
              <a:t>A DTS student with a planned item need,</a:t>
            </a:r>
          </a:p>
          <a:p xmlns:a="http://schemas.openxmlformats.org/drawingml/2006/main">
            <a:pPr>
              <a:defRPr sz="1725" b="0">
                <a:solidFill>
                  <a:srgbClr val="172B24"/>
                </a:solidFill>
                <a:latin typeface="Arial"/>
                <a:ea typeface="Arial"/>
                <a:cs typeface="Arial"/>
              </a:defRPr>
            </a:pPr>
            <a:r>
              <a:rPr sz="1725" b="0">
                <a:solidFill>
                  <a:srgbClr val="172B24"/>
                </a:solidFill>
                <a:latin typeface="Arial"/>
                <a:ea typeface="Arial"/>
                <a:cs typeface="Arial"/>
              </a:rPr>
              <a:t>without a suitable item from a known peer.</a:t>
            </a:r>
          </a:p>
        </p:txBody>
      </p:sp>
      <p:sp>
        <p:nvSpPr>
          <p:cNvPr id="8" name="">
            <a:extLst xmlns:a="http://schemas.openxmlformats.org/drawingml/2006/main">
              <a:ext uri="{FF2B5EF4-FFF2-40B4-BE49-F238E27FC236}">
                <a16:creationId xmlns:a16="http://schemas.microsoft.com/office/drawing/2014/main" id="{17538103-6041-433B-B44B-6EB36FEA22F9}"/>
              </a:ext>
            </a:extLst>
          </p:cNvPr>
          <p:cNvSpPr>
            <a:spLocks xmlns:a="http://schemas.openxmlformats.org/drawingml/2006/main" noGrp="1"/>
          </p:cNvSpPr>
          <p:nvPr/>
        </p:nvSpPr>
        <p:spPr>
          <a:xfrm xmlns:a="http://schemas.openxmlformats.org/drawingml/2006/main">
            <a:off x="7334250" y="171450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1">
                <a:solidFill>
                  <a:srgbClr val="24634D"/>
                </a:solidFill>
                <a:latin typeface="Arial"/>
                <a:ea typeface="Arial"/>
                <a:cs typeface="Arial"/>
              </a:defRPr>
            </a:defPPr>
            <a:lvl1pPr>
              <a:defRPr sz="1425" b="1">
                <a:solidFill>
                  <a:srgbClr val="24634D"/>
                </a:solidFill>
                <a:latin typeface="Arial"/>
                <a:ea typeface="Arial"/>
                <a:cs typeface="Arial"/>
              </a:defRPr>
            </a:lvl1pPr>
            <a:lvl2pPr>
              <a:defRPr sz="1425" b="1">
                <a:solidFill>
                  <a:srgbClr val="24634D"/>
                </a:solidFill>
                <a:latin typeface="Arial"/>
                <a:ea typeface="Arial"/>
                <a:cs typeface="Arial"/>
              </a:defRPr>
            </a:lvl2pPr>
            <a:lvl3pPr>
              <a:defRPr sz="1425" b="1">
                <a:solidFill>
                  <a:srgbClr val="24634D"/>
                </a:solidFill>
                <a:latin typeface="Arial"/>
                <a:ea typeface="Arial"/>
                <a:cs typeface="Arial"/>
              </a:defRPr>
            </a:lvl3pPr>
            <a:lvl4pPr>
              <a:defRPr sz="1425" b="1">
                <a:solidFill>
                  <a:srgbClr val="24634D"/>
                </a:solidFill>
                <a:latin typeface="Arial"/>
                <a:ea typeface="Arial"/>
                <a:cs typeface="Arial"/>
              </a:defRPr>
            </a:lvl4pPr>
            <a:lvl5pPr>
              <a:defRPr sz="1425" b="1">
                <a:solidFill>
                  <a:srgbClr val="24634D"/>
                </a:solidFill>
                <a:latin typeface="Arial"/>
                <a:ea typeface="Arial"/>
                <a:cs typeface="Arial"/>
              </a:defRPr>
            </a:lvl5pPr>
            <a:lvl6pPr>
              <a:defRPr sz="1425" b="1">
                <a:solidFill>
                  <a:srgbClr val="24634D"/>
                </a:solidFill>
                <a:latin typeface="Arial"/>
                <a:ea typeface="Arial"/>
                <a:cs typeface="Arial"/>
              </a:defRPr>
            </a:lvl6pPr>
            <a:lvl7pPr>
              <a:defRPr sz="1425" b="1">
                <a:solidFill>
                  <a:srgbClr val="24634D"/>
                </a:solidFill>
                <a:latin typeface="Arial"/>
                <a:ea typeface="Arial"/>
                <a:cs typeface="Arial"/>
              </a:defRPr>
            </a:lvl7pPr>
            <a:lvl8pPr>
              <a:defRPr sz="1425" b="1">
                <a:solidFill>
                  <a:srgbClr val="24634D"/>
                </a:solidFill>
                <a:latin typeface="Arial"/>
                <a:ea typeface="Arial"/>
                <a:cs typeface="Arial"/>
              </a:defRPr>
            </a:lvl8pPr>
            <a:lvl9pPr>
              <a:defRPr sz="1425" b="1">
                <a:solidFill>
                  <a:srgbClr val="24634D"/>
                </a:solidFill>
                <a:latin typeface="Arial"/>
                <a:ea typeface="Arial"/>
                <a:cs typeface="Arial"/>
              </a:defRPr>
            </a:lvl9pPr>
          </a:lstStyle>
          <a:p xmlns:a="http://schemas.openxmlformats.org/drawingml/2006/main">
            <a:pPr>
              <a:defRPr sz="1425" b="1">
                <a:solidFill>
                  <a:srgbClr val="24634D"/>
                </a:solidFill>
                <a:latin typeface="Arial"/>
                <a:ea typeface="Arial"/>
                <a:cs typeface="Arial"/>
              </a:defRPr>
            </a:pPr>
            <a:r>
              <a:rPr sz="1425" b="1">
                <a:solidFill>
                  <a:srgbClr val="24634D"/>
                </a:solidFill>
                <a:latin typeface="Arial"/>
                <a:ea typeface="Arial"/>
                <a:cs typeface="Arial"/>
              </a:rPr>
              <a:t>TAM context (XEC)</a:t>
            </a:r>
          </a:p>
        </p:txBody>
      </p:sp>
      <p:sp>
        <p:nvSpPr>
          <p:cNvPr id="9" name="">
            <a:extLst xmlns:a="http://schemas.openxmlformats.org/drawingml/2006/main">
              <a:ext uri="{FF2B5EF4-FFF2-40B4-BE49-F238E27FC236}">
                <a16:creationId xmlns:a16="http://schemas.microsoft.com/office/drawing/2014/main" id="{AFA24758-7994-44D9-994A-56169973C0D3}"/>
              </a:ext>
            </a:extLst>
          </p:cNvPr>
          <p:cNvSpPr>
            <a:spLocks xmlns:a="http://schemas.openxmlformats.org/drawingml/2006/main" noGrp="1"/>
          </p:cNvSpPr>
          <p:nvPr/>
        </p:nvSpPr>
        <p:spPr>
          <a:xfrm xmlns:a="http://schemas.openxmlformats.org/drawingml/2006/main">
            <a:off x="7315200" y="2114550"/>
            <a:ext cx="2095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825" b="1">
                <a:solidFill>
                  <a:srgbClr val="172B24"/>
                </a:solidFill>
                <a:latin typeface="Arial"/>
                <a:ea typeface="Arial"/>
                <a:cs typeface="Arial"/>
              </a:defRPr>
            </a:defPPr>
            <a:lvl1pPr>
              <a:defRPr sz="3825" b="1">
                <a:solidFill>
                  <a:srgbClr val="172B24"/>
                </a:solidFill>
                <a:latin typeface="Arial"/>
                <a:ea typeface="Arial"/>
                <a:cs typeface="Arial"/>
              </a:defRPr>
            </a:lvl1pPr>
            <a:lvl2pPr>
              <a:defRPr sz="3825" b="1">
                <a:solidFill>
                  <a:srgbClr val="172B24"/>
                </a:solidFill>
                <a:latin typeface="Arial"/>
                <a:ea typeface="Arial"/>
                <a:cs typeface="Arial"/>
              </a:defRPr>
            </a:lvl2pPr>
            <a:lvl3pPr>
              <a:defRPr sz="3825" b="1">
                <a:solidFill>
                  <a:srgbClr val="172B24"/>
                </a:solidFill>
                <a:latin typeface="Arial"/>
                <a:ea typeface="Arial"/>
                <a:cs typeface="Arial"/>
              </a:defRPr>
            </a:lvl3pPr>
            <a:lvl4pPr>
              <a:defRPr sz="3825" b="1">
                <a:solidFill>
                  <a:srgbClr val="172B24"/>
                </a:solidFill>
                <a:latin typeface="Arial"/>
                <a:ea typeface="Arial"/>
                <a:cs typeface="Arial"/>
              </a:defRPr>
            </a:lvl4pPr>
            <a:lvl5pPr>
              <a:defRPr sz="3825" b="1">
                <a:solidFill>
                  <a:srgbClr val="172B24"/>
                </a:solidFill>
                <a:latin typeface="Arial"/>
                <a:ea typeface="Arial"/>
                <a:cs typeface="Arial"/>
              </a:defRPr>
            </a:lvl5pPr>
            <a:lvl6pPr>
              <a:defRPr sz="3825" b="1">
                <a:solidFill>
                  <a:srgbClr val="172B24"/>
                </a:solidFill>
                <a:latin typeface="Arial"/>
                <a:ea typeface="Arial"/>
                <a:cs typeface="Arial"/>
              </a:defRPr>
            </a:lvl6pPr>
            <a:lvl7pPr>
              <a:defRPr sz="3825" b="1">
                <a:solidFill>
                  <a:srgbClr val="172B24"/>
                </a:solidFill>
                <a:latin typeface="Arial"/>
                <a:ea typeface="Arial"/>
                <a:cs typeface="Arial"/>
              </a:defRPr>
            </a:lvl7pPr>
            <a:lvl8pPr>
              <a:defRPr sz="3825" b="1">
                <a:solidFill>
                  <a:srgbClr val="172B24"/>
                </a:solidFill>
                <a:latin typeface="Arial"/>
                <a:ea typeface="Arial"/>
                <a:cs typeface="Arial"/>
              </a:defRPr>
            </a:lvl8pPr>
            <a:lvl9pPr>
              <a:defRPr sz="3825" b="1">
                <a:solidFill>
                  <a:srgbClr val="172B24"/>
                </a:solidFill>
                <a:latin typeface="Arial"/>
                <a:ea typeface="Arial"/>
                <a:cs typeface="Arial"/>
              </a:defRPr>
            </a:lvl9pPr>
          </a:lstStyle>
          <a:p xmlns:a="http://schemas.openxmlformats.org/drawingml/2006/main">
            <a:pPr>
              <a:defRPr sz="3825" b="1">
                <a:solidFill>
                  <a:srgbClr val="172B24"/>
                </a:solidFill>
                <a:latin typeface="Arial"/>
                <a:ea typeface="Arial"/>
                <a:cs typeface="Arial"/>
              </a:defRPr>
            </a:pPr>
            <a:r>
              <a:rPr sz="3825" b="1">
                <a:solidFill>
                  <a:srgbClr val="172B24"/>
                </a:solidFill>
                <a:latin typeface="Arial"/>
                <a:ea typeface="Arial"/>
                <a:cs typeface="Arial"/>
              </a:rPr>
              <a:t>4,000+</a:t>
            </a:r>
          </a:p>
        </p:txBody>
      </p:sp>
      <p:sp>
        <p:nvSpPr>
          <p:cNvPr id="10" name="">
            <a:extLst xmlns:a="http://schemas.openxmlformats.org/drawingml/2006/main">
              <a:ext uri="{FF2B5EF4-FFF2-40B4-BE49-F238E27FC236}">
                <a16:creationId xmlns:a16="http://schemas.microsoft.com/office/drawing/2014/main" id="{121DA554-1776-4326-930A-AB22F56A8939}"/>
              </a:ext>
            </a:extLst>
          </p:cNvPr>
          <p:cNvSpPr>
            <a:spLocks xmlns:a="http://schemas.openxmlformats.org/drawingml/2006/main" noGrp="1"/>
          </p:cNvSpPr>
          <p:nvPr/>
        </p:nvSpPr>
        <p:spPr>
          <a:xfrm xmlns:a="http://schemas.openxmlformats.org/drawingml/2006/main">
            <a:off x="7334250" y="2800350"/>
            <a:ext cx="2095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5C6A63"/>
                </a:solidFill>
                <a:latin typeface="Arial"/>
                <a:ea typeface="Arial"/>
                <a:cs typeface="Arial"/>
              </a:defRPr>
            </a:defPPr>
            <a:lvl1pPr>
              <a:defRPr sz="1350" b="0">
                <a:solidFill>
                  <a:srgbClr val="5C6A63"/>
                </a:solidFill>
                <a:latin typeface="Arial"/>
                <a:ea typeface="Arial"/>
                <a:cs typeface="Arial"/>
              </a:defRPr>
            </a:lvl1pPr>
            <a:lvl2pPr>
              <a:defRPr sz="1350" b="0">
                <a:solidFill>
                  <a:srgbClr val="5C6A63"/>
                </a:solidFill>
                <a:latin typeface="Arial"/>
                <a:ea typeface="Arial"/>
                <a:cs typeface="Arial"/>
              </a:defRPr>
            </a:lvl2pPr>
            <a:lvl3pPr>
              <a:defRPr sz="1350" b="0">
                <a:solidFill>
                  <a:srgbClr val="5C6A63"/>
                </a:solidFill>
                <a:latin typeface="Arial"/>
                <a:ea typeface="Arial"/>
                <a:cs typeface="Arial"/>
              </a:defRPr>
            </a:lvl3pPr>
            <a:lvl4pPr>
              <a:defRPr sz="1350" b="0">
                <a:solidFill>
                  <a:srgbClr val="5C6A63"/>
                </a:solidFill>
                <a:latin typeface="Arial"/>
                <a:ea typeface="Arial"/>
                <a:cs typeface="Arial"/>
              </a:defRPr>
            </a:lvl4pPr>
            <a:lvl5pPr>
              <a:defRPr sz="1350" b="0">
                <a:solidFill>
                  <a:srgbClr val="5C6A63"/>
                </a:solidFill>
                <a:latin typeface="Arial"/>
                <a:ea typeface="Arial"/>
                <a:cs typeface="Arial"/>
              </a:defRPr>
            </a:lvl5pPr>
            <a:lvl6pPr>
              <a:defRPr sz="1350" b="0">
                <a:solidFill>
                  <a:srgbClr val="5C6A63"/>
                </a:solidFill>
                <a:latin typeface="Arial"/>
                <a:ea typeface="Arial"/>
                <a:cs typeface="Arial"/>
              </a:defRPr>
            </a:lvl6pPr>
            <a:lvl7pPr>
              <a:defRPr sz="1350" b="0">
                <a:solidFill>
                  <a:srgbClr val="5C6A63"/>
                </a:solidFill>
                <a:latin typeface="Arial"/>
                <a:ea typeface="Arial"/>
                <a:cs typeface="Arial"/>
              </a:defRPr>
            </a:lvl7pPr>
            <a:lvl8pPr>
              <a:defRPr sz="1350" b="0">
                <a:solidFill>
                  <a:srgbClr val="5C6A63"/>
                </a:solidFill>
                <a:latin typeface="Arial"/>
                <a:ea typeface="Arial"/>
                <a:cs typeface="Arial"/>
              </a:defRPr>
            </a:lvl8pPr>
            <a:lvl9pPr>
              <a:defRPr sz="1350" b="0">
                <a:solidFill>
                  <a:srgbClr val="5C6A63"/>
                </a:solidFill>
                <a:latin typeface="Arial"/>
                <a:ea typeface="Arial"/>
                <a:cs typeface="Arial"/>
              </a:defRPr>
            </a:lvl9pPr>
          </a:lstStyle>
          <a:p xmlns:a="http://schemas.openxmlformats.org/drawingml/2006/main">
            <a:pPr>
              <a:defRPr sz="1350" b="0">
                <a:solidFill>
                  <a:srgbClr val="5C6A63"/>
                </a:solidFill>
                <a:latin typeface="Arial"/>
                <a:ea typeface="Arial"/>
                <a:cs typeface="Arial"/>
              </a:defRPr>
            </a:pPr>
            <a:r>
              <a:rPr sz="1350" b="0">
                <a:solidFill>
                  <a:srgbClr val="5C6A63"/>
                </a:solidFill>
                <a:latin typeface="Arial"/>
                <a:ea typeface="Arial"/>
                <a:cs typeface="Arial"/>
              </a:rPr>
              <a:t>May 2026 report.</a:t>
            </a:r>
          </a:p>
          <a:p xmlns:a="http://schemas.openxmlformats.org/drawingml/2006/main">
            <a:pPr>
              <a:defRPr sz="1350" b="0">
                <a:solidFill>
                  <a:srgbClr val="5C6A63"/>
                </a:solidFill>
                <a:latin typeface="Arial"/>
                <a:ea typeface="Arial"/>
                <a:cs typeface="Arial"/>
              </a:defRPr>
            </a:pPr>
            <a:r>
              <a:rPr sz="1350" b="0">
                <a:solidFill>
                  <a:srgbClr val="5C6A63"/>
                </a:solidFill>
                <a:latin typeface="Arial"/>
                <a:ea typeface="Arial"/>
                <a:cs typeface="Arial"/>
              </a:rPr>
              <a:t>Population, not demand.</a:t>
            </a:r>
          </a:p>
        </p:txBody>
      </p:sp>
      <p:sp>
        <p:nvSpPr>
          <p:cNvPr id="11" name="">
            <a:extLst xmlns:a="http://schemas.openxmlformats.org/drawingml/2006/main">
              <a:ext uri="{FF2B5EF4-FFF2-40B4-BE49-F238E27FC236}">
                <a16:creationId xmlns:a16="http://schemas.microsoft.com/office/drawing/2014/main" id="{74F73022-EC72-4A19-AB88-A72B883505FD}"/>
              </a:ext>
            </a:extLst>
          </p:cNvPr>
          <p:cNvSpPr>
            <a:spLocks xmlns:a="http://schemas.openxmlformats.org/drawingml/2006/main" noGrp="1"/>
          </p:cNvSpPr>
          <p:nvPr/>
        </p:nvSpPr>
        <p:spPr>
          <a:xfrm xmlns:a="http://schemas.openxmlformats.org/drawingml/2006/main">
            <a:off x="9563100" y="1714500"/>
            <a:ext cx="2095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1">
                <a:solidFill>
                  <a:srgbClr val="24634D"/>
                </a:solidFill>
                <a:latin typeface="Arial"/>
                <a:ea typeface="Arial"/>
                <a:cs typeface="Arial"/>
              </a:defRPr>
            </a:defPPr>
            <a:lvl1pPr>
              <a:defRPr sz="1425" b="1">
                <a:solidFill>
                  <a:srgbClr val="24634D"/>
                </a:solidFill>
                <a:latin typeface="Arial"/>
                <a:ea typeface="Arial"/>
                <a:cs typeface="Arial"/>
              </a:defRPr>
            </a:lvl1pPr>
            <a:lvl2pPr>
              <a:defRPr sz="1425" b="1">
                <a:solidFill>
                  <a:srgbClr val="24634D"/>
                </a:solidFill>
                <a:latin typeface="Arial"/>
                <a:ea typeface="Arial"/>
                <a:cs typeface="Arial"/>
              </a:defRPr>
            </a:lvl2pPr>
            <a:lvl3pPr>
              <a:defRPr sz="1425" b="1">
                <a:solidFill>
                  <a:srgbClr val="24634D"/>
                </a:solidFill>
                <a:latin typeface="Arial"/>
                <a:ea typeface="Arial"/>
                <a:cs typeface="Arial"/>
              </a:defRPr>
            </a:lvl3pPr>
            <a:lvl4pPr>
              <a:defRPr sz="1425" b="1">
                <a:solidFill>
                  <a:srgbClr val="24634D"/>
                </a:solidFill>
                <a:latin typeface="Arial"/>
                <a:ea typeface="Arial"/>
                <a:cs typeface="Arial"/>
              </a:defRPr>
            </a:lvl4pPr>
            <a:lvl5pPr>
              <a:defRPr sz="1425" b="1">
                <a:solidFill>
                  <a:srgbClr val="24634D"/>
                </a:solidFill>
                <a:latin typeface="Arial"/>
                <a:ea typeface="Arial"/>
                <a:cs typeface="Arial"/>
              </a:defRPr>
            </a:lvl5pPr>
            <a:lvl6pPr>
              <a:defRPr sz="1425" b="1">
                <a:solidFill>
                  <a:srgbClr val="24634D"/>
                </a:solidFill>
                <a:latin typeface="Arial"/>
                <a:ea typeface="Arial"/>
                <a:cs typeface="Arial"/>
              </a:defRPr>
            </a:lvl6pPr>
            <a:lvl7pPr>
              <a:defRPr sz="1425" b="1">
                <a:solidFill>
                  <a:srgbClr val="24634D"/>
                </a:solidFill>
                <a:latin typeface="Arial"/>
                <a:ea typeface="Arial"/>
                <a:cs typeface="Arial"/>
              </a:defRPr>
            </a:lvl7pPr>
            <a:lvl8pPr>
              <a:defRPr sz="1425" b="1">
                <a:solidFill>
                  <a:srgbClr val="24634D"/>
                </a:solidFill>
                <a:latin typeface="Arial"/>
                <a:ea typeface="Arial"/>
                <a:cs typeface="Arial"/>
              </a:defRPr>
            </a:lvl8pPr>
            <a:lvl9pPr>
              <a:defRPr sz="1425" b="1">
                <a:solidFill>
                  <a:srgbClr val="24634D"/>
                </a:solidFill>
                <a:latin typeface="Arial"/>
                <a:ea typeface="Arial"/>
                <a:cs typeface="Arial"/>
              </a:defRPr>
            </a:lvl9pPr>
          </a:lstStyle>
          <a:p xmlns:a="http://schemas.openxmlformats.org/drawingml/2006/main">
            <a:pPr>
              <a:defRPr sz="1425" b="1">
                <a:solidFill>
                  <a:srgbClr val="24634D"/>
                </a:solidFill>
                <a:latin typeface="Arial"/>
                <a:ea typeface="Arial"/>
                <a:cs typeface="Arial"/>
              </a:defRPr>
            </a:pPr>
            <a:r>
              <a:rPr sz="1425" b="1">
                <a:solidFill>
                  <a:srgbClr val="24634D"/>
                </a:solidFill>
                <a:latin typeface="Arial"/>
                <a:ea typeface="Arial"/>
                <a:cs typeface="Arial"/>
              </a:rPr>
              <a:t>Pilot SAM boundary</a:t>
            </a:r>
          </a:p>
        </p:txBody>
      </p:sp>
      <p:sp>
        <p:nvSpPr>
          <p:cNvPr id="12" name="">
            <a:extLst xmlns:a="http://schemas.openxmlformats.org/drawingml/2006/main">
              <a:ext uri="{FF2B5EF4-FFF2-40B4-BE49-F238E27FC236}">
                <a16:creationId xmlns:a16="http://schemas.microsoft.com/office/drawing/2014/main" id="{271E962C-9527-4516-AC37-3F7C674DD35B}"/>
              </a:ext>
            </a:extLst>
          </p:cNvPr>
          <p:cNvSpPr>
            <a:spLocks xmlns:a="http://schemas.openxmlformats.org/drawingml/2006/main" noGrp="1"/>
          </p:cNvSpPr>
          <p:nvPr/>
        </p:nvSpPr>
        <p:spPr>
          <a:xfrm xmlns:a="http://schemas.openxmlformats.org/drawingml/2006/main">
            <a:off x="9544050" y="2114550"/>
            <a:ext cx="2095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825" b="1">
                <a:solidFill>
                  <a:srgbClr val="172B24"/>
                </a:solidFill>
                <a:latin typeface="Arial"/>
                <a:ea typeface="Arial"/>
                <a:cs typeface="Arial"/>
              </a:defRPr>
            </a:defPPr>
            <a:lvl1pPr>
              <a:defRPr sz="3825" b="1">
                <a:solidFill>
                  <a:srgbClr val="172B24"/>
                </a:solidFill>
                <a:latin typeface="Arial"/>
                <a:ea typeface="Arial"/>
                <a:cs typeface="Arial"/>
              </a:defRPr>
            </a:lvl1pPr>
            <a:lvl2pPr>
              <a:defRPr sz="3825" b="1">
                <a:solidFill>
                  <a:srgbClr val="172B24"/>
                </a:solidFill>
                <a:latin typeface="Arial"/>
                <a:ea typeface="Arial"/>
                <a:cs typeface="Arial"/>
              </a:defRPr>
            </a:lvl2pPr>
            <a:lvl3pPr>
              <a:defRPr sz="3825" b="1">
                <a:solidFill>
                  <a:srgbClr val="172B24"/>
                </a:solidFill>
                <a:latin typeface="Arial"/>
                <a:ea typeface="Arial"/>
                <a:cs typeface="Arial"/>
              </a:defRPr>
            </a:lvl3pPr>
            <a:lvl4pPr>
              <a:defRPr sz="3825" b="1">
                <a:solidFill>
                  <a:srgbClr val="172B24"/>
                </a:solidFill>
                <a:latin typeface="Arial"/>
                <a:ea typeface="Arial"/>
                <a:cs typeface="Arial"/>
              </a:defRPr>
            </a:lvl4pPr>
            <a:lvl5pPr>
              <a:defRPr sz="3825" b="1">
                <a:solidFill>
                  <a:srgbClr val="172B24"/>
                </a:solidFill>
                <a:latin typeface="Arial"/>
                <a:ea typeface="Arial"/>
                <a:cs typeface="Arial"/>
              </a:defRPr>
            </a:lvl5pPr>
            <a:lvl6pPr>
              <a:defRPr sz="3825" b="1">
                <a:solidFill>
                  <a:srgbClr val="172B24"/>
                </a:solidFill>
                <a:latin typeface="Arial"/>
                <a:ea typeface="Arial"/>
                <a:cs typeface="Arial"/>
              </a:defRPr>
            </a:lvl6pPr>
            <a:lvl7pPr>
              <a:defRPr sz="3825" b="1">
                <a:solidFill>
                  <a:srgbClr val="172B24"/>
                </a:solidFill>
                <a:latin typeface="Arial"/>
                <a:ea typeface="Arial"/>
                <a:cs typeface="Arial"/>
              </a:defRPr>
            </a:lvl7pPr>
            <a:lvl8pPr>
              <a:defRPr sz="3825" b="1">
                <a:solidFill>
                  <a:srgbClr val="172B24"/>
                </a:solidFill>
                <a:latin typeface="Arial"/>
                <a:ea typeface="Arial"/>
                <a:cs typeface="Arial"/>
              </a:defRPr>
            </a:lvl8pPr>
            <a:lvl9pPr>
              <a:defRPr sz="3825" b="1">
                <a:solidFill>
                  <a:srgbClr val="172B24"/>
                </a:solidFill>
                <a:latin typeface="Arial"/>
                <a:ea typeface="Arial"/>
                <a:cs typeface="Arial"/>
              </a:defRPr>
            </a:lvl9pPr>
          </a:lstStyle>
          <a:p xmlns:a="http://schemas.openxmlformats.org/drawingml/2006/main">
            <a:pPr>
              <a:defRPr sz="3825" b="1">
                <a:solidFill>
                  <a:srgbClr val="172B24"/>
                </a:solidFill>
                <a:latin typeface="Arial"/>
                <a:ea typeface="Arial"/>
                <a:cs typeface="Arial"/>
              </a:defRPr>
            </a:pPr>
            <a:r>
              <a:rPr sz="3825" b="1">
                <a:solidFill>
                  <a:srgbClr val="172B24"/>
                </a:solidFill>
                <a:latin typeface="Arial"/>
                <a:ea typeface="Arial"/>
                <a:cs typeface="Arial"/>
              </a:rPr>
              <a:t>~430</a:t>
            </a:r>
          </a:p>
        </p:txBody>
      </p:sp>
      <p:sp>
        <p:nvSpPr>
          <p:cNvPr id="13" name="">
            <a:extLst xmlns:a="http://schemas.openxmlformats.org/drawingml/2006/main">
              <a:ext uri="{FF2B5EF4-FFF2-40B4-BE49-F238E27FC236}">
                <a16:creationId xmlns:a16="http://schemas.microsoft.com/office/drawing/2014/main" id="{DFC313C9-9E76-42C3-A086-F08A3C83A0A8}"/>
              </a:ext>
            </a:extLst>
          </p:cNvPr>
          <p:cNvSpPr>
            <a:spLocks xmlns:a="http://schemas.openxmlformats.org/drawingml/2006/main" noGrp="1"/>
          </p:cNvSpPr>
          <p:nvPr/>
        </p:nvSpPr>
        <p:spPr>
          <a:xfrm xmlns:a="http://schemas.openxmlformats.org/drawingml/2006/main">
            <a:off x="9563100" y="2800350"/>
            <a:ext cx="2095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5C6A63"/>
                </a:solidFill>
                <a:latin typeface="Arial"/>
                <a:ea typeface="Arial"/>
                <a:cs typeface="Arial"/>
              </a:defRPr>
            </a:defPPr>
            <a:lvl1pPr>
              <a:defRPr sz="1350" b="0">
                <a:solidFill>
                  <a:srgbClr val="5C6A63"/>
                </a:solidFill>
                <a:latin typeface="Arial"/>
                <a:ea typeface="Arial"/>
                <a:cs typeface="Arial"/>
              </a:defRPr>
            </a:lvl1pPr>
            <a:lvl2pPr>
              <a:defRPr sz="1350" b="0">
                <a:solidFill>
                  <a:srgbClr val="5C6A63"/>
                </a:solidFill>
                <a:latin typeface="Arial"/>
                <a:ea typeface="Arial"/>
                <a:cs typeface="Arial"/>
              </a:defRPr>
            </a:lvl2pPr>
            <a:lvl3pPr>
              <a:defRPr sz="1350" b="0">
                <a:solidFill>
                  <a:srgbClr val="5C6A63"/>
                </a:solidFill>
                <a:latin typeface="Arial"/>
                <a:ea typeface="Arial"/>
                <a:cs typeface="Arial"/>
              </a:defRPr>
            </a:lvl3pPr>
            <a:lvl4pPr>
              <a:defRPr sz="1350" b="0">
                <a:solidFill>
                  <a:srgbClr val="5C6A63"/>
                </a:solidFill>
                <a:latin typeface="Arial"/>
                <a:ea typeface="Arial"/>
                <a:cs typeface="Arial"/>
              </a:defRPr>
            </a:lvl4pPr>
            <a:lvl5pPr>
              <a:defRPr sz="1350" b="0">
                <a:solidFill>
                  <a:srgbClr val="5C6A63"/>
                </a:solidFill>
                <a:latin typeface="Arial"/>
                <a:ea typeface="Arial"/>
                <a:cs typeface="Arial"/>
              </a:defRPr>
            </a:lvl5pPr>
            <a:lvl6pPr>
              <a:defRPr sz="1350" b="0">
                <a:solidFill>
                  <a:srgbClr val="5C6A63"/>
                </a:solidFill>
                <a:latin typeface="Arial"/>
                <a:ea typeface="Arial"/>
                <a:cs typeface="Arial"/>
              </a:defRPr>
            </a:lvl6pPr>
            <a:lvl7pPr>
              <a:defRPr sz="1350" b="0">
                <a:solidFill>
                  <a:srgbClr val="5C6A63"/>
                </a:solidFill>
                <a:latin typeface="Arial"/>
                <a:ea typeface="Arial"/>
                <a:cs typeface="Arial"/>
              </a:defRPr>
            </a:lvl7pPr>
            <a:lvl8pPr>
              <a:defRPr sz="1350" b="0">
                <a:solidFill>
                  <a:srgbClr val="5C6A63"/>
                </a:solidFill>
                <a:latin typeface="Arial"/>
                <a:ea typeface="Arial"/>
                <a:cs typeface="Arial"/>
              </a:defRPr>
            </a:lvl8pPr>
            <a:lvl9pPr>
              <a:defRPr sz="1350" b="0">
                <a:solidFill>
                  <a:srgbClr val="5C6A63"/>
                </a:solidFill>
                <a:latin typeface="Arial"/>
                <a:ea typeface="Arial"/>
                <a:cs typeface="Arial"/>
              </a:defRPr>
            </a:lvl9pPr>
          </a:lstStyle>
          <a:p xmlns:a="http://schemas.openxmlformats.org/drawingml/2006/main">
            <a:pPr>
              <a:defRPr sz="1350" b="0">
                <a:solidFill>
                  <a:srgbClr val="5C6A63"/>
                </a:solidFill>
                <a:latin typeface="Arial"/>
                <a:ea typeface="Arial"/>
                <a:cs typeface="Arial"/>
              </a:defRPr>
            </a:pPr>
            <a:r>
              <a:rPr sz="1350" b="0">
                <a:solidFill>
                  <a:srgbClr val="5C6A63"/>
                </a:solidFill>
                <a:latin typeface="Arial"/>
                <a:ea typeface="Arial"/>
                <a:cs typeface="Arial"/>
              </a:rPr>
              <a:t>Eight DTS classes.</a:t>
            </a:r>
          </a:p>
          <a:p xmlns:a="http://schemas.openxmlformats.org/drawingml/2006/main">
            <a:pPr>
              <a:defRPr sz="1350" b="0">
                <a:solidFill>
                  <a:srgbClr val="5C6A63"/>
                </a:solidFill>
                <a:latin typeface="Arial"/>
                <a:ea typeface="Arial"/>
                <a:cs typeface="Arial"/>
              </a:defRPr>
            </a:pPr>
            <a:r>
              <a:rPr sz="1350" b="0">
                <a:solidFill>
                  <a:srgbClr val="5C6A63"/>
                </a:solidFill>
                <a:latin typeface="Arial"/>
                <a:ea typeface="Arial"/>
                <a:cs typeface="Arial"/>
              </a:rPr>
              <a:t>Team estimate.</a:t>
            </a:r>
          </a:p>
        </p:txBody>
      </p:sp>
      <p:graphicFrame>
        <p:nvGraphicFramePr>
          <p:cNvPr id="14" name="Chart">
            <a:extLst xmlns:a="http://schemas.openxmlformats.org/drawingml/2006/main">
              <a:ext uri="{FF2B5EF4-FFF2-40B4-BE49-F238E27FC236}">
                <a16:creationId xmlns:a16="http://schemas.microsoft.com/office/drawing/2014/main" id="{572D9EF9-5F72-4198-9216-9C4677B8E874}"/>
              </a:ext>
            </a:extLst>
          </p:cNvPr>
          <p:cNvGraphicFramePr/>
          <p:nvPr/>
        </p:nvGraphicFramePr>
        <p:xfrm>
          <a:off xmlns:a="http://schemas.openxmlformats.org/drawingml/2006/main" x="7191375" y="3524250"/>
          <a:ext xmlns:a="http://schemas.openxmlformats.org/drawingml/2006/main" cx="4391025" cy="1714500"/>
        </p:xfrm>
        <a:graphic xmlns:a="http://schemas.openxmlformats.org/drawingml/2006/main">
          <a:graphicData uri="http://schemas.openxmlformats.org/drawingml/2006/chart">
            <c:chart xmlns:r="http://schemas.openxmlformats.org/officeDocument/2006/relationships" xmlns:c="http://schemas.openxmlformats.org/drawingml/2006/chart" r:id="Re0ae5b21e2984c0e"/>
          </a:graphicData>
        </a:graphic>
      </p:graphicFrame>
      <p:sp>
        <p:nvSpPr>
          <p:cNvPr id="15" name="">
            <a:extLst xmlns:a="http://schemas.openxmlformats.org/drawingml/2006/main">
              <a:ext uri="{FF2B5EF4-FFF2-40B4-BE49-F238E27FC236}">
                <a16:creationId xmlns:a16="http://schemas.microsoft.com/office/drawing/2014/main" id="{F971D228-58D8-4290-9D60-1C4E9F05F6B7}"/>
              </a:ext>
            </a:extLst>
          </p:cNvPr>
          <p:cNvSpPr>
            <a:spLocks xmlns:a="http://schemas.openxmlformats.org/drawingml/2006/main" noGrp="1"/>
          </p:cNvSpPr>
          <p:nvPr/>
        </p:nvSpPr>
        <p:spPr>
          <a:xfrm xmlns:a="http://schemas.openxmlformats.org/drawingml/2006/main">
            <a:off x="609600" y="53054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24634D"/>
                </a:solidFill>
                <a:latin typeface="Arial"/>
                <a:ea typeface="Arial"/>
                <a:cs typeface="Arial"/>
              </a:defRPr>
            </a:defPPr>
            <a:lvl1pPr>
              <a:defRPr sz="1500" b="1">
                <a:solidFill>
                  <a:srgbClr val="24634D"/>
                </a:solidFill>
                <a:latin typeface="Arial"/>
                <a:ea typeface="Arial"/>
                <a:cs typeface="Arial"/>
              </a:defRPr>
            </a:lvl1pPr>
            <a:lvl2pPr>
              <a:defRPr sz="1500" b="1">
                <a:solidFill>
                  <a:srgbClr val="24634D"/>
                </a:solidFill>
                <a:latin typeface="Arial"/>
                <a:ea typeface="Arial"/>
                <a:cs typeface="Arial"/>
              </a:defRPr>
            </a:lvl2pPr>
            <a:lvl3pPr>
              <a:defRPr sz="1500" b="1">
                <a:solidFill>
                  <a:srgbClr val="24634D"/>
                </a:solidFill>
                <a:latin typeface="Arial"/>
                <a:ea typeface="Arial"/>
                <a:cs typeface="Arial"/>
              </a:defRPr>
            </a:lvl3pPr>
            <a:lvl4pPr>
              <a:defRPr sz="1500" b="1">
                <a:solidFill>
                  <a:srgbClr val="24634D"/>
                </a:solidFill>
                <a:latin typeface="Arial"/>
                <a:ea typeface="Arial"/>
                <a:cs typeface="Arial"/>
              </a:defRPr>
            </a:lvl4pPr>
            <a:lvl5pPr>
              <a:defRPr sz="1500" b="1">
                <a:solidFill>
                  <a:srgbClr val="24634D"/>
                </a:solidFill>
                <a:latin typeface="Arial"/>
                <a:ea typeface="Arial"/>
                <a:cs typeface="Arial"/>
              </a:defRPr>
            </a:lvl5pPr>
            <a:lvl6pPr>
              <a:defRPr sz="1500" b="1">
                <a:solidFill>
                  <a:srgbClr val="24634D"/>
                </a:solidFill>
                <a:latin typeface="Arial"/>
                <a:ea typeface="Arial"/>
                <a:cs typeface="Arial"/>
              </a:defRPr>
            </a:lvl6pPr>
            <a:lvl7pPr>
              <a:defRPr sz="1500" b="1">
                <a:solidFill>
                  <a:srgbClr val="24634D"/>
                </a:solidFill>
                <a:latin typeface="Arial"/>
                <a:ea typeface="Arial"/>
                <a:cs typeface="Arial"/>
              </a:defRPr>
            </a:lvl7pPr>
            <a:lvl8pPr>
              <a:defRPr sz="1500" b="1">
                <a:solidFill>
                  <a:srgbClr val="24634D"/>
                </a:solidFill>
                <a:latin typeface="Arial"/>
                <a:ea typeface="Arial"/>
                <a:cs typeface="Arial"/>
              </a:defRPr>
            </a:lvl8pPr>
            <a:lvl9pPr>
              <a:defRPr sz="1500" b="1">
                <a:solidFill>
                  <a:srgbClr val="24634D"/>
                </a:solidFill>
                <a:latin typeface="Arial"/>
                <a:ea typeface="Arial"/>
                <a:cs typeface="Arial"/>
              </a:defRPr>
            </a:lvl9pPr>
          </a:lstStyle>
          <a:p xmlns:a="http://schemas.openxmlformats.org/drawingml/2006/main">
            <a:pPr>
              <a:defRPr sz="1500" b="1">
                <a:solidFill>
                  <a:srgbClr val="24634D"/>
                </a:solidFill>
                <a:latin typeface="Arial"/>
                <a:ea typeface="Arial"/>
                <a:cs typeface="Arial"/>
              </a:defRPr>
            </a:pPr>
            <a:r>
              <a:rPr sz="1500" b="1">
                <a:solidFill>
                  <a:srgbClr val="24634D"/>
                </a:solidFill>
                <a:latin typeface="Arial"/>
                <a:ea typeface="Arial"/>
                <a:cs typeface="Arial"/>
              </a:rPr>
              <a:t>80 × 10% posting × 25% completion = 2. Supply cap: 4 owners × 2 fulfilments = 8.</a:t>
            </a:r>
          </a:p>
        </p:txBody>
      </p:sp>
      <p:graphicFrame>
        <p:nvGraphicFramePr>
          <p:cNvPr id="16" name="">
            <a:extLst xmlns:a="http://schemas.openxmlformats.org/drawingml/2006/main">
              <a:ext uri="{FF2B5EF4-FFF2-40B4-BE49-F238E27FC236}">
                <a16:creationId xmlns:a16="http://schemas.microsoft.com/office/drawing/2014/main" id="{2CD0E776-6B20-4815-8144-0DF8BA4A972A}"/>
              </a:ext>
            </a:extLst>
          </p:cNvPr>
          <p:cNvGraphicFramePr/>
          <p:nvPr/>
        </p:nvGraphicFramePr>
        <p:xfrm>
          <a:off xmlns:a="http://schemas.openxmlformats.org/drawingml/2006/main" x="609600" y="5753100"/>
          <a:ext xmlns:a="http://schemas.openxmlformats.org/drawingml/2006/main" cx="10972800" cy="600075"/>
        </p:xfrm>
        <a:graphic xmlns:a="http://schemas.openxmlformats.org/drawingml/2006/main">
          <a:graphicData uri="http://schemas.openxmlformats.org/drawingml/2006/table">
            <a:tbl>
              <a:tblPr/>
              <a:tblGrid>
                <a:gridCol w="3657600"/>
                <a:gridCol w="3657600"/>
                <a:gridCol w="3657600"/>
              </a:tblGrid>
              <a:tr h="295275">
                <a:tc>
                  <a:txBody>
                    <a:bodyPr>
                      <a:noAutofit/>
                    </a:bodyPr>
                    <a:lstStyle/>
                    <a:p>
                      <a:r>
                        <a:rPr sz="1500" b="1">
                          <a:solidFill>
                            <a:srgbClr val="FFFFFF"/>
                          </a:solidFill>
                          <a:latin typeface="Arial"/>
                          <a:ea typeface="Arial"/>
                          <a:cs typeface="Arial"/>
                        </a:rPr>
                        <a:t>Xianyu</a:t>
                      </a:r>
                    </a:p>
                  </a:txBody>
                  <a:tcPr marL="91440" marR="91440" marT="45720" marB="45720">
                    <a:lnL w="9525">
                      <a:solidFill>
                        <a:srgbClr val="D5DFD8"/>
                      </a:solidFill>
                      <a:prstDash val="solid"/>
                    </a:lnL>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c>
                  <a:txBody>
                    <a:bodyPr>
                      <a:noAutofit/>
                    </a:bodyPr>
                    <a:lstStyle/>
                    <a:p>
                      <a:r>
                        <a:rPr sz="1500" b="1">
                          <a:solidFill>
                            <a:srgbClr val="FFFFFF"/>
                          </a:solidFill>
                          <a:latin typeface="Arial"/>
                          <a:ea typeface="Arial"/>
                          <a:cs typeface="Arial"/>
                        </a:rPr>
                        <a:t>Renrenzu</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c>
                  <a:txBody>
                    <a:bodyPr>
                      <a:noAutofit/>
                    </a:bodyPr>
                    <a:lstStyle/>
                    <a:p>
                      <a:r>
                        <a:rPr sz="1500" b="1">
                          <a:solidFill>
                            <a:srgbClr val="FFFFFF"/>
                          </a:solidFill>
                          <a:latin typeface="Arial"/>
                          <a:ea typeface="Arial"/>
                          <a:cs typeface="Arial"/>
                        </a:rPr>
                        <a:t>ATRenew</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r>
              <a:tr h="304800">
                <a:tc>
                  <a:txBody>
                    <a:bodyPr>
                      <a:noAutofit/>
                    </a:bodyPr>
                    <a:lstStyle/>
                    <a:p>
                      <a:r>
                        <a:rPr sz="1500" b="0">
                          <a:solidFill>
                            <a:srgbClr val="172B24"/>
                          </a:solidFill>
                          <a:latin typeface="Arial"/>
                          <a:ea typeface="Arial"/>
                          <a:cs typeface="Arial"/>
                        </a:rPr>
                        <a:t>Resale listings</a:t>
                      </a:r>
                    </a:p>
                  </a:txBody>
                  <a:tcPr marL="91440" marR="91440" marT="45720" marB="45720">
                    <a:lnL w="9525">
                      <a:solidFill>
                        <a:srgbClr val="D5DFD8"/>
                      </a:solidFill>
                      <a:prstDash val="solid"/>
                    </a:lnL>
                    <a:lnR w="9525">
                      <a:solidFill>
                        <a:srgbClr val="D5DFD8"/>
                      </a:solidFill>
                      <a:prstDash val="solid"/>
                    </a:lnR>
                    <a:lnB w="9525">
                      <a:solidFill>
                        <a:srgbClr val="D5DFD8"/>
                      </a:solidFill>
                      <a:prstDash val="solid"/>
                    </a:lnB>
                    <a:solidFill>
                      <a:srgbClr val="FFFFFF"/>
                    </a:solidFill>
                  </a:tcPr>
                </a:tc>
                <a:tc>
                  <a:txBody>
                    <a:bodyPr>
                      <a:noAutofit/>
                    </a:bodyPr>
                    <a:lstStyle/>
                    <a:p>
                      <a:r>
                        <a:rPr sz="1500" b="0">
                          <a:solidFill>
                            <a:srgbClr val="172B24"/>
                          </a:solidFill>
                          <a:latin typeface="Arial"/>
                          <a:ea typeface="Arial"/>
                          <a:cs typeface="Arial"/>
                        </a:rPr>
                        <a:t>Equipment rental</a:t>
                      </a:r>
                    </a:p>
                  </a:txBody>
                  <a:tcPr marL="91440" marR="91440" marT="45720" marB="45720">
                    <a:lnR w="9525">
                      <a:solidFill>
                        <a:srgbClr val="D5DFD8"/>
                      </a:solidFill>
                      <a:prstDash val="solid"/>
                    </a:lnR>
                    <a:lnB w="9525">
                      <a:solidFill>
                        <a:srgbClr val="D5DFD8"/>
                      </a:solidFill>
                      <a:prstDash val="solid"/>
                    </a:lnB>
                    <a:solidFill>
                      <a:srgbClr val="FFFFFF"/>
                    </a:solidFill>
                  </a:tcPr>
                </a:tc>
                <a:tc>
                  <a:txBody>
                    <a:bodyPr>
                      <a:noAutofit/>
                    </a:bodyPr>
                    <a:lstStyle/>
                    <a:p>
                      <a:r>
                        <a:rPr sz="1500" b="0">
                          <a:solidFill>
                            <a:srgbClr val="172B24"/>
                          </a:solidFill>
                          <a:latin typeface="Arial"/>
                          <a:ea typeface="Arial"/>
                          <a:cs typeface="Arial"/>
                        </a:rPr>
                        <a:t>AHS trade-in / Paipai resale</a:t>
                      </a:r>
                    </a:p>
                  </a:txBody>
                  <a:tcPr marL="91440" marR="91440" marT="45720" marB="45720">
                    <a:lnR w="9525">
                      <a:solidFill>
                        <a:srgbClr val="D5DFD8"/>
                      </a:solidFill>
                      <a:prstDash val="solid"/>
                    </a:lnR>
                    <a:lnB w="9525">
                      <a:solidFill>
                        <a:srgbClr val="D5DFD8"/>
                      </a:solidFill>
                      <a:prstDash val="solid"/>
                    </a:lnB>
                    <a:solidFill>
                      <a:srgbClr val="FFFFFF"/>
                    </a:solidFill>
                  </a:tcPr>
                </a:tc>
              </a:tr>
            </a:tbl>
          </a:graphicData>
        </a:graphic>
      </p:graphicFrame>
      <p:sp>
        <p:nvSpPr>
          <p:cNvPr id="17" name="">
            <a:extLst xmlns:a="http://schemas.openxmlformats.org/drawingml/2006/main">
              <a:ext uri="{FF2B5EF4-FFF2-40B4-BE49-F238E27FC236}">
                <a16:creationId xmlns:a16="http://schemas.microsoft.com/office/drawing/2014/main" id="{8DE50409-52A6-4D4F-83A7-251AA5E4DDA7}"/>
              </a:ext>
            </a:extLst>
          </p:cNvPr>
          <p:cNvSpPr>
            <a:spLocks xmlns:a="http://schemas.openxmlformats.org/drawingml/2006/main" noGrp="1"/>
          </p:cNvSpPr>
          <p:nvPr/>
        </p:nvSpPr>
        <p:spPr>
          <a:xfrm xmlns:a="http://schemas.openxmlformats.org/drawingml/2006/main">
            <a:off x="609600" y="6486525"/>
            <a:ext cx="10096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5C6A63"/>
                </a:solidFill>
                <a:latin typeface="Arial"/>
                <a:ea typeface="Arial"/>
                <a:cs typeface="Arial"/>
              </a:defRPr>
            </a:defPPr>
            <a:lvl1pPr>
              <a:defRPr sz="1200" b="0">
                <a:solidFill>
                  <a:srgbClr val="5C6A63"/>
                </a:solidFill>
                <a:latin typeface="Arial"/>
                <a:ea typeface="Arial"/>
                <a:cs typeface="Arial"/>
              </a:defRPr>
            </a:lvl1pPr>
            <a:lvl2pPr>
              <a:defRPr sz="1200" b="0">
                <a:solidFill>
                  <a:srgbClr val="5C6A63"/>
                </a:solidFill>
                <a:latin typeface="Arial"/>
                <a:ea typeface="Arial"/>
                <a:cs typeface="Arial"/>
              </a:defRPr>
            </a:lvl2pPr>
            <a:lvl3pPr>
              <a:defRPr sz="1200" b="0">
                <a:solidFill>
                  <a:srgbClr val="5C6A63"/>
                </a:solidFill>
                <a:latin typeface="Arial"/>
                <a:ea typeface="Arial"/>
                <a:cs typeface="Arial"/>
              </a:defRPr>
            </a:lvl3pPr>
            <a:lvl4pPr>
              <a:defRPr sz="1200" b="0">
                <a:solidFill>
                  <a:srgbClr val="5C6A63"/>
                </a:solidFill>
                <a:latin typeface="Arial"/>
                <a:ea typeface="Arial"/>
                <a:cs typeface="Arial"/>
              </a:defRPr>
            </a:lvl4pPr>
            <a:lvl5pPr>
              <a:defRPr sz="1200" b="0">
                <a:solidFill>
                  <a:srgbClr val="5C6A63"/>
                </a:solidFill>
                <a:latin typeface="Arial"/>
                <a:ea typeface="Arial"/>
                <a:cs typeface="Arial"/>
              </a:defRPr>
            </a:lvl5pPr>
            <a:lvl6pPr>
              <a:defRPr sz="1200" b="0">
                <a:solidFill>
                  <a:srgbClr val="5C6A63"/>
                </a:solidFill>
                <a:latin typeface="Arial"/>
                <a:ea typeface="Arial"/>
                <a:cs typeface="Arial"/>
              </a:defRPr>
            </a:lvl6pPr>
            <a:lvl7pPr>
              <a:defRPr sz="1200" b="0">
                <a:solidFill>
                  <a:srgbClr val="5C6A63"/>
                </a:solidFill>
                <a:latin typeface="Arial"/>
                <a:ea typeface="Arial"/>
                <a:cs typeface="Arial"/>
              </a:defRPr>
            </a:lvl7pPr>
            <a:lvl8pPr>
              <a:defRPr sz="1200" b="0">
                <a:solidFill>
                  <a:srgbClr val="5C6A63"/>
                </a:solidFill>
                <a:latin typeface="Arial"/>
                <a:ea typeface="Arial"/>
                <a:cs typeface="Arial"/>
              </a:defRPr>
            </a:lvl8pPr>
            <a:lvl9pPr>
              <a:defRPr sz="1200" b="0">
                <a:solidFill>
                  <a:srgbClr val="5C6A63"/>
                </a:solidFill>
                <a:latin typeface="Arial"/>
                <a:ea typeface="Arial"/>
                <a:cs typeface="Arial"/>
              </a:defRPr>
            </a:lvl9pPr>
          </a:lstStyle>
          <a:p xmlns:a="http://schemas.openxmlformats.org/drawingml/2006/main">
            <a:pPr>
              <a:defRPr sz="1200" b="0">
                <a:solidFill>
                  <a:srgbClr val="5C6A63"/>
                </a:solidFill>
                <a:latin typeface="Arial"/>
                <a:ea typeface="Arial"/>
                <a:cs typeface="Arial"/>
              </a:defRPr>
            </a:pPr>
            <a:r>
              <a:rPr sz="1200" b="0">
                <a:solidFill>
                  <a:srgbClr val="5C6A63"/>
                </a:solidFill>
                <a:latin typeface="Arial"/>
                <a:ea typeface="Arial"/>
                <a:cs typeface="Arial"/>
              </a:rPr>
              <a:t>All pilot stages are assumptions. Recruitment permission and actual demand remain unconfirmed. S1-S4.</a:t>
            </a:r>
          </a:p>
        </p:txBody>
      </p:sp>
    </p:spTree>
    <p:extLst>
      <p:ext uri="{BB962C8B-B14F-4D97-AF65-F5344CB8AC3E}">
        <p14:creationId xmlns:p14="http://schemas.microsoft.com/office/powerpoint/2010/main" val="853956026"/>
      </p:ext>
    </p:extLst>
  </p:cSld>
</p:sld>
</file>

<file path=ppt/slides/slide3.xml><?xml version="1.0" encoding="utf-8"?>
<p:sld xmlns:p="http://schemas.openxmlformats.org/presentationml/2006/main">
  <p:cSld>
    <p:bg>
      <p:bgPr>
        <a:solidFill xmlns:a="http://schemas.openxmlformats.org/drawingml/2006/main">
          <a:srgbClr val="11221C"/>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98CD2FDB-6918-4D31-8B1A-1992D308668B}"/>
              </a:ext>
            </a:extLst>
          </p:cNvPr>
          <p:cNvSpPr>
            <a:spLocks xmlns:a="http://schemas.openxmlformats.org/drawingml/2006/main" noGrp="1"/>
          </p:cNvSpPr>
          <p:nvPr/>
        </p:nvSpPr>
        <p:spPr>
          <a:xfrm xmlns:a="http://schemas.openxmlformats.org/drawingml/2006/main">
            <a:off x="609600" y="2667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D6E58A"/>
                </a:solidFill>
                <a:latin typeface="Arial"/>
                <a:ea typeface="Arial"/>
                <a:cs typeface="Arial"/>
              </a:defRPr>
            </a:defPPr>
            <a:lvl1pPr>
              <a:defRPr sz="1500" b="1">
                <a:solidFill>
                  <a:srgbClr val="D6E58A"/>
                </a:solidFill>
                <a:latin typeface="Arial"/>
                <a:ea typeface="Arial"/>
                <a:cs typeface="Arial"/>
              </a:defRPr>
            </a:lvl1pPr>
            <a:lvl2pPr>
              <a:defRPr sz="1500" b="1">
                <a:solidFill>
                  <a:srgbClr val="D6E58A"/>
                </a:solidFill>
                <a:latin typeface="Arial"/>
                <a:ea typeface="Arial"/>
                <a:cs typeface="Arial"/>
              </a:defRPr>
            </a:lvl2pPr>
            <a:lvl3pPr>
              <a:defRPr sz="1500" b="1">
                <a:solidFill>
                  <a:srgbClr val="D6E58A"/>
                </a:solidFill>
                <a:latin typeface="Arial"/>
                <a:ea typeface="Arial"/>
                <a:cs typeface="Arial"/>
              </a:defRPr>
            </a:lvl3pPr>
            <a:lvl4pPr>
              <a:defRPr sz="1500" b="1">
                <a:solidFill>
                  <a:srgbClr val="D6E58A"/>
                </a:solidFill>
                <a:latin typeface="Arial"/>
                <a:ea typeface="Arial"/>
                <a:cs typeface="Arial"/>
              </a:defRPr>
            </a:lvl4pPr>
            <a:lvl5pPr>
              <a:defRPr sz="1500" b="1">
                <a:solidFill>
                  <a:srgbClr val="D6E58A"/>
                </a:solidFill>
                <a:latin typeface="Arial"/>
                <a:ea typeface="Arial"/>
                <a:cs typeface="Arial"/>
              </a:defRPr>
            </a:lvl5pPr>
            <a:lvl6pPr>
              <a:defRPr sz="1500" b="1">
                <a:solidFill>
                  <a:srgbClr val="D6E58A"/>
                </a:solidFill>
                <a:latin typeface="Arial"/>
                <a:ea typeface="Arial"/>
                <a:cs typeface="Arial"/>
              </a:defRPr>
            </a:lvl6pPr>
            <a:lvl7pPr>
              <a:defRPr sz="1500" b="1">
                <a:solidFill>
                  <a:srgbClr val="D6E58A"/>
                </a:solidFill>
                <a:latin typeface="Arial"/>
                <a:ea typeface="Arial"/>
                <a:cs typeface="Arial"/>
              </a:defRPr>
            </a:lvl7pPr>
            <a:lvl8pPr>
              <a:defRPr sz="1500" b="1">
                <a:solidFill>
                  <a:srgbClr val="D6E58A"/>
                </a:solidFill>
                <a:latin typeface="Arial"/>
                <a:ea typeface="Arial"/>
                <a:cs typeface="Arial"/>
              </a:defRPr>
            </a:lvl8pPr>
            <a:lvl9pPr>
              <a:defRPr sz="1500" b="1">
                <a:solidFill>
                  <a:srgbClr val="D6E58A"/>
                </a:solidFill>
                <a:latin typeface="Arial"/>
                <a:ea typeface="Arial"/>
                <a:cs typeface="Arial"/>
              </a:defRPr>
            </a:lvl9pPr>
          </a:lstStyle>
          <a:p xmlns:a="http://schemas.openxmlformats.org/drawingml/2006/main">
            <a:pPr>
              <a:defRPr sz="1500" b="1">
                <a:solidFill>
                  <a:srgbClr val="D6E58A"/>
                </a:solidFill>
                <a:latin typeface="Arial"/>
                <a:ea typeface="Arial"/>
                <a:cs typeface="Arial"/>
              </a:defRPr>
            </a:pPr>
            <a:r>
              <a:rPr sz="1500" b="1">
                <a:solidFill>
                  <a:srgbClr val="D6E58A"/>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BE0CD9A8-D690-400B-B49D-0C49561D8693}"/>
              </a:ext>
            </a:extLst>
          </p:cNvPr>
          <p:cNvSpPr>
            <a:spLocks xmlns:a="http://schemas.openxmlformats.org/drawingml/2006/main" noGrp="1"/>
          </p:cNvSpPr>
          <p:nvPr/>
        </p:nvSpPr>
        <p:spPr>
          <a:xfrm xmlns:a="http://schemas.openxmlformats.org/drawingml/2006/main">
            <a:off x="609600" y="80962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600" b="1">
                <a:solidFill>
                  <a:srgbClr val="FFFFFF"/>
                </a:solidFill>
                <a:latin typeface="Arial"/>
                <a:ea typeface="Arial"/>
                <a:cs typeface="Arial"/>
              </a:defRPr>
            </a:defPPr>
            <a:lvl1pPr>
              <a:defRPr sz="3600" b="1">
                <a:solidFill>
                  <a:srgbClr val="FFFFFF"/>
                </a:solidFill>
                <a:latin typeface="Arial"/>
                <a:ea typeface="Arial"/>
                <a:cs typeface="Arial"/>
              </a:defRPr>
            </a:lvl1pPr>
            <a:lvl2pPr>
              <a:defRPr sz="3600" b="1">
                <a:solidFill>
                  <a:srgbClr val="FFFFFF"/>
                </a:solidFill>
                <a:latin typeface="Arial"/>
                <a:ea typeface="Arial"/>
                <a:cs typeface="Arial"/>
              </a:defRPr>
            </a:lvl2pPr>
            <a:lvl3pPr>
              <a:defRPr sz="3600" b="1">
                <a:solidFill>
                  <a:srgbClr val="FFFFFF"/>
                </a:solidFill>
                <a:latin typeface="Arial"/>
                <a:ea typeface="Arial"/>
                <a:cs typeface="Arial"/>
              </a:defRPr>
            </a:lvl3pPr>
            <a:lvl4pPr>
              <a:defRPr sz="3600" b="1">
                <a:solidFill>
                  <a:srgbClr val="FFFFFF"/>
                </a:solidFill>
                <a:latin typeface="Arial"/>
                <a:ea typeface="Arial"/>
                <a:cs typeface="Arial"/>
              </a:defRPr>
            </a:lvl4pPr>
            <a:lvl5pPr>
              <a:defRPr sz="3600" b="1">
                <a:solidFill>
                  <a:srgbClr val="FFFFFF"/>
                </a:solidFill>
                <a:latin typeface="Arial"/>
                <a:ea typeface="Arial"/>
                <a:cs typeface="Arial"/>
              </a:defRPr>
            </a:lvl5pPr>
            <a:lvl6pPr>
              <a:defRPr sz="3600" b="1">
                <a:solidFill>
                  <a:srgbClr val="FFFFFF"/>
                </a:solidFill>
                <a:latin typeface="Arial"/>
                <a:ea typeface="Arial"/>
                <a:cs typeface="Arial"/>
              </a:defRPr>
            </a:lvl6pPr>
            <a:lvl7pPr>
              <a:defRPr sz="3600" b="1">
                <a:solidFill>
                  <a:srgbClr val="FFFFFF"/>
                </a:solidFill>
                <a:latin typeface="Arial"/>
                <a:ea typeface="Arial"/>
                <a:cs typeface="Arial"/>
              </a:defRPr>
            </a:lvl7pPr>
            <a:lvl8pPr>
              <a:defRPr sz="3600" b="1">
                <a:solidFill>
                  <a:srgbClr val="FFFFFF"/>
                </a:solidFill>
                <a:latin typeface="Arial"/>
                <a:ea typeface="Arial"/>
                <a:cs typeface="Arial"/>
              </a:defRPr>
            </a:lvl8pPr>
            <a:lvl9pPr>
              <a:defRPr sz="3600" b="1">
                <a:solidFill>
                  <a:srgbClr val="FFFFFF"/>
                </a:solidFill>
                <a:latin typeface="Arial"/>
                <a:ea typeface="Arial"/>
                <a:cs typeface="Arial"/>
              </a:defRPr>
            </a:lvl9pPr>
          </a:lstStyle>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Solution &amp; Value Proposition</a:t>
            </a:r>
          </a:p>
        </p:txBody>
      </p:sp>
      <p:pic>
        <p:nvPicPr>
          <p:cNvPr id="3" name="">
            <a:extLst xmlns:a="http://schemas.openxmlformats.org/drawingml/2006/main">
              <a:ext uri="{FF2B5EF4-FFF2-40B4-BE49-F238E27FC236}">
                <a16:creationId xmlns:a16="http://schemas.microsoft.com/office/drawing/2014/main" id="{0E5EC5AB-F57F-44DD-846A-5406FCDED163}"/>
              </a:ext>
            </a:extLst>
          </p:cNvPr>
          <p:cNvPicPr>
            <a:picLocks xmlns:a="http://schemas.openxmlformats.org/drawingml/2006/main" noChangeAspect="1"/>
          </p:cNvPicPr>
          <p:nvPr/>
        </p:nvPicPr>
        <p:blipFill>
          <a:blip xmlns:r="http://schemas.openxmlformats.org/officeDocument/2006/relationships" xmlns:a="http://schemas.openxmlformats.org/drawingml/2006/main" r:embed="Redd306dbb8a043a5"/>
          <a:stretch xmlns:a="http://schemas.openxmlformats.org/drawingml/2006/main"/>
        </p:blipFill>
        <p:spPr>
          <a:xfrm xmlns:a="http://schemas.openxmlformats.org/drawingml/2006/main">
            <a:off x="806871" y="1781175"/>
            <a:ext cx="1558082" cy="33718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ACE0D248-E187-4698-AB0D-745867A7A4AC}"/>
              </a:ext>
            </a:extLst>
          </p:cNvPr>
          <p:cNvPicPr>
            <a:picLocks xmlns:a="http://schemas.openxmlformats.org/drawingml/2006/main" noChangeAspect="1"/>
          </p:cNvPicPr>
          <p:nvPr/>
        </p:nvPicPr>
        <p:blipFill>
          <a:blip xmlns:r="http://schemas.openxmlformats.org/officeDocument/2006/relationships" xmlns:a="http://schemas.openxmlformats.org/drawingml/2006/main" r:embed="R13b33b3cb4ad4bf0"/>
          <a:srcRect xmlns:a="http://schemas.openxmlformats.org/drawingml/2006/main" l="0" t="19705" r="0" b="19705"/>
          <a:stretch xmlns:a="http://schemas.openxmlformats.org/drawingml/2006/main">
            <a:fillRect l="0" t="0" r="0" b="0"/>
          </a:stretch>
        </p:blipFill>
        <p:spPr>
          <a:xfrm xmlns:a="http://schemas.openxmlformats.org/drawingml/2006/main">
            <a:off x="2800350" y="1781175"/>
            <a:ext cx="1952625" cy="33718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82DB0BE6-066C-47B6-AA64-6C6888B07B53}"/>
              </a:ext>
            </a:extLst>
          </p:cNvPr>
          <p:cNvSpPr>
            <a:spLocks xmlns:a="http://schemas.openxmlformats.org/drawingml/2006/main" noGrp="1"/>
          </p:cNvSpPr>
          <p:nvPr/>
        </p:nvSpPr>
        <p:spPr>
          <a:xfrm xmlns:a="http://schemas.openxmlformats.org/drawingml/2006/main">
            <a:off x="609600" y="5238750"/>
            <a:ext cx="2057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1">
                <a:solidFill>
                  <a:srgbClr val="FFFFFF"/>
                </a:solidFill>
                <a:latin typeface="Arial"/>
                <a:ea typeface="Arial"/>
                <a:cs typeface="Arial"/>
              </a:defRPr>
            </a:defPPr>
            <a:lvl1pPr>
              <a:defRPr sz="1425" b="1">
                <a:solidFill>
                  <a:srgbClr val="FFFFFF"/>
                </a:solidFill>
                <a:latin typeface="Arial"/>
                <a:ea typeface="Arial"/>
                <a:cs typeface="Arial"/>
              </a:defRPr>
            </a:lvl1pPr>
            <a:lvl2pPr>
              <a:defRPr sz="1425" b="1">
                <a:solidFill>
                  <a:srgbClr val="FFFFFF"/>
                </a:solidFill>
                <a:latin typeface="Arial"/>
                <a:ea typeface="Arial"/>
                <a:cs typeface="Arial"/>
              </a:defRPr>
            </a:lvl2pPr>
            <a:lvl3pPr>
              <a:defRPr sz="1425" b="1">
                <a:solidFill>
                  <a:srgbClr val="FFFFFF"/>
                </a:solidFill>
                <a:latin typeface="Arial"/>
                <a:ea typeface="Arial"/>
                <a:cs typeface="Arial"/>
              </a:defRPr>
            </a:lvl3pPr>
            <a:lvl4pPr>
              <a:defRPr sz="1425" b="1">
                <a:solidFill>
                  <a:srgbClr val="FFFFFF"/>
                </a:solidFill>
                <a:latin typeface="Arial"/>
                <a:ea typeface="Arial"/>
                <a:cs typeface="Arial"/>
              </a:defRPr>
            </a:lvl4pPr>
            <a:lvl5pPr>
              <a:defRPr sz="1425" b="1">
                <a:solidFill>
                  <a:srgbClr val="FFFFFF"/>
                </a:solidFill>
                <a:latin typeface="Arial"/>
                <a:ea typeface="Arial"/>
                <a:cs typeface="Arial"/>
              </a:defRPr>
            </a:lvl5pPr>
            <a:lvl6pPr>
              <a:defRPr sz="1425" b="1">
                <a:solidFill>
                  <a:srgbClr val="FFFFFF"/>
                </a:solidFill>
                <a:latin typeface="Arial"/>
                <a:ea typeface="Arial"/>
                <a:cs typeface="Arial"/>
              </a:defRPr>
            </a:lvl6pPr>
            <a:lvl7pPr>
              <a:defRPr sz="1425" b="1">
                <a:solidFill>
                  <a:srgbClr val="FFFFFF"/>
                </a:solidFill>
                <a:latin typeface="Arial"/>
                <a:ea typeface="Arial"/>
                <a:cs typeface="Arial"/>
              </a:defRPr>
            </a:lvl7pPr>
            <a:lvl8pPr>
              <a:defRPr sz="1425" b="1">
                <a:solidFill>
                  <a:srgbClr val="FFFFFF"/>
                </a:solidFill>
                <a:latin typeface="Arial"/>
                <a:ea typeface="Arial"/>
                <a:cs typeface="Arial"/>
              </a:defRPr>
            </a:lvl8pPr>
            <a:lvl9pPr>
              <a:defRPr sz="1425" b="1">
                <a:solidFill>
                  <a:srgbClr val="FFFFFF"/>
                </a:solidFill>
                <a:latin typeface="Arial"/>
                <a:ea typeface="Arial"/>
                <a:cs typeface="Arial"/>
              </a:defRPr>
            </a:lvl9pPr>
          </a:lstStyle>
          <a:p xmlns:a="http://schemas.openxmlformats.org/drawingml/2006/main">
            <a:pPr>
              <a:defRPr sz="1425" b="1">
                <a:solidFill>
                  <a:srgbClr val="FFFFFF"/>
                </a:solidFill>
                <a:latin typeface="Arial"/>
                <a:ea typeface="Arial"/>
                <a:cs typeface="Arial"/>
              </a:defRPr>
            </a:pPr>
            <a:r>
              <a:rPr sz="1425" b="1">
                <a:solidFill>
                  <a:srgbClr val="FFFFFF"/>
                </a:solidFill>
                <a:latin typeface="Arial"/>
                <a:ea typeface="Arial"/>
                <a:cs typeface="Arial"/>
              </a:rPr>
              <a:t>Dated request and offer</a:t>
            </a:r>
          </a:p>
        </p:txBody>
      </p:sp>
      <p:sp>
        <p:nvSpPr>
          <p:cNvPr id="6" name="">
            <a:extLst xmlns:a="http://schemas.openxmlformats.org/drawingml/2006/main">
              <a:ext uri="{FF2B5EF4-FFF2-40B4-BE49-F238E27FC236}">
                <a16:creationId xmlns:a16="http://schemas.microsoft.com/office/drawing/2014/main" id="{3F15F8E2-F969-48B3-8C3C-E885ED403A6D}"/>
              </a:ext>
            </a:extLst>
          </p:cNvPr>
          <p:cNvSpPr>
            <a:spLocks xmlns:a="http://schemas.openxmlformats.org/drawingml/2006/main" noGrp="1"/>
          </p:cNvSpPr>
          <p:nvPr/>
        </p:nvSpPr>
        <p:spPr>
          <a:xfrm xmlns:a="http://schemas.openxmlformats.org/drawingml/2006/main">
            <a:off x="2800350" y="5238750"/>
            <a:ext cx="2114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1">
                <a:solidFill>
                  <a:srgbClr val="FFFFFF"/>
                </a:solidFill>
                <a:latin typeface="Arial"/>
                <a:ea typeface="Arial"/>
                <a:cs typeface="Arial"/>
              </a:defRPr>
            </a:defPPr>
            <a:lvl1pPr>
              <a:defRPr sz="1425" b="1">
                <a:solidFill>
                  <a:srgbClr val="FFFFFF"/>
                </a:solidFill>
                <a:latin typeface="Arial"/>
                <a:ea typeface="Arial"/>
                <a:cs typeface="Arial"/>
              </a:defRPr>
            </a:lvl1pPr>
            <a:lvl2pPr>
              <a:defRPr sz="1425" b="1">
                <a:solidFill>
                  <a:srgbClr val="FFFFFF"/>
                </a:solidFill>
                <a:latin typeface="Arial"/>
                <a:ea typeface="Arial"/>
                <a:cs typeface="Arial"/>
              </a:defRPr>
            </a:lvl2pPr>
            <a:lvl3pPr>
              <a:defRPr sz="1425" b="1">
                <a:solidFill>
                  <a:srgbClr val="FFFFFF"/>
                </a:solidFill>
                <a:latin typeface="Arial"/>
                <a:ea typeface="Arial"/>
                <a:cs typeface="Arial"/>
              </a:defRPr>
            </a:lvl3pPr>
            <a:lvl4pPr>
              <a:defRPr sz="1425" b="1">
                <a:solidFill>
                  <a:srgbClr val="FFFFFF"/>
                </a:solidFill>
                <a:latin typeface="Arial"/>
                <a:ea typeface="Arial"/>
                <a:cs typeface="Arial"/>
              </a:defRPr>
            </a:lvl4pPr>
            <a:lvl5pPr>
              <a:defRPr sz="1425" b="1">
                <a:solidFill>
                  <a:srgbClr val="FFFFFF"/>
                </a:solidFill>
                <a:latin typeface="Arial"/>
                <a:ea typeface="Arial"/>
                <a:cs typeface="Arial"/>
              </a:defRPr>
            </a:lvl5pPr>
            <a:lvl6pPr>
              <a:defRPr sz="1425" b="1">
                <a:solidFill>
                  <a:srgbClr val="FFFFFF"/>
                </a:solidFill>
                <a:latin typeface="Arial"/>
                <a:ea typeface="Arial"/>
                <a:cs typeface="Arial"/>
              </a:defRPr>
            </a:lvl6pPr>
            <a:lvl7pPr>
              <a:defRPr sz="1425" b="1">
                <a:solidFill>
                  <a:srgbClr val="FFFFFF"/>
                </a:solidFill>
                <a:latin typeface="Arial"/>
                <a:ea typeface="Arial"/>
                <a:cs typeface="Arial"/>
              </a:defRPr>
            </a:lvl7pPr>
            <a:lvl8pPr>
              <a:defRPr sz="1425" b="1">
                <a:solidFill>
                  <a:srgbClr val="FFFFFF"/>
                </a:solidFill>
                <a:latin typeface="Arial"/>
                <a:ea typeface="Arial"/>
                <a:cs typeface="Arial"/>
              </a:defRPr>
            </a:lvl8pPr>
            <a:lvl9pPr>
              <a:defRPr sz="1425" b="1">
                <a:solidFill>
                  <a:srgbClr val="FFFFFF"/>
                </a:solidFill>
                <a:latin typeface="Arial"/>
                <a:ea typeface="Arial"/>
                <a:cs typeface="Arial"/>
              </a:defRPr>
            </a:lvl9pPr>
          </a:lstStyle>
          <a:p xmlns:a="http://schemas.openxmlformats.org/drawingml/2006/main">
            <a:pPr>
              <a:defRPr sz="1425" b="1">
                <a:solidFill>
                  <a:srgbClr val="FFFFFF"/>
                </a:solidFill>
                <a:latin typeface="Arial"/>
                <a:ea typeface="Arial"/>
                <a:cs typeface="Arial"/>
              </a:defRPr>
            </a:pPr>
            <a:r>
              <a:rPr sz="1425" b="1">
                <a:solidFill>
                  <a:srgbClr val="FFFFFF"/>
                </a:solidFill>
                <a:latin typeface="Arial"/>
                <a:ea typeface="Arial"/>
                <a:cs typeface="Arial"/>
              </a:rPr>
              <a:t>Return confirmation</a:t>
            </a:r>
          </a:p>
        </p:txBody>
      </p:sp>
      <p:sp>
        <p:nvSpPr>
          <p:cNvPr id="7" name="">
            <a:extLst xmlns:a="http://schemas.openxmlformats.org/drawingml/2006/main">
              <a:ext uri="{FF2B5EF4-FFF2-40B4-BE49-F238E27FC236}">
                <a16:creationId xmlns:a16="http://schemas.microsoft.com/office/drawing/2014/main" id="{E87C3380-52EE-4276-B3A9-D8A08655775B}"/>
              </a:ext>
            </a:extLst>
          </p:cNvPr>
          <p:cNvSpPr>
            <a:spLocks xmlns:a="http://schemas.openxmlformats.org/drawingml/2006/main" noGrp="1"/>
          </p:cNvSpPr>
          <p:nvPr/>
        </p:nvSpPr>
        <p:spPr>
          <a:xfrm xmlns:a="http://schemas.openxmlformats.org/drawingml/2006/main">
            <a:off x="5257800" y="183832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a:solidFill>
                  <a:srgbClr val="D6E58A"/>
                </a:solidFill>
                <a:latin typeface="Arial"/>
                <a:ea typeface="Arial"/>
                <a:cs typeface="Arial"/>
              </a:defRPr>
            </a:defPPr>
            <a:lvl1pPr>
              <a:defRPr sz="2400" b="1">
                <a:solidFill>
                  <a:srgbClr val="D6E58A"/>
                </a:solidFill>
                <a:latin typeface="Arial"/>
                <a:ea typeface="Arial"/>
                <a:cs typeface="Arial"/>
              </a:defRPr>
            </a:lvl1pPr>
            <a:lvl2pPr>
              <a:defRPr sz="2400" b="1">
                <a:solidFill>
                  <a:srgbClr val="D6E58A"/>
                </a:solidFill>
                <a:latin typeface="Arial"/>
                <a:ea typeface="Arial"/>
                <a:cs typeface="Arial"/>
              </a:defRPr>
            </a:lvl2pPr>
            <a:lvl3pPr>
              <a:defRPr sz="2400" b="1">
                <a:solidFill>
                  <a:srgbClr val="D6E58A"/>
                </a:solidFill>
                <a:latin typeface="Arial"/>
                <a:ea typeface="Arial"/>
                <a:cs typeface="Arial"/>
              </a:defRPr>
            </a:lvl3pPr>
            <a:lvl4pPr>
              <a:defRPr sz="2400" b="1">
                <a:solidFill>
                  <a:srgbClr val="D6E58A"/>
                </a:solidFill>
                <a:latin typeface="Arial"/>
                <a:ea typeface="Arial"/>
                <a:cs typeface="Arial"/>
              </a:defRPr>
            </a:lvl4pPr>
            <a:lvl5pPr>
              <a:defRPr sz="2400" b="1">
                <a:solidFill>
                  <a:srgbClr val="D6E58A"/>
                </a:solidFill>
                <a:latin typeface="Arial"/>
                <a:ea typeface="Arial"/>
                <a:cs typeface="Arial"/>
              </a:defRPr>
            </a:lvl5pPr>
            <a:lvl6pPr>
              <a:defRPr sz="2400" b="1">
                <a:solidFill>
                  <a:srgbClr val="D6E58A"/>
                </a:solidFill>
                <a:latin typeface="Arial"/>
                <a:ea typeface="Arial"/>
                <a:cs typeface="Arial"/>
              </a:defRPr>
            </a:lvl6pPr>
            <a:lvl7pPr>
              <a:defRPr sz="2400" b="1">
                <a:solidFill>
                  <a:srgbClr val="D6E58A"/>
                </a:solidFill>
                <a:latin typeface="Arial"/>
                <a:ea typeface="Arial"/>
                <a:cs typeface="Arial"/>
              </a:defRPr>
            </a:lvl7pPr>
            <a:lvl8pPr>
              <a:defRPr sz="2400" b="1">
                <a:solidFill>
                  <a:srgbClr val="D6E58A"/>
                </a:solidFill>
                <a:latin typeface="Arial"/>
                <a:ea typeface="Arial"/>
                <a:cs typeface="Arial"/>
              </a:defRPr>
            </a:lvl8pPr>
            <a:lvl9pPr>
              <a:defRPr sz="2400" b="1">
                <a:solidFill>
                  <a:srgbClr val="D6E58A"/>
                </a:solidFill>
                <a:latin typeface="Arial"/>
                <a:ea typeface="Arial"/>
                <a:cs typeface="Arial"/>
              </a:defRPr>
            </a:lvl9pPr>
          </a:lstStyle>
          <a:p xmlns:a="http://schemas.openxmlformats.org/drawingml/2006/main">
            <a:pPr>
              <a:defRPr sz="2400" b="1">
                <a:solidFill>
                  <a:srgbClr val="D6E58A"/>
                </a:solidFill>
                <a:latin typeface="Arial"/>
                <a:ea typeface="Arial"/>
                <a:cs typeface="Arial"/>
              </a:defRPr>
            </a:pPr>
            <a:r>
              <a:rPr sz="2400" b="1">
                <a:solidFill>
                  <a:srgbClr val="D6E58A"/>
                </a:solidFill>
                <a:latin typeface="Arial"/>
                <a:ea typeface="Arial"/>
                <a:cs typeface="Arial"/>
              </a:rPr>
              <a:t>01</a:t>
            </a:r>
          </a:p>
        </p:txBody>
      </p:sp>
      <p:sp>
        <p:nvSpPr>
          <p:cNvPr id="8" name="">
            <a:extLst xmlns:a="http://schemas.openxmlformats.org/drawingml/2006/main">
              <a:ext uri="{FF2B5EF4-FFF2-40B4-BE49-F238E27FC236}">
                <a16:creationId xmlns:a16="http://schemas.microsoft.com/office/drawing/2014/main" id="{D35AA32F-EEA5-40F4-BB33-0A0715B7F5CD}"/>
              </a:ext>
            </a:extLst>
          </p:cNvPr>
          <p:cNvSpPr>
            <a:spLocks xmlns:a="http://schemas.openxmlformats.org/drawingml/2006/main" noGrp="1"/>
          </p:cNvSpPr>
          <p:nvPr/>
        </p:nvSpPr>
        <p:spPr>
          <a:xfrm xmlns:a="http://schemas.openxmlformats.org/drawingml/2006/main">
            <a:off x="6038850" y="1838325"/>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a:solidFill>
                  <a:srgbClr val="FFFFFF"/>
                </a:solidFill>
                <a:latin typeface="Arial"/>
                <a:ea typeface="Arial"/>
                <a:cs typeface="Arial"/>
              </a:defRPr>
            </a:defPPr>
            <a:lvl1pPr>
              <a:defRPr sz="2025" b="1">
                <a:solidFill>
                  <a:srgbClr val="FFFFFF"/>
                </a:solidFill>
                <a:latin typeface="Arial"/>
                <a:ea typeface="Arial"/>
                <a:cs typeface="Arial"/>
              </a:defRPr>
            </a:lvl1pPr>
            <a:lvl2pPr>
              <a:defRPr sz="2025" b="1">
                <a:solidFill>
                  <a:srgbClr val="FFFFFF"/>
                </a:solidFill>
                <a:latin typeface="Arial"/>
                <a:ea typeface="Arial"/>
                <a:cs typeface="Arial"/>
              </a:defRPr>
            </a:lvl2pPr>
            <a:lvl3pPr>
              <a:defRPr sz="2025" b="1">
                <a:solidFill>
                  <a:srgbClr val="FFFFFF"/>
                </a:solidFill>
                <a:latin typeface="Arial"/>
                <a:ea typeface="Arial"/>
                <a:cs typeface="Arial"/>
              </a:defRPr>
            </a:lvl3pPr>
            <a:lvl4pPr>
              <a:defRPr sz="2025" b="1">
                <a:solidFill>
                  <a:srgbClr val="FFFFFF"/>
                </a:solidFill>
                <a:latin typeface="Arial"/>
                <a:ea typeface="Arial"/>
                <a:cs typeface="Arial"/>
              </a:defRPr>
            </a:lvl4pPr>
            <a:lvl5pPr>
              <a:defRPr sz="2025" b="1">
                <a:solidFill>
                  <a:srgbClr val="FFFFFF"/>
                </a:solidFill>
                <a:latin typeface="Arial"/>
                <a:ea typeface="Arial"/>
                <a:cs typeface="Arial"/>
              </a:defRPr>
            </a:lvl5pPr>
            <a:lvl6pPr>
              <a:defRPr sz="2025" b="1">
                <a:solidFill>
                  <a:srgbClr val="FFFFFF"/>
                </a:solidFill>
                <a:latin typeface="Arial"/>
                <a:ea typeface="Arial"/>
                <a:cs typeface="Arial"/>
              </a:defRPr>
            </a:lvl6pPr>
            <a:lvl7pPr>
              <a:defRPr sz="2025" b="1">
                <a:solidFill>
                  <a:srgbClr val="FFFFFF"/>
                </a:solidFill>
                <a:latin typeface="Arial"/>
                <a:ea typeface="Arial"/>
                <a:cs typeface="Arial"/>
              </a:defRPr>
            </a:lvl7pPr>
            <a:lvl8pPr>
              <a:defRPr sz="2025" b="1">
                <a:solidFill>
                  <a:srgbClr val="FFFFFF"/>
                </a:solidFill>
                <a:latin typeface="Arial"/>
                <a:ea typeface="Arial"/>
                <a:cs typeface="Arial"/>
              </a:defRPr>
            </a:lvl8pPr>
            <a:lvl9pPr>
              <a:defRPr sz="2025" b="1">
                <a:solidFill>
                  <a:srgbClr val="FFFFFF"/>
                </a:solidFill>
                <a:latin typeface="Arial"/>
                <a:ea typeface="Arial"/>
                <a:cs typeface="Arial"/>
              </a:defRPr>
            </a:lvl9pPr>
          </a:lstStyle>
          <a:p xmlns:a="http://schemas.openxmlformats.org/drawingml/2006/main">
            <a:pPr>
              <a:defRPr sz="2025" b="1">
                <a:solidFill>
                  <a:srgbClr val="FFFFFF"/>
                </a:solidFill>
                <a:latin typeface="Arial"/>
                <a:ea typeface="Arial"/>
                <a:cs typeface="Arial"/>
              </a:defRPr>
            </a:pPr>
            <a:r>
              <a:rPr sz="2025" b="1">
                <a:solidFill>
                  <a:srgbClr val="FFFFFF"/>
                </a:solidFill>
                <a:latin typeface="Arial"/>
                <a:ea typeface="Arial"/>
                <a:cs typeface="Arial"/>
              </a:rPr>
              <a:t>Need and dates</a:t>
            </a:r>
          </a:p>
        </p:txBody>
      </p:sp>
      <p:sp>
        <p:nvSpPr>
          <p:cNvPr id="9" name="">
            <a:extLst xmlns:a="http://schemas.openxmlformats.org/drawingml/2006/main">
              <a:ext uri="{FF2B5EF4-FFF2-40B4-BE49-F238E27FC236}">
                <a16:creationId xmlns:a16="http://schemas.microsoft.com/office/drawing/2014/main" id="{57D4FD76-AAE7-4448-B6D1-65534CA18892}"/>
              </a:ext>
            </a:extLst>
          </p:cNvPr>
          <p:cNvSpPr>
            <a:spLocks xmlns:a="http://schemas.openxmlformats.org/drawingml/2006/main" noGrp="1"/>
          </p:cNvSpPr>
          <p:nvPr/>
        </p:nvSpPr>
        <p:spPr>
          <a:xfrm xmlns:a="http://schemas.openxmlformats.org/drawingml/2006/main">
            <a:off x="6038850" y="2266950"/>
            <a:ext cx="55435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BDCEC5"/>
                </a:solidFill>
                <a:latin typeface="Arial"/>
                <a:ea typeface="Arial"/>
                <a:cs typeface="Arial"/>
              </a:defRPr>
            </a:defPPr>
            <a:lvl1pPr>
              <a:defRPr sz="1575" b="0">
                <a:solidFill>
                  <a:srgbClr val="BDCEC5"/>
                </a:solidFill>
                <a:latin typeface="Arial"/>
                <a:ea typeface="Arial"/>
                <a:cs typeface="Arial"/>
              </a:defRPr>
            </a:lvl1pPr>
            <a:lvl2pPr>
              <a:defRPr sz="1575" b="0">
                <a:solidFill>
                  <a:srgbClr val="BDCEC5"/>
                </a:solidFill>
                <a:latin typeface="Arial"/>
                <a:ea typeface="Arial"/>
                <a:cs typeface="Arial"/>
              </a:defRPr>
            </a:lvl2pPr>
            <a:lvl3pPr>
              <a:defRPr sz="1575" b="0">
                <a:solidFill>
                  <a:srgbClr val="BDCEC5"/>
                </a:solidFill>
                <a:latin typeface="Arial"/>
                <a:ea typeface="Arial"/>
                <a:cs typeface="Arial"/>
              </a:defRPr>
            </a:lvl3pPr>
            <a:lvl4pPr>
              <a:defRPr sz="1575" b="0">
                <a:solidFill>
                  <a:srgbClr val="BDCEC5"/>
                </a:solidFill>
                <a:latin typeface="Arial"/>
                <a:ea typeface="Arial"/>
                <a:cs typeface="Arial"/>
              </a:defRPr>
            </a:lvl4pPr>
            <a:lvl5pPr>
              <a:defRPr sz="1575" b="0">
                <a:solidFill>
                  <a:srgbClr val="BDCEC5"/>
                </a:solidFill>
                <a:latin typeface="Arial"/>
                <a:ea typeface="Arial"/>
                <a:cs typeface="Arial"/>
              </a:defRPr>
            </a:lvl5pPr>
            <a:lvl6pPr>
              <a:defRPr sz="1575" b="0">
                <a:solidFill>
                  <a:srgbClr val="BDCEC5"/>
                </a:solidFill>
                <a:latin typeface="Arial"/>
                <a:ea typeface="Arial"/>
                <a:cs typeface="Arial"/>
              </a:defRPr>
            </a:lvl6pPr>
            <a:lvl7pPr>
              <a:defRPr sz="1575" b="0">
                <a:solidFill>
                  <a:srgbClr val="BDCEC5"/>
                </a:solidFill>
                <a:latin typeface="Arial"/>
                <a:ea typeface="Arial"/>
                <a:cs typeface="Arial"/>
              </a:defRPr>
            </a:lvl7pPr>
            <a:lvl8pPr>
              <a:defRPr sz="1575" b="0">
                <a:solidFill>
                  <a:srgbClr val="BDCEC5"/>
                </a:solidFill>
                <a:latin typeface="Arial"/>
                <a:ea typeface="Arial"/>
                <a:cs typeface="Arial"/>
              </a:defRPr>
            </a:lvl8pPr>
            <a:lvl9pPr>
              <a:defRPr sz="1575" b="0">
                <a:solidFill>
                  <a:srgbClr val="BDCEC5"/>
                </a:solidFill>
                <a:latin typeface="Arial"/>
                <a:ea typeface="Arial"/>
                <a:cs typeface="Arial"/>
              </a:defRPr>
            </a:lvl9pPr>
          </a:lstStyle>
          <a:p xmlns:a="http://schemas.openxmlformats.org/drawingml/2006/main">
            <a:pPr>
              <a:defRPr sz="1575" b="0">
                <a:solidFill>
                  <a:srgbClr val="BDCEC5"/>
                </a:solidFill>
                <a:latin typeface="Arial"/>
                <a:ea typeface="Arial"/>
                <a:cs typeface="Arial"/>
              </a:defRPr>
            </a:pPr>
            <a:r>
              <a:rPr sz="1575" b="0">
                <a:solidFill>
                  <a:srgbClr val="BDCEC5"/>
                </a:solidFill>
                <a:latin typeface="Arial"/>
                <a:ea typeface="Arial"/>
                <a:cs typeface="Arial"/>
              </a:rPr>
              <a:t>Publish dates and budget. Expire old requests.</a:t>
            </a:r>
          </a:p>
        </p:txBody>
      </p:sp>
      <p:sp>
        <p:nvSpPr>
          <p:cNvPr id="10" name="">
            <a:extLst xmlns:a="http://schemas.openxmlformats.org/drawingml/2006/main">
              <a:ext uri="{FF2B5EF4-FFF2-40B4-BE49-F238E27FC236}">
                <a16:creationId xmlns:a16="http://schemas.microsoft.com/office/drawing/2014/main" id="{6E9B30BF-0AE2-4778-A3B6-B3DC5B6808D6}"/>
              </a:ext>
            </a:extLst>
          </p:cNvPr>
          <p:cNvSpPr>
            <a:spLocks xmlns:a="http://schemas.openxmlformats.org/drawingml/2006/main" noGrp="1"/>
          </p:cNvSpPr>
          <p:nvPr/>
        </p:nvSpPr>
        <p:spPr>
          <a:xfrm xmlns:a="http://schemas.openxmlformats.org/drawingml/2006/main">
            <a:off x="5257800" y="275272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a:solidFill>
                  <a:srgbClr val="D6E58A"/>
                </a:solidFill>
                <a:latin typeface="Arial"/>
                <a:ea typeface="Arial"/>
                <a:cs typeface="Arial"/>
              </a:defRPr>
            </a:defPPr>
            <a:lvl1pPr>
              <a:defRPr sz="2400" b="1">
                <a:solidFill>
                  <a:srgbClr val="D6E58A"/>
                </a:solidFill>
                <a:latin typeface="Arial"/>
                <a:ea typeface="Arial"/>
                <a:cs typeface="Arial"/>
              </a:defRPr>
            </a:lvl1pPr>
            <a:lvl2pPr>
              <a:defRPr sz="2400" b="1">
                <a:solidFill>
                  <a:srgbClr val="D6E58A"/>
                </a:solidFill>
                <a:latin typeface="Arial"/>
                <a:ea typeface="Arial"/>
                <a:cs typeface="Arial"/>
              </a:defRPr>
            </a:lvl2pPr>
            <a:lvl3pPr>
              <a:defRPr sz="2400" b="1">
                <a:solidFill>
                  <a:srgbClr val="D6E58A"/>
                </a:solidFill>
                <a:latin typeface="Arial"/>
                <a:ea typeface="Arial"/>
                <a:cs typeface="Arial"/>
              </a:defRPr>
            </a:lvl3pPr>
            <a:lvl4pPr>
              <a:defRPr sz="2400" b="1">
                <a:solidFill>
                  <a:srgbClr val="D6E58A"/>
                </a:solidFill>
                <a:latin typeface="Arial"/>
                <a:ea typeface="Arial"/>
                <a:cs typeface="Arial"/>
              </a:defRPr>
            </a:lvl4pPr>
            <a:lvl5pPr>
              <a:defRPr sz="2400" b="1">
                <a:solidFill>
                  <a:srgbClr val="D6E58A"/>
                </a:solidFill>
                <a:latin typeface="Arial"/>
                <a:ea typeface="Arial"/>
                <a:cs typeface="Arial"/>
              </a:defRPr>
            </a:lvl5pPr>
            <a:lvl6pPr>
              <a:defRPr sz="2400" b="1">
                <a:solidFill>
                  <a:srgbClr val="D6E58A"/>
                </a:solidFill>
                <a:latin typeface="Arial"/>
                <a:ea typeface="Arial"/>
                <a:cs typeface="Arial"/>
              </a:defRPr>
            </a:lvl6pPr>
            <a:lvl7pPr>
              <a:defRPr sz="2400" b="1">
                <a:solidFill>
                  <a:srgbClr val="D6E58A"/>
                </a:solidFill>
                <a:latin typeface="Arial"/>
                <a:ea typeface="Arial"/>
                <a:cs typeface="Arial"/>
              </a:defRPr>
            </a:lvl7pPr>
            <a:lvl8pPr>
              <a:defRPr sz="2400" b="1">
                <a:solidFill>
                  <a:srgbClr val="D6E58A"/>
                </a:solidFill>
                <a:latin typeface="Arial"/>
                <a:ea typeface="Arial"/>
                <a:cs typeface="Arial"/>
              </a:defRPr>
            </a:lvl8pPr>
            <a:lvl9pPr>
              <a:defRPr sz="2400" b="1">
                <a:solidFill>
                  <a:srgbClr val="D6E58A"/>
                </a:solidFill>
                <a:latin typeface="Arial"/>
                <a:ea typeface="Arial"/>
                <a:cs typeface="Arial"/>
              </a:defRPr>
            </a:lvl9pPr>
          </a:lstStyle>
          <a:p xmlns:a="http://schemas.openxmlformats.org/drawingml/2006/main">
            <a:pPr>
              <a:defRPr sz="2400" b="1">
                <a:solidFill>
                  <a:srgbClr val="D6E58A"/>
                </a:solidFill>
                <a:latin typeface="Arial"/>
                <a:ea typeface="Arial"/>
                <a:cs typeface="Arial"/>
              </a:defRPr>
            </a:pPr>
            <a:r>
              <a:rPr sz="2400" b="1">
                <a:solidFill>
                  <a:srgbClr val="D6E58A"/>
                </a:solidFill>
                <a:latin typeface="Arial"/>
                <a:ea typeface="Arial"/>
                <a:cs typeface="Arial"/>
              </a:rPr>
              <a:t>02</a:t>
            </a:r>
          </a:p>
        </p:txBody>
      </p:sp>
      <p:sp>
        <p:nvSpPr>
          <p:cNvPr id="11" name="">
            <a:extLst xmlns:a="http://schemas.openxmlformats.org/drawingml/2006/main">
              <a:ext uri="{FF2B5EF4-FFF2-40B4-BE49-F238E27FC236}">
                <a16:creationId xmlns:a16="http://schemas.microsoft.com/office/drawing/2014/main" id="{A5798DF3-E08D-4663-884C-9DB3EA7A1A72}"/>
              </a:ext>
            </a:extLst>
          </p:cNvPr>
          <p:cNvSpPr>
            <a:spLocks xmlns:a="http://schemas.openxmlformats.org/drawingml/2006/main" noGrp="1"/>
          </p:cNvSpPr>
          <p:nvPr/>
        </p:nvSpPr>
        <p:spPr>
          <a:xfrm xmlns:a="http://schemas.openxmlformats.org/drawingml/2006/main">
            <a:off x="6038850" y="2752725"/>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a:solidFill>
                  <a:srgbClr val="FFFFFF"/>
                </a:solidFill>
                <a:latin typeface="Arial"/>
                <a:ea typeface="Arial"/>
                <a:cs typeface="Arial"/>
              </a:defRPr>
            </a:defPPr>
            <a:lvl1pPr>
              <a:defRPr sz="2025" b="1">
                <a:solidFill>
                  <a:srgbClr val="FFFFFF"/>
                </a:solidFill>
                <a:latin typeface="Arial"/>
                <a:ea typeface="Arial"/>
                <a:cs typeface="Arial"/>
              </a:defRPr>
            </a:lvl1pPr>
            <a:lvl2pPr>
              <a:defRPr sz="2025" b="1">
                <a:solidFill>
                  <a:srgbClr val="FFFFFF"/>
                </a:solidFill>
                <a:latin typeface="Arial"/>
                <a:ea typeface="Arial"/>
                <a:cs typeface="Arial"/>
              </a:defRPr>
            </a:lvl2pPr>
            <a:lvl3pPr>
              <a:defRPr sz="2025" b="1">
                <a:solidFill>
                  <a:srgbClr val="FFFFFF"/>
                </a:solidFill>
                <a:latin typeface="Arial"/>
                <a:ea typeface="Arial"/>
                <a:cs typeface="Arial"/>
              </a:defRPr>
            </a:lvl3pPr>
            <a:lvl4pPr>
              <a:defRPr sz="2025" b="1">
                <a:solidFill>
                  <a:srgbClr val="FFFFFF"/>
                </a:solidFill>
                <a:latin typeface="Arial"/>
                <a:ea typeface="Arial"/>
                <a:cs typeface="Arial"/>
              </a:defRPr>
            </a:lvl4pPr>
            <a:lvl5pPr>
              <a:defRPr sz="2025" b="1">
                <a:solidFill>
                  <a:srgbClr val="FFFFFF"/>
                </a:solidFill>
                <a:latin typeface="Arial"/>
                <a:ea typeface="Arial"/>
                <a:cs typeface="Arial"/>
              </a:defRPr>
            </a:lvl5pPr>
            <a:lvl6pPr>
              <a:defRPr sz="2025" b="1">
                <a:solidFill>
                  <a:srgbClr val="FFFFFF"/>
                </a:solidFill>
                <a:latin typeface="Arial"/>
                <a:ea typeface="Arial"/>
                <a:cs typeface="Arial"/>
              </a:defRPr>
            </a:lvl6pPr>
            <a:lvl7pPr>
              <a:defRPr sz="2025" b="1">
                <a:solidFill>
                  <a:srgbClr val="FFFFFF"/>
                </a:solidFill>
                <a:latin typeface="Arial"/>
                <a:ea typeface="Arial"/>
                <a:cs typeface="Arial"/>
              </a:defRPr>
            </a:lvl7pPr>
            <a:lvl8pPr>
              <a:defRPr sz="2025" b="1">
                <a:solidFill>
                  <a:srgbClr val="FFFFFF"/>
                </a:solidFill>
                <a:latin typeface="Arial"/>
                <a:ea typeface="Arial"/>
                <a:cs typeface="Arial"/>
              </a:defRPr>
            </a:lvl8pPr>
            <a:lvl9pPr>
              <a:defRPr sz="2025" b="1">
                <a:solidFill>
                  <a:srgbClr val="FFFFFF"/>
                </a:solidFill>
                <a:latin typeface="Arial"/>
                <a:ea typeface="Arial"/>
                <a:cs typeface="Arial"/>
              </a:defRPr>
            </a:lvl9pPr>
          </a:lstStyle>
          <a:p xmlns:a="http://schemas.openxmlformats.org/drawingml/2006/main">
            <a:pPr>
              <a:defRPr sz="2025" b="1">
                <a:solidFill>
                  <a:srgbClr val="FFFFFF"/>
                </a:solidFill>
                <a:latin typeface="Arial"/>
                <a:ea typeface="Arial"/>
                <a:cs typeface="Arial"/>
              </a:defRPr>
            </a:pPr>
            <a:r>
              <a:rPr sz="2025" b="1">
                <a:solidFill>
                  <a:srgbClr val="FFFFFF"/>
                </a:solidFill>
                <a:latin typeface="Arial"/>
                <a:ea typeface="Arial"/>
                <a:cs typeface="Arial"/>
              </a:rPr>
              <a:t>Relevant owner offer</a:t>
            </a:r>
          </a:p>
        </p:txBody>
      </p:sp>
      <p:sp>
        <p:nvSpPr>
          <p:cNvPr id="12" name="">
            <a:extLst xmlns:a="http://schemas.openxmlformats.org/drawingml/2006/main">
              <a:ext uri="{FF2B5EF4-FFF2-40B4-BE49-F238E27FC236}">
                <a16:creationId xmlns:a16="http://schemas.microsoft.com/office/drawing/2014/main" id="{DEA571DC-84EF-49EF-B2B1-D4E02F3B5A0A}"/>
              </a:ext>
            </a:extLst>
          </p:cNvPr>
          <p:cNvSpPr>
            <a:spLocks xmlns:a="http://schemas.openxmlformats.org/drawingml/2006/main" noGrp="1"/>
          </p:cNvSpPr>
          <p:nvPr/>
        </p:nvSpPr>
        <p:spPr>
          <a:xfrm xmlns:a="http://schemas.openxmlformats.org/drawingml/2006/main">
            <a:off x="6038850" y="3181350"/>
            <a:ext cx="55435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BDCEC5"/>
                </a:solidFill>
                <a:latin typeface="Arial"/>
                <a:ea typeface="Arial"/>
                <a:cs typeface="Arial"/>
              </a:defRPr>
            </a:defPPr>
            <a:lvl1pPr>
              <a:defRPr sz="1575" b="0">
                <a:solidFill>
                  <a:srgbClr val="BDCEC5"/>
                </a:solidFill>
                <a:latin typeface="Arial"/>
                <a:ea typeface="Arial"/>
                <a:cs typeface="Arial"/>
              </a:defRPr>
            </a:lvl1pPr>
            <a:lvl2pPr>
              <a:defRPr sz="1575" b="0">
                <a:solidFill>
                  <a:srgbClr val="BDCEC5"/>
                </a:solidFill>
                <a:latin typeface="Arial"/>
                <a:ea typeface="Arial"/>
                <a:cs typeface="Arial"/>
              </a:defRPr>
            </a:lvl2pPr>
            <a:lvl3pPr>
              <a:defRPr sz="1575" b="0">
                <a:solidFill>
                  <a:srgbClr val="BDCEC5"/>
                </a:solidFill>
                <a:latin typeface="Arial"/>
                <a:ea typeface="Arial"/>
                <a:cs typeface="Arial"/>
              </a:defRPr>
            </a:lvl3pPr>
            <a:lvl4pPr>
              <a:defRPr sz="1575" b="0">
                <a:solidFill>
                  <a:srgbClr val="BDCEC5"/>
                </a:solidFill>
                <a:latin typeface="Arial"/>
                <a:ea typeface="Arial"/>
                <a:cs typeface="Arial"/>
              </a:defRPr>
            </a:lvl4pPr>
            <a:lvl5pPr>
              <a:defRPr sz="1575" b="0">
                <a:solidFill>
                  <a:srgbClr val="BDCEC5"/>
                </a:solidFill>
                <a:latin typeface="Arial"/>
                <a:ea typeface="Arial"/>
                <a:cs typeface="Arial"/>
              </a:defRPr>
            </a:lvl5pPr>
            <a:lvl6pPr>
              <a:defRPr sz="1575" b="0">
                <a:solidFill>
                  <a:srgbClr val="BDCEC5"/>
                </a:solidFill>
                <a:latin typeface="Arial"/>
                <a:ea typeface="Arial"/>
                <a:cs typeface="Arial"/>
              </a:defRPr>
            </a:lvl6pPr>
            <a:lvl7pPr>
              <a:defRPr sz="1575" b="0">
                <a:solidFill>
                  <a:srgbClr val="BDCEC5"/>
                </a:solidFill>
                <a:latin typeface="Arial"/>
                <a:ea typeface="Arial"/>
                <a:cs typeface="Arial"/>
              </a:defRPr>
            </a:lvl7pPr>
            <a:lvl8pPr>
              <a:defRPr sz="1575" b="0">
                <a:solidFill>
                  <a:srgbClr val="BDCEC5"/>
                </a:solidFill>
                <a:latin typeface="Arial"/>
                <a:ea typeface="Arial"/>
                <a:cs typeface="Arial"/>
              </a:defRPr>
            </a:lvl8pPr>
            <a:lvl9pPr>
              <a:defRPr sz="1575" b="0">
                <a:solidFill>
                  <a:srgbClr val="BDCEC5"/>
                </a:solidFill>
                <a:latin typeface="Arial"/>
                <a:ea typeface="Arial"/>
                <a:cs typeface="Arial"/>
              </a:defRPr>
            </a:lvl9pPr>
          </a:lstStyle>
          <a:p xmlns:a="http://schemas.openxmlformats.org/drawingml/2006/main">
            <a:pPr>
              <a:defRPr sz="1575" b="0">
                <a:solidFill>
                  <a:srgbClr val="BDCEC5"/>
                </a:solidFill>
                <a:latin typeface="Arial"/>
                <a:ea typeface="Arial"/>
                <a:cs typeface="Arial"/>
              </a:defRPr>
            </a:pPr>
            <a:r>
              <a:rPr sz="1575" b="0">
                <a:solidFill>
                  <a:srgbClr val="BDCEC5"/>
                </a:solidFill>
                <a:latin typeface="Arial"/>
                <a:ea typeface="Arial"/>
                <a:cs typeface="Arial"/>
              </a:rPr>
              <a:t>An offer is a suggestion, not an automatic booking.</a:t>
            </a:r>
          </a:p>
        </p:txBody>
      </p:sp>
      <p:sp>
        <p:nvSpPr>
          <p:cNvPr id="13" name="">
            <a:extLst xmlns:a="http://schemas.openxmlformats.org/drawingml/2006/main">
              <a:ext uri="{FF2B5EF4-FFF2-40B4-BE49-F238E27FC236}">
                <a16:creationId xmlns:a16="http://schemas.microsoft.com/office/drawing/2014/main" id="{51306275-17C2-4F47-9B11-99FC667FA94A}"/>
              </a:ext>
            </a:extLst>
          </p:cNvPr>
          <p:cNvSpPr>
            <a:spLocks xmlns:a="http://schemas.openxmlformats.org/drawingml/2006/main" noGrp="1"/>
          </p:cNvSpPr>
          <p:nvPr/>
        </p:nvSpPr>
        <p:spPr>
          <a:xfrm xmlns:a="http://schemas.openxmlformats.org/drawingml/2006/main">
            <a:off x="5257800" y="366712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a:solidFill>
                  <a:srgbClr val="D6E58A"/>
                </a:solidFill>
                <a:latin typeface="Arial"/>
                <a:ea typeface="Arial"/>
                <a:cs typeface="Arial"/>
              </a:defRPr>
            </a:defPPr>
            <a:lvl1pPr>
              <a:defRPr sz="2400" b="1">
                <a:solidFill>
                  <a:srgbClr val="D6E58A"/>
                </a:solidFill>
                <a:latin typeface="Arial"/>
                <a:ea typeface="Arial"/>
                <a:cs typeface="Arial"/>
              </a:defRPr>
            </a:lvl1pPr>
            <a:lvl2pPr>
              <a:defRPr sz="2400" b="1">
                <a:solidFill>
                  <a:srgbClr val="D6E58A"/>
                </a:solidFill>
                <a:latin typeface="Arial"/>
                <a:ea typeface="Arial"/>
                <a:cs typeface="Arial"/>
              </a:defRPr>
            </a:lvl2pPr>
            <a:lvl3pPr>
              <a:defRPr sz="2400" b="1">
                <a:solidFill>
                  <a:srgbClr val="D6E58A"/>
                </a:solidFill>
                <a:latin typeface="Arial"/>
                <a:ea typeface="Arial"/>
                <a:cs typeface="Arial"/>
              </a:defRPr>
            </a:lvl3pPr>
            <a:lvl4pPr>
              <a:defRPr sz="2400" b="1">
                <a:solidFill>
                  <a:srgbClr val="D6E58A"/>
                </a:solidFill>
                <a:latin typeface="Arial"/>
                <a:ea typeface="Arial"/>
                <a:cs typeface="Arial"/>
              </a:defRPr>
            </a:lvl4pPr>
            <a:lvl5pPr>
              <a:defRPr sz="2400" b="1">
                <a:solidFill>
                  <a:srgbClr val="D6E58A"/>
                </a:solidFill>
                <a:latin typeface="Arial"/>
                <a:ea typeface="Arial"/>
                <a:cs typeface="Arial"/>
              </a:defRPr>
            </a:lvl5pPr>
            <a:lvl6pPr>
              <a:defRPr sz="2400" b="1">
                <a:solidFill>
                  <a:srgbClr val="D6E58A"/>
                </a:solidFill>
                <a:latin typeface="Arial"/>
                <a:ea typeface="Arial"/>
                <a:cs typeface="Arial"/>
              </a:defRPr>
            </a:lvl6pPr>
            <a:lvl7pPr>
              <a:defRPr sz="2400" b="1">
                <a:solidFill>
                  <a:srgbClr val="D6E58A"/>
                </a:solidFill>
                <a:latin typeface="Arial"/>
                <a:ea typeface="Arial"/>
                <a:cs typeface="Arial"/>
              </a:defRPr>
            </a:lvl7pPr>
            <a:lvl8pPr>
              <a:defRPr sz="2400" b="1">
                <a:solidFill>
                  <a:srgbClr val="D6E58A"/>
                </a:solidFill>
                <a:latin typeface="Arial"/>
                <a:ea typeface="Arial"/>
                <a:cs typeface="Arial"/>
              </a:defRPr>
            </a:lvl8pPr>
            <a:lvl9pPr>
              <a:defRPr sz="2400" b="1">
                <a:solidFill>
                  <a:srgbClr val="D6E58A"/>
                </a:solidFill>
                <a:latin typeface="Arial"/>
                <a:ea typeface="Arial"/>
                <a:cs typeface="Arial"/>
              </a:defRPr>
            </a:lvl9pPr>
          </a:lstStyle>
          <a:p xmlns:a="http://schemas.openxmlformats.org/drawingml/2006/main">
            <a:pPr>
              <a:defRPr sz="2400" b="1">
                <a:solidFill>
                  <a:srgbClr val="D6E58A"/>
                </a:solidFill>
                <a:latin typeface="Arial"/>
                <a:ea typeface="Arial"/>
                <a:cs typeface="Arial"/>
              </a:defRPr>
            </a:pPr>
            <a:r>
              <a:rPr sz="2400" b="1">
                <a:solidFill>
                  <a:srgbClr val="D6E58A"/>
                </a:solidFill>
                <a:latin typeface="Arial"/>
                <a:ea typeface="Arial"/>
                <a:cs typeface="Arial"/>
              </a:rPr>
              <a:t>03</a:t>
            </a:r>
          </a:p>
        </p:txBody>
      </p:sp>
      <p:sp>
        <p:nvSpPr>
          <p:cNvPr id="14" name="">
            <a:extLst xmlns:a="http://schemas.openxmlformats.org/drawingml/2006/main">
              <a:ext uri="{FF2B5EF4-FFF2-40B4-BE49-F238E27FC236}">
                <a16:creationId xmlns:a16="http://schemas.microsoft.com/office/drawing/2014/main" id="{4E665EA7-A056-4047-BCB6-27A09516227B}"/>
              </a:ext>
            </a:extLst>
          </p:cNvPr>
          <p:cNvSpPr>
            <a:spLocks xmlns:a="http://schemas.openxmlformats.org/drawingml/2006/main" noGrp="1"/>
          </p:cNvSpPr>
          <p:nvPr/>
        </p:nvSpPr>
        <p:spPr>
          <a:xfrm xmlns:a="http://schemas.openxmlformats.org/drawingml/2006/main">
            <a:off x="6038850" y="3667125"/>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a:solidFill>
                  <a:srgbClr val="FFFFFF"/>
                </a:solidFill>
                <a:latin typeface="Arial"/>
                <a:ea typeface="Arial"/>
                <a:cs typeface="Arial"/>
              </a:defRPr>
            </a:defPPr>
            <a:lvl1pPr>
              <a:defRPr sz="2025" b="1">
                <a:solidFill>
                  <a:srgbClr val="FFFFFF"/>
                </a:solidFill>
                <a:latin typeface="Arial"/>
                <a:ea typeface="Arial"/>
                <a:cs typeface="Arial"/>
              </a:defRPr>
            </a:lvl1pPr>
            <a:lvl2pPr>
              <a:defRPr sz="2025" b="1">
                <a:solidFill>
                  <a:srgbClr val="FFFFFF"/>
                </a:solidFill>
                <a:latin typeface="Arial"/>
                <a:ea typeface="Arial"/>
                <a:cs typeface="Arial"/>
              </a:defRPr>
            </a:lvl2pPr>
            <a:lvl3pPr>
              <a:defRPr sz="2025" b="1">
                <a:solidFill>
                  <a:srgbClr val="FFFFFF"/>
                </a:solidFill>
                <a:latin typeface="Arial"/>
                <a:ea typeface="Arial"/>
                <a:cs typeface="Arial"/>
              </a:defRPr>
            </a:lvl3pPr>
            <a:lvl4pPr>
              <a:defRPr sz="2025" b="1">
                <a:solidFill>
                  <a:srgbClr val="FFFFFF"/>
                </a:solidFill>
                <a:latin typeface="Arial"/>
                <a:ea typeface="Arial"/>
                <a:cs typeface="Arial"/>
              </a:defRPr>
            </a:lvl4pPr>
            <a:lvl5pPr>
              <a:defRPr sz="2025" b="1">
                <a:solidFill>
                  <a:srgbClr val="FFFFFF"/>
                </a:solidFill>
                <a:latin typeface="Arial"/>
                <a:ea typeface="Arial"/>
                <a:cs typeface="Arial"/>
              </a:defRPr>
            </a:lvl5pPr>
            <a:lvl6pPr>
              <a:defRPr sz="2025" b="1">
                <a:solidFill>
                  <a:srgbClr val="FFFFFF"/>
                </a:solidFill>
                <a:latin typeface="Arial"/>
                <a:ea typeface="Arial"/>
                <a:cs typeface="Arial"/>
              </a:defRPr>
            </a:lvl6pPr>
            <a:lvl7pPr>
              <a:defRPr sz="2025" b="1">
                <a:solidFill>
                  <a:srgbClr val="FFFFFF"/>
                </a:solidFill>
                <a:latin typeface="Arial"/>
                <a:ea typeface="Arial"/>
                <a:cs typeface="Arial"/>
              </a:defRPr>
            </a:lvl7pPr>
            <a:lvl8pPr>
              <a:defRPr sz="2025" b="1">
                <a:solidFill>
                  <a:srgbClr val="FFFFFF"/>
                </a:solidFill>
                <a:latin typeface="Arial"/>
                <a:ea typeface="Arial"/>
                <a:cs typeface="Arial"/>
              </a:defRPr>
            </a:lvl8pPr>
            <a:lvl9pPr>
              <a:defRPr sz="2025" b="1">
                <a:solidFill>
                  <a:srgbClr val="FFFFFF"/>
                </a:solidFill>
                <a:latin typeface="Arial"/>
                <a:ea typeface="Arial"/>
                <a:cs typeface="Arial"/>
              </a:defRPr>
            </a:lvl9pPr>
          </a:lstStyle>
          <a:p xmlns:a="http://schemas.openxmlformats.org/drawingml/2006/main">
            <a:pPr>
              <a:defRPr sz="2025" b="1">
                <a:solidFill>
                  <a:srgbClr val="FFFFFF"/>
                </a:solidFill>
                <a:latin typeface="Arial"/>
                <a:ea typeface="Arial"/>
                <a:cs typeface="Arial"/>
              </a:defRPr>
            </a:pPr>
            <a:r>
              <a:rPr sz="2025" b="1">
                <a:solidFill>
                  <a:srgbClr val="FFFFFF"/>
                </a:solidFill>
                <a:latin typeface="Arial"/>
                <a:ea typeface="Arial"/>
                <a:cs typeface="Arial"/>
              </a:rPr>
              <a:t>Compatible handoff</a:t>
            </a:r>
          </a:p>
        </p:txBody>
      </p:sp>
      <p:sp>
        <p:nvSpPr>
          <p:cNvPr id="15" name="">
            <a:extLst xmlns:a="http://schemas.openxmlformats.org/drawingml/2006/main">
              <a:ext uri="{FF2B5EF4-FFF2-40B4-BE49-F238E27FC236}">
                <a16:creationId xmlns:a16="http://schemas.microsoft.com/office/drawing/2014/main" id="{D7F7260A-C651-4281-8F1A-7F571B1CD1AF}"/>
              </a:ext>
            </a:extLst>
          </p:cNvPr>
          <p:cNvSpPr>
            <a:spLocks xmlns:a="http://schemas.openxmlformats.org/drawingml/2006/main" noGrp="1"/>
          </p:cNvSpPr>
          <p:nvPr/>
        </p:nvSpPr>
        <p:spPr>
          <a:xfrm xmlns:a="http://schemas.openxmlformats.org/drawingml/2006/main">
            <a:off x="6038850" y="4095750"/>
            <a:ext cx="55435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BDCEC5"/>
                </a:solidFill>
                <a:latin typeface="Arial"/>
                <a:ea typeface="Arial"/>
                <a:cs typeface="Arial"/>
              </a:defRPr>
            </a:defPPr>
            <a:lvl1pPr>
              <a:defRPr sz="1575" b="0">
                <a:solidFill>
                  <a:srgbClr val="BDCEC5"/>
                </a:solidFill>
                <a:latin typeface="Arial"/>
                <a:ea typeface="Arial"/>
                <a:cs typeface="Arial"/>
              </a:defRPr>
            </a:lvl1pPr>
            <a:lvl2pPr>
              <a:defRPr sz="1575" b="0">
                <a:solidFill>
                  <a:srgbClr val="BDCEC5"/>
                </a:solidFill>
                <a:latin typeface="Arial"/>
                <a:ea typeface="Arial"/>
                <a:cs typeface="Arial"/>
              </a:defRPr>
            </a:lvl2pPr>
            <a:lvl3pPr>
              <a:defRPr sz="1575" b="0">
                <a:solidFill>
                  <a:srgbClr val="BDCEC5"/>
                </a:solidFill>
                <a:latin typeface="Arial"/>
                <a:ea typeface="Arial"/>
                <a:cs typeface="Arial"/>
              </a:defRPr>
            </a:lvl3pPr>
            <a:lvl4pPr>
              <a:defRPr sz="1575" b="0">
                <a:solidFill>
                  <a:srgbClr val="BDCEC5"/>
                </a:solidFill>
                <a:latin typeface="Arial"/>
                <a:ea typeface="Arial"/>
                <a:cs typeface="Arial"/>
              </a:defRPr>
            </a:lvl4pPr>
            <a:lvl5pPr>
              <a:defRPr sz="1575" b="0">
                <a:solidFill>
                  <a:srgbClr val="BDCEC5"/>
                </a:solidFill>
                <a:latin typeface="Arial"/>
                <a:ea typeface="Arial"/>
                <a:cs typeface="Arial"/>
              </a:defRPr>
            </a:lvl5pPr>
            <a:lvl6pPr>
              <a:defRPr sz="1575" b="0">
                <a:solidFill>
                  <a:srgbClr val="BDCEC5"/>
                </a:solidFill>
                <a:latin typeface="Arial"/>
                <a:ea typeface="Arial"/>
                <a:cs typeface="Arial"/>
              </a:defRPr>
            </a:lvl6pPr>
            <a:lvl7pPr>
              <a:defRPr sz="1575" b="0">
                <a:solidFill>
                  <a:srgbClr val="BDCEC5"/>
                </a:solidFill>
                <a:latin typeface="Arial"/>
                <a:ea typeface="Arial"/>
                <a:cs typeface="Arial"/>
              </a:defRPr>
            </a:lvl7pPr>
            <a:lvl8pPr>
              <a:defRPr sz="1575" b="0">
                <a:solidFill>
                  <a:srgbClr val="BDCEC5"/>
                </a:solidFill>
                <a:latin typeface="Arial"/>
                <a:ea typeface="Arial"/>
                <a:cs typeface="Arial"/>
              </a:defRPr>
            </a:lvl8pPr>
            <a:lvl9pPr>
              <a:defRPr sz="1575" b="0">
                <a:solidFill>
                  <a:srgbClr val="BDCEC5"/>
                </a:solidFill>
                <a:latin typeface="Arial"/>
                <a:ea typeface="Arial"/>
                <a:cs typeface="Arial"/>
              </a:defRPr>
            </a:lvl9pPr>
          </a:lstStyle>
          <a:p xmlns:a="http://schemas.openxmlformats.org/drawingml/2006/main">
            <a:pPr>
              <a:defRPr sz="1575" b="0">
                <a:solidFill>
                  <a:srgbClr val="BDCEC5"/>
                </a:solidFill>
                <a:latin typeface="Arial"/>
                <a:ea typeface="Arial"/>
                <a:cs typeface="Arial"/>
              </a:defRPr>
            </a:pPr>
            <a:r>
              <a:rPr sz="1575" b="0">
                <a:solidFill>
                  <a:srgbClr val="BDCEC5"/>
                </a:solidFill>
                <a:latin typeface="Arial"/>
                <a:ea typeface="Arial"/>
                <a:cs typeface="Arial"/>
              </a:rPr>
              <a:t>Review personal classes or enter times manually.</a:t>
            </a:r>
          </a:p>
        </p:txBody>
      </p:sp>
      <p:sp>
        <p:nvSpPr>
          <p:cNvPr id="16" name="">
            <a:extLst xmlns:a="http://schemas.openxmlformats.org/drawingml/2006/main">
              <a:ext uri="{FF2B5EF4-FFF2-40B4-BE49-F238E27FC236}">
                <a16:creationId xmlns:a16="http://schemas.microsoft.com/office/drawing/2014/main" id="{4F3F396A-C100-406D-B125-9332BEFE8DD6}"/>
              </a:ext>
            </a:extLst>
          </p:cNvPr>
          <p:cNvSpPr>
            <a:spLocks xmlns:a="http://schemas.openxmlformats.org/drawingml/2006/main" noGrp="1"/>
          </p:cNvSpPr>
          <p:nvPr/>
        </p:nvSpPr>
        <p:spPr>
          <a:xfrm xmlns:a="http://schemas.openxmlformats.org/drawingml/2006/main">
            <a:off x="5257800" y="4581525"/>
            <a:ext cx="609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400" b="1">
                <a:solidFill>
                  <a:srgbClr val="D6E58A"/>
                </a:solidFill>
                <a:latin typeface="Arial"/>
                <a:ea typeface="Arial"/>
                <a:cs typeface="Arial"/>
              </a:defRPr>
            </a:defPPr>
            <a:lvl1pPr>
              <a:defRPr sz="2400" b="1">
                <a:solidFill>
                  <a:srgbClr val="D6E58A"/>
                </a:solidFill>
                <a:latin typeface="Arial"/>
                <a:ea typeface="Arial"/>
                <a:cs typeface="Arial"/>
              </a:defRPr>
            </a:lvl1pPr>
            <a:lvl2pPr>
              <a:defRPr sz="2400" b="1">
                <a:solidFill>
                  <a:srgbClr val="D6E58A"/>
                </a:solidFill>
                <a:latin typeface="Arial"/>
                <a:ea typeface="Arial"/>
                <a:cs typeface="Arial"/>
              </a:defRPr>
            </a:lvl2pPr>
            <a:lvl3pPr>
              <a:defRPr sz="2400" b="1">
                <a:solidFill>
                  <a:srgbClr val="D6E58A"/>
                </a:solidFill>
                <a:latin typeface="Arial"/>
                <a:ea typeface="Arial"/>
                <a:cs typeface="Arial"/>
              </a:defRPr>
            </a:lvl3pPr>
            <a:lvl4pPr>
              <a:defRPr sz="2400" b="1">
                <a:solidFill>
                  <a:srgbClr val="D6E58A"/>
                </a:solidFill>
                <a:latin typeface="Arial"/>
                <a:ea typeface="Arial"/>
                <a:cs typeface="Arial"/>
              </a:defRPr>
            </a:lvl4pPr>
            <a:lvl5pPr>
              <a:defRPr sz="2400" b="1">
                <a:solidFill>
                  <a:srgbClr val="D6E58A"/>
                </a:solidFill>
                <a:latin typeface="Arial"/>
                <a:ea typeface="Arial"/>
                <a:cs typeface="Arial"/>
              </a:defRPr>
            </a:lvl5pPr>
            <a:lvl6pPr>
              <a:defRPr sz="2400" b="1">
                <a:solidFill>
                  <a:srgbClr val="D6E58A"/>
                </a:solidFill>
                <a:latin typeface="Arial"/>
                <a:ea typeface="Arial"/>
                <a:cs typeface="Arial"/>
              </a:defRPr>
            </a:lvl6pPr>
            <a:lvl7pPr>
              <a:defRPr sz="2400" b="1">
                <a:solidFill>
                  <a:srgbClr val="D6E58A"/>
                </a:solidFill>
                <a:latin typeface="Arial"/>
                <a:ea typeface="Arial"/>
                <a:cs typeface="Arial"/>
              </a:defRPr>
            </a:lvl7pPr>
            <a:lvl8pPr>
              <a:defRPr sz="2400" b="1">
                <a:solidFill>
                  <a:srgbClr val="D6E58A"/>
                </a:solidFill>
                <a:latin typeface="Arial"/>
                <a:ea typeface="Arial"/>
                <a:cs typeface="Arial"/>
              </a:defRPr>
            </a:lvl8pPr>
            <a:lvl9pPr>
              <a:defRPr sz="2400" b="1">
                <a:solidFill>
                  <a:srgbClr val="D6E58A"/>
                </a:solidFill>
                <a:latin typeface="Arial"/>
                <a:ea typeface="Arial"/>
                <a:cs typeface="Arial"/>
              </a:defRPr>
            </a:lvl9pPr>
          </a:lstStyle>
          <a:p xmlns:a="http://schemas.openxmlformats.org/drawingml/2006/main">
            <a:pPr>
              <a:defRPr sz="2400" b="1">
                <a:solidFill>
                  <a:srgbClr val="D6E58A"/>
                </a:solidFill>
                <a:latin typeface="Arial"/>
                <a:ea typeface="Arial"/>
                <a:cs typeface="Arial"/>
              </a:defRPr>
            </a:pPr>
            <a:r>
              <a:rPr sz="2400" b="1">
                <a:solidFill>
                  <a:srgbClr val="D6E58A"/>
                </a:solidFill>
                <a:latin typeface="Arial"/>
                <a:ea typeface="Arial"/>
                <a:cs typeface="Arial"/>
              </a:rPr>
              <a:t>04</a:t>
            </a:r>
          </a:p>
        </p:txBody>
      </p:sp>
      <p:sp>
        <p:nvSpPr>
          <p:cNvPr id="17" name="">
            <a:extLst xmlns:a="http://schemas.openxmlformats.org/drawingml/2006/main">
              <a:ext uri="{FF2B5EF4-FFF2-40B4-BE49-F238E27FC236}">
                <a16:creationId xmlns:a16="http://schemas.microsoft.com/office/drawing/2014/main" id="{4207884A-8735-4668-A890-2600CE8D1798}"/>
              </a:ext>
            </a:extLst>
          </p:cNvPr>
          <p:cNvSpPr>
            <a:spLocks xmlns:a="http://schemas.openxmlformats.org/drawingml/2006/main" noGrp="1"/>
          </p:cNvSpPr>
          <p:nvPr/>
        </p:nvSpPr>
        <p:spPr>
          <a:xfrm xmlns:a="http://schemas.openxmlformats.org/drawingml/2006/main">
            <a:off x="6038850" y="4581525"/>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025" b="1">
                <a:solidFill>
                  <a:srgbClr val="FFFFFF"/>
                </a:solidFill>
                <a:latin typeface="Arial"/>
                <a:ea typeface="Arial"/>
                <a:cs typeface="Arial"/>
              </a:defRPr>
            </a:defPPr>
            <a:lvl1pPr>
              <a:defRPr sz="2025" b="1">
                <a:solidFill>
                  <a:srgbClr val="FFFFFF"/>
                </a:solidFill>
                <a:latin typeface="Arial"/>
                <a:ea typeface="Arial"/>
                <a:cs typeface="Arial"/>
              </a:defRPr>
            </a:lvl1pPr>
            <a:lvl2pPr>
              <a:defRPr sz="2025" b="1">
                <a:solidFill>
                  <a:srgbClr val="FFFFFF"/>
                </a:solidFill>
                <a:latin typeface="Arial"/>
                <a:ea typeface="Arial"/>
                <a:cs typeface="Arial"/>
              </a:defRPr>
            </a:lvl2pPr>
            <a:lvl3pPr>
              <a:defRPr sz="2025" b="1">
                <a:solidFill>
                  <a:srgbClr val="FFFFFF"/>
                </a:solidFill>
                <a:latin typeface="Arial"/>
                <a:ea typeface="Arial"/>
                <a:cs typeface="Arial"/>
              </a:defRPr>
            </a:lvl3pPr>
            <a:lvl4pPr>
              <a:defRPr sz="2025" b="1">
                <a:solidFill>
                  <a:srgbClr val="FFFFFF"/>
                </a:solidFill>
                <a:latin typeface="Arial"/>
                <a:ea typeface="Arial"/>
                <a:cs typeface="Arial"/>
              </a:defRPr>
            </a:lvl4pPr>
            <a:lvl5pPr>
              <a:defRPr sz="2025" b="1">
                <a:solidFill>
                  <a:srgbClr val="FFFFFF"/>
                </a:solidFill>
                <a:latin typeface="Arial"/>
                <a:ea typeface="Arial"/>
                <a:cs typeface="Arial"/>
              </a:defRPr>
            </a:lvl5pPr>
            <a:lvl6pPr>
              <a:defRPr sz="2025" b="1">
                <a:solidFill>
                  <a:srgbClr val="FFFFFF"/>
                </a:solidFill>
                <a:latin typeface="Arial"/>
                <a:ea typeface="Arial"/>
                <a:cs typeface="Arial"/>
              </a:defRPr>
            </a:lvl6pPr>
            <a:lvl7pPr>
              <a:defRPr sz="2025" b="1">
                <a:solidFill>
                  <a:srgbClr val="FFFFFF"/>
                </a:solidFill>
                <a:latin typeface="Arial"/>
                <a:ea typeface="Arial"/>
                <a:cs typeface="Arial"/>
              </a:defRPr>
            </a:lvl7pPr>
            <a:lvl8pPr>
              <a:defRPr sz="2025" b="1">
                <a:solidFill>
                  <a:srgbClr val="FFFFFF"/>
                </a:solidFill>
                <a:latin typeface="Arial"/>
                <a:ea typeface="Arial"/>
                <a:cs typeface="Arial"/>
              </a:defRPr>
            </a:lvl8pPr>
            <a:lvl9pPr>
              <a:defRPr sz="2025" b="1">
                <a:solidFill>
                  <a:srgbClr val="FFFFFF"/>
                </a:solidFill>
                <a:latin typeface="Arial"/>
                <a:ea typeface="Arial"/>
                <a:cs typeface="Arial"/>
              </a:defRPr>
            </a:lvl9pPr>
          </a:lstStyle>
          <a:p xmlns:a="http://schemas.openxmlformats.org/drawingml/2006/main">
            <a:pPr>
              <a:defRPr sz="2025" b="1">
                <a:solidFill>
                  <a:srgbClr val="FFFFFF"/>
                </a:solidFill>
                <a:latin typeface="Arial"/>
                <a:ea typeface="Arial"/>
                <a:cs typeface="Arial"/>
              </a:defRPr>
            </a:pPr>
            <a:r>
              <a:rPr sz="2025" b="1">
                <a:solidFill>
                  <a:srgbClr val="FFFFFF"/>
                </a:solidFill>
                <a:latin typeface="Arial"/>
                <a:ea typeface="Arial"/>
                <a:cs typeface="Arial"/>
              </a:rPr>
              <a:t>Explicit agreement</a:t>
            </a:r>
          </a:p>
        </p:txBody>
      </p:sp>
      <p:sp>
        <p:nvSpPr>
          <p:cNvPr id="18" name="">
            <a:extLst xmlns:a="http://schemas.openxmlformats.org/drawingml/2006/main">
              <a:ext uri="{FF2B5EF4-FFF2-40B4-BE49-F238E27FC236}">
                <a16:creationId xmlns:a16="http://schemas.microsoft.com/office/drawing/2014/main" id="{74255EDF-04F7-4EB1-9F4A-A74A7E93133C}"/>
              </a:ext>
            </a:extLst>
          </p:cNvPr>
          <p:cNvSpPr>
            <a:spLocks xmlns:a="http://schemas.openxmlformats.org/drawingml/2006/main" noGrp="1"/>
          </p:cNvSpPr>
          <p:nvPr/>
        </p:nvSpPr>
        <p:spPr>
          <a:xfrm xmlns:a="http://schemas.openxmlformats.org/drawingml/2006/main">
            <a:off x="6038850" y="5010150"/>
            <a:ext cx="55435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BDCEC5"/>
                </a:solidFill>
                <a:latin typeface="Arial"/>
                <a:ea typeface="Arial"/>
                <a:cs typeface="Arial"/>
              </a:defRPr>
            </a:defPPr>
            <a:lvl1pPr>
              <a:defRPr sz="1575" b="0">
                <a:solidFill>
                  <a:srgbClr val="BDCEC5"/>
                </a:solidFill>
                <a:latin typeface="Arial"/>
                <a:ea typeface="Arial"/>
                <a:cs typeface="Arial"/>
              </a:defRPr>
            </a:lvl1pPr>
            <a:lvl2pPr>
              <a:defRPr sz="1575" b="0">
                <a:solidFill>
                  <a:srgbClr val="BDCEC5"/>
                </a:solidFill>
                <a:latin typeface="Arial"/>
                <a:ea typeface="Arial"/>
                <a:cs typeface="Arial"/>
              </a:defRPr>
            </a:lvl2pPr>
            <a:lvl3pPr>
              <a:defRPr sz="1575" b="0">
                <a:solidFill>
                  <a:srgbClr val="BDCEC5"/>
                </a:solidFill>
                <a:latin typeface="Arial"/>
                <a:ea typeface="Arial"/>
                <a:cs typeface="Arial"/>
              </a:defRPr>
            </a:lvl3pPr>
            <a:lvl4pPr>
              <a:defRPr sz="1575" b="0">
                <a:solidFill>
                  <a:srgbClr val="BDCEC5"/>
                </a:solidFill>
                <a:latin typeface="Arial"/>
                <a:ea typeface="Arial"/>
                <a:cs typeface="Arial"/>
              </a:defRPr>
            </a:lvl4pPr>
            <a:lvl5pPr>
              <a:defRPr sz="1575" b="0">
                <a:solidFill>
                  <a:srgbClr val="BDCEC5"/>
                </a:solidFill>
                <a:latin typeface="Arial"/>
                <a:ea typeface="Arial"/>
                <a:cs typeface="Arial"/>
              </a:defRPr>
            </a:lvl5pPr>
            <a:lvl6pPr>
              <a:defRPr sz="1575" b="0">
                <a:solidFill>
                  <a:srgbClr val="BDCEC5"/>
                </a:solidFill>
                <a:latin typeface="Arial"/>
                <a:ea typeface="Arial"/>
                <a:cs typeface="Arial"/>
              </a:defRPr>
            </a:lvl6pPr>
            <a:lvl7pPr>
              <a:defRPr sz="1575" b="0">
                <a:solidFill>
                  <a:srgbClr val="BDCEC5"/>
                </a:solidFill>
                <a:latin typeface="Arial"/>
                <a:ea typeface="Arial"/>
                <a:cs typeface="Arial"/>
              </a:defRPr>
            </a:lvl7pPr>
            <a:lvl8pPr>
              <a:defRPr sz="1575" b="0">
                <a:solidFill>
                  <a:srgbClr val="BDCEC5"/>
                </a:solidFill>
                <a:latin typeface="Arial"/>
                <a:ea typeface="Arial"/>
                <a:cs typeface="Arial"/>
              </a:defRPr>
            </a:lvl8pPr>
            <a:lvl9pPr>
              <a:defRPr sz="1575" b="0">
                <a:solidFill>
                  <a:srgbClr val="BDCEC5"/>
                </a:solidFill>
                <a:latin typeface="Arial"/>
                <a:ea typeface="Arial"/>
                <a:cs typeface="Arial"/>
              </a:defRPr>
            </a:lvl9pPr>
          </a:lstStyle>
          <a:p xmlns:a="http://schemas.openxmlformats.org/drawingml/2006/main">
            <a:pPr>
              <a:defRPr sz="1575" b="0">
                <a:solidFill>
                  <a:srgbClr val="BDCEC5"/>
                </a:solidFill>
                <a:latin typeface="Arial"/>
                <a:ea typeface="Arial"/>
                <a:cs typeface="Arial"/>
              </a:defRPr>
            </a:pPr>
            <a:r>
              <a:rPr sz="1575" b="0">
                <a:solidFill>
                  <a:srgbClr val="BDCEC5"/>
                </a:solidFill>
                <a:latin typeface="Arial"/>
                <a:ea typeface="Arial"/>
                <a:cs typeface="Arial"/>
              </a:rPr>
              <a:t>Owner accepts. Both parties confirm handoff and return.</a:t>
            </a:r>
          </a:p>
        </p:txBody>
      </p:sp>
      <p:sp>
        <p:nvSpPr>
          <p:cNvPr id="19" name="">
            <a:extLst xmlns:a="http://schemas.openxmlformats.org/drawingml/2006/main">
              <a:ext uri="{FF2B5EF4-FFF2-40B4-BE49-F238E27FC236}">
                <a16:creationId xmlns:a16="http://schemas.microsoft.com/office/drawing/2014/main" id="{37202A2D-167B-487B-8D6F-0F068F78723C}"/>
              </a:ext>
            </a:extLst>
          </p:cNvPr>
          <p:cNvSpPr>
            <a:spLocks xmlns:a="http://schemas.openxmlformats.org/drawingml/2006/main" noGrp="1"/>
          </p:cNvSpPr>
          <p:nvPr/>
        </p:nvSpPr>
        <p:spPr>
          <a:xfrm xmlns:a="http://schemas.openxmlformats.org/drawingml/2006/main">
            <a:off x="0" y="5772150"/>
            <a:ext cx="12192000" cy="1085850"/>
          </a:xfrm>
          <a:prstGeom xmlns:a="http://schemas.openxmlformats.org/drawingml/2006/main" prst="rect">
            <a:avLst/>
          </a:prstGeom>
          <a:solidFill xmlns:a="http://schemas.openxmlformats.org/drawingml/2006/main">
            <a:srgbClr val="1C453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08DAC97-AAC1-403F-8CC1-296660443E45}"/>
              </a:ext>
            </a:extLst>
          </p:cNvPr>
          <p:cNvSpPr>
            <a:spLocks xmlns:a="http://schemas.openxmlformats.org/drawingml/2006/main" noGrp="1"/>
          </p:cNvSpPr>
          <p:nvPr/>
        </p:nvSpPr>
        <p:spPr>
          <a:xfrm xmlns:a="http://schemas.openxmlformats.org/drawingml/2006/main">
            <a:off x="609600" y="592455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1">
                <a:solidFill>
                  <a:srgbClr val="D6E58A"/>
                </a:solidFill>
                <a:latin typeface="Arial"/>
                <a:ea typeface="Arial"/>
                <a:cs typeface="Arial"/>
              </a:defRPr>
            </a:defPPr>
            <a:lvl1pPr>
              <a:defRPr sz="1650" b="1">
                <a:solidFill>
                  <a:srgbClr val="D6E58A"/>
                </a:solidFill>
                <a:latin typeface="Arial"/>
                <a:ea typeface="Arial"/>
                <a:cs typeface="Arial"/>
              </a:defRPr>
            </a:lvl1pPr>
            <a:lvl2pPr>
              <a:defRPr sz="1650" b="1">
                <a:solidFill>
                  <a:srgbClr val="D6E58A"/>
                </a:solidFill>
                <a:latin typeface="Arial"/>
                <a:ea typeface="Arial"/>
                <a:cs typeface="Arial"/>
              </a:defRPr>
            </a:lvl2pPr>
            <a:lvl3pPr>
              <a:defRPr sz="1650" b="1">
                <a:solidFill>
                  <a:srgbClr val="D6E58A"/>
                </a:solidFill>
                <a:latin typeface="Arial"/>
                <a:ea typeface="Arial"/>
                <a:cs typeface="Arial"/>
              </a:defRPr>
            </a:lvl3pPr>
            <a:lvl4pPr>
              <a:defRPr sz="1650" b="1">
                <a:solidFill>
                  <a:srgbClr val="D6E58A"/>
                </a:solidFill>
                <a:latin typeface="Arial"/>
                <a:ea typeface="Arial"/>
                <a:cs typeface="Arial"/>
              </a:defRPr>
            </a:lvl4pPr>
            <a:lvl5pPr>
              <a:defRPr sz="1650" b="1">
                <a:solidFill>
                  <a:srgbClr val="D6E58A"/>
                </a:solidFill>
                <a:latin typeface="Arial"/>
                <a:ea typeface="Arial"/>
                <a:cs typeface="Arial"/>
              </a:defRPr>
            </a:lvl5pPr>
            <a:lvl6pPr>
              <a:defRPr sz="1650" b="1">
                <a:solidFill>
                  <a:srgbClr val="D6E58A"/>
                </a:solidFill>
                <a:latin typeface="Arial"/>
                <a:ea typeface="Arial"/>
                <a:cs typeface="Arial"/>
              </a:defRPr>
            </a:lvl6pPr>
            <a:lvl7pPr>
              <a:defRPr sz="1650" b="1">
                <a:solidFill>
                  <a:srgbClr val="D6E58A"/>
                </a:solidFill>
                <a:latin typeface="Arial"/>
                <a:ea typeface="Arial"/>
                <a:cs typeface="Arial"/>
              </a:defRPr>
            </a:lvl7pPr>
            <a:lvl8pPr>
              <a:defRPr sz="1650" b="1">
                <a:solidFill>
                  <a:srgbClr val="D6E58A"/>
                </a:solidFill>
                <a:latin typeface="Arial"/>
                <a:ea typeface="Arial"/>
                <a:cs typeface="Arial"/>
              </a:defRPr>
            </a:lvl8pPr>
            <a:lvl9pPr>
              <a:defRPr sz="1650" b="1">
                <a:solidFill>
                  <a:srgbClr val="D6E58A"/>
                </a:solidFill>
                <a:latin typeface="Arial"/>
                <a:ea typeface="Arial"/>
                <a:cs typeface="Arial"/>
              </a:defRPr>
            </a:lvl9pPr>
          </a:lstStyle>
          <a:p xmlns:a="http://schemas.openxmlformats.org/drawingml/2006/main">
            <a:pPr>
              <a:defRPr sz="1650" b="1">
                <a:solidFill>
                  <a:srgbClr val="D6E58A"/>
                </a:solidFill>
                <a:latin typeface="Arial"/>
                <a:ea typeface="Arial"/>
                <a:cs typeface="Arial"/>
              </a:defRPr>
            </a:pPr>
            <a:r>
              <a:rPr sz="1650" b="1">
                <a:solidFill>
                  <a:srgbClr val="D6E58A"/>
                </a:solidFill>
                <a:latin typeface="Arial"/>
                <a:ea typeface="Arial"/>
                <a:cs typeface="Arial"/>
              </a:rPr>
              <a:t>Differentiation to test</a:t>
            </a:r>
          </a:p>
        </p:txBody>
      </p:sp>
      <p:sp>
        <p:nvSpPr>
          <p:cNvPr id="21" name="">
            <a:extLst xmlns:a="http://schemas.openxmlformats.org/drawingml/2006/main">
              <a:ext uri="{FF2B5EF4-FFF2-40B4-BE49-F238E27FC236}">
                <a16:creationId xmlns:a16="http://schemas.microsoft.com/office/drawing/2014/main" id="{CD283E79-7110-499F-B060-16B662729E97}"/>
              </a:ext>
            </a:extLst>
          </p:cNvPr>
          <p:cNvSpPr>
            <a:spLocks xmlns:a="http://schemas.openxmlformats.org/drawingml/2006/main" noGrp="1"/>
          </p:cNvSpPr>
          <p:nvPr/>
        </p:nvSpPr>
        <p:spPr>
          <a:xfrm xmlns:a="http://schemas.openxmlformats.org/drawingml/2006/main">
            <a:off x="609600" y="6229350"/>
            <a:ext cx="10048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FFFFFF"/>
                </a:solidFill>
                <a:latin typeface="Arial"/>
                <a:ea typeface="Arial"/>
                <a:cs typeface="Arial"/>
              </a:defRPr>
            </a:defPPr>
            <a:lvl1pPr>
              <a:defRPr sz="1575" b="0">
                <a:solidFill>
                  <a:srgbClr val="FFFFFF"/>
                </a:solidFill>
                <a:latin typeface="Arial"/>
                <a:ea typeface="Arial"/>
                <a:cs typeface="Arial"/>
              </a:defRPr>
            </a:lvl1pPr>
            <a:lvl2pPr>
              <a:defRPr sz="1575" b="0">
                <a:solidFill>
                  <a:srgbClr val="FFFFFF"/>
                </a:solidFill>
                <a:latin typeface="Arial"/>
                <a:ea typeface="Arial"/>
                <a:cs typeface="Arial"/>
              </a:defRPr>
            </a:lvl2pPr>
            <a:lvl3pPr>
              <a:defRPr sz="1575" b="0">
                <a:solidFill>
                  <a:srgbClr val="FFFFFF"/>
                </a:solidFill>
                <a:latin typeface="Arial"/>
                <a:ea typeface="Arial"/>
                <a:cs typeface="Arial"/>
              </a:defRPr>
            </a:lvl3pPr>
            <a:lvl4pPr>
              <a:defRPr sz="1575" b="0">
                <a:solidFill>
                  <a:srgbClr val="FFFFFF"/>
                </a:solidFill>
                <a:latin typeface="Arial"/>
                <a:ea typeface="Arial"/>
                <a:cs typeface="Arial"/>
              </a:defRPr>
            </a:lvl4pPr>
            <a:lvl5pPr>
              <a:defRPr sz="1575" b="0">
                <a:solidFill>
                  <a:srgbClr val="FFFFFF"/>
                </a:solidFill>
                <a:latin typeface="Arial"/>
                <a:ea typeface="Arial"/>
                <a:cs typeface="Arial"/>
              </a:defRPr>
            </a:lvl5pPr>
            <a:lvl6pPr>
              <a:defRPr sz="1575" b="0">
                <a:solidFill>
                  <a:srgbClr val="FFFFFF"/>
                </a:solidFill>
                <a:latin typeface="Arial"/>
                <a:ea typeface="Arial"/>
                <a:cs typeface="Arial"/>
              </a:defRPr>
            </a:lvl6pPr>
            <a:lvl7pPr>
              <a:defRPr sz="1575" b="0">
                <a:solidFill>
                  <a:srgbClr val="FFFFFF"/>
                </a:solidFill>
                <a:latin typeface="Arial"/>
                <a:ea typeface="Arial"/>
                <a:cs typeface="Arial"/>
              </a:defRPr>
            </a:lvl7pPr>
            <a:lvl8pPr>
              <a:defRPr sz="1575" b="0">
                <a:solidFill>
                  <a:srgbClr val="FFFFFF"/>
                </a:solidFill>
                <a:latin typeface="Arial"/>
                <a:ea typeface="Arial"/>
                <a:cs typeface="Arial"/>
              </a:defRPr>
            </a:lvl8pPr>
            <a:lvl9pPr>
              <a:defRPr sz="1575" b="0">
                <a:solidFill>
                  <a:srgbClr val="FFFFFF"/>
                </a:solidFill>
                <a:latin typeface="Arial"/>
                <a:ea typeface="Arial"/>
                <a:cs typeface="Arial"/>
              </a:defRPr>
            </a:lvl9pPr>
          </a:lstStyle>
          <a:p xmlns:a="http://schemas.openxmlformats.org/drawingml/2006/main">
            <a:pPr>
              <a:defRPr sz="1575" b="0">
                <a:solidFill>
                  <a:srgbClr val="FFFFFF"/>
                </a:solidFill>
                <a:latin typeface="Arial"/>
                <a:ea typeface="Arial"/>
                <a:cs typeface="Arial"/>
              </a:defRPr>
            </a:pPr>
            <a:r>
              <a:rPr sz="1575" b="0">
                <a:solidFill>
                  <a:srgbClr val="FFFFFF"/>
                </a:solidFill>
                <a:latin typeface="Arial"/>
                <a:ea typeface="Arial"/>
                <a:cs typeface="Arial"/>
              </a:rPr>
              <a:t>Date-aware coordination with public handoff and optional disclosure.</a:t>
            </a:r>
          </a:p>
          <a:p xmlns:a="http://schemas.openxmlformats.org/drawingml/2006/main">
            <a:pPr>
              <a:defRPr sz="1575" b="0">
                <a:solidFill>
                  <a:srgbClr val="FFFFFF"/>
                </a:solidFill>
                <a:latin typeface="Arial"/>
                <a:ea typeface="Arial"/>
                <a:cs typeface="Arial"/>
              </a:defRPr>
            </a:pPr>
            <a:r>
              <a:rPr sz="1575" b="0">
                <a:solidFill>
                  <a:srgbClr val="FFFFFF"/>
                </a:solidFill>
                <a:latin typeface="Arial"/>
                <a:ea typeface="Arial"/>
                <a:cs typeface="Arial"/>
              </a:rPr>
              <a:t>Measure whether it helps a real local task beyond friends and existing services.</a:t>
            </a:r>
          </a:p>
        </p:txBody>
      </p:sp>
      <p:sp>
        <p:nvSpPr>
          <p:cNvPr id="22" name="">
            <a:extLst xmlns:a="http://schemas.openxmlformats.org/drawingml/2006/main">
              <a:ext uri="{FF2B5EF4-FFF2-40B4-BE49-F238E27FC236}">
                <a16:creationId xmlns:a16="http://schemas.microsoft.com/office/drawing/2014/main" id="{F7BA10DA-D5C7-4175-BE13-ADE9238F0E1A}"/>
              </a:ext>
            </a:extLst>
          </p:cNvPr>
          <p:cNvSpPr>
            <a:spLocks xmlns:a="http://schemas.openxmlformats.org/drawingml/2006/main" noGrp="1"/>
          </p:cNvSpPr>
          <p:nvPr/>
        </p:nvSpPr>
        <p:spPr>
          <a:xfrm xmlns:a="http://schemas.openxmlformats.org/drawingml/2006/main">
            <a:off x="10953750" y="6581775"/>
            <a:ext cx="704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BDCEC5"/>
                </a:solidFill>
                <a:latin typeface="Arial"/>
                <a:ea typeface="Arial"/>
                <a:cs typeface="Arial"/>
              </a:defRPr>
            </a:defPPr>
            <a:lvl1pPr>
              <a:defRPr sz="1200" b="0">
                <a:solidFill>
                  <a:srgbClr val="BDCEC5"/>
                </a:solidFill>
                <a:latin typeface="Arial"/>
                <a:ea typeface="Arial"/>
                <a:cs typeface="Arial"/>
              </a:defRPr>
            </a:lvl1pPr>
            <a:lvl2pPr>
              <a:defRPr sz="1200" b="0">
                <a:solidFill>
                  <a:srgbClr val="BDCEC5"/>
                </a:solidFill>
                <a:latin typeface="Arial"/>
                <a:ea typeface="Arial"/>
                <a:cs typeface="Arial"/>
              </a:defRPr>
            </a:lvl2pPr>
            <a:lvl3pPr>
              <a:defRPr sz="1200" b="0">
                <a:solidFill>
                  <a:srgbClr val="BDCEC5"/>
                </a:solidFill>
                <a:latin typeface="Arial"/>
                <a:ea typeface="Arial"/>
                <a:cs typeface="Arial"/>
              </a:defRPr>
            </a:lvl3pPr>
            <a:lvl4pPr>
              <a:defRPr sz="1200" b="0">
                <a:solidFill>
                  <a:srgbClr val="BDCEC5"/>
                </a:solidFill>
                <a:latin typeface="Arial"/>
                <a:ea typeface="Arial"/>
                <a:cs typeface="Arial"/>
              </a:defRPr>
            </a:lvl4pPr>
            <a:lvl5pPr>
              <a:defRPr sz="1200" b="0">
                <a:solidFill>
                  <a:srgbClr val="BDCEC5"/>
                </a:solidFill>
                <a:latin typeface="Arial"/>
                <a:ea typeface="Arial"/>
                <a:cs typeface="Arial"/>
              </a:defRPr>
            </a:lvl5pPr>
            <a:lvl6pPr>
              <a:defRPr sz="1200" b="0">
                <a:solidFill>
                  <a:srgbClr val="BDCEC5"/>
                </a:solidFill>
                <a:latin typeface="Arial"/>
                <a:ea typeface="Arial"/>
                <a:cs typeface="Arial"/>
              </a:defRPr>
            </a:lvl6pPr>
            <a:lvl7pPr>
              <a:defRPr sz="1200" b="0">
                <a:solidFill>
                  <a:srgbClr val="BDCEC5"/>
                </a:solidFill>
                <a:latin typeface="Arial"/>
                <a:ea typeface="Arial"/>
                <a:cs typeface="Arial"/>
              </a:defRPr>
            </a:lvl7pPr>
            <a:lvl8pPr>
              <a:defRPr sz="1200" b="0">
                <a:solidFill>
                  <a:srgbClr val="BDCEC5"/>
                </a:solidFill>
                <a:latin typeface="Arial"/>
                <a:ea typeface="Arial"/>
                <a:cs typeface="Arial"/>
              </a:defRPr>
            </a:lvl8pPr>
            <a:lvl9pPr>
              <a:defRPr sz="1200" b="0">
                <a:solidFill>
                  <a:srgbClr val="BDCEC5"/>
                </a:solidFill>
                <a:latin typeface="Arial"/>
                <a:ea typeface="Arial"/>
                <a:cs typeface="Arial"/>
              </a:defRPr>
            </a:lvl9pPr>
          </a:lstStyle>
          <a:p xmlns:a="http://schemas.openxmlformats.org/drawingml/2006/main">
            <a:pPr>
              <a:defRPr sz="1200" b="0">
                <a:solidFill>
                  <a:srgbClr val="BDCEC5"/>
                </a:solidFill>
                <a:latin typeface="Arial"/>
                <a:ea typeface="Arial"/>
                <a:cs typeface="Arial"/>
              </a:defRPr>
            </a:pPr>
            <a:r>
              <a:rPr sz="1200" b="0">
                <a:solidFill>
                  <a:srgbClr val="BDCEC5"/>
                </a:solidFill>
                <a:latin typeface="Arial"/>
                <a:ea typeface="Arial"/>
                <a:cs typeface="Arial"/>
              </a:rPr>
              <a:t>3 / 6</a:t>
            </a:r>
          </a:p>
        </p:txBody>
      </p:sp>
    </p:spTree>
    <p:extLst>
      <p:ext uri="{BB962C8B-B14F-4D97-AF65-F5344CB8AC3E}">
        <p14:creationId xmlns:p14="http://schemas.microsoft.com/office/powerpoint/2010/main" val="935427263"/>
      </p:ext>
    </p:extLst>
  </p:cSld>
</p:sld>
</file>

<file path=ppt/slides/slide4.xml><?xml version="1.0" encoding="utf-8"?>
<p:sld xmlns:p="http://schemas.openxmlformats.org/presentationml/2006/main">
  <p:cSld>
    <p:bg>
      <p:bgPr>
        <a:solidFill xmlns:a="http://schemas.openxmlformats.org/drawingml/2006/main">
          <a:srgbClr val="11221C"/>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177BFE73-E9D1-42E0-ADEB-46540275444D}"/>
              </a:ext>
            </a:extLst>
          </p:cNvPr>
          <p:cNvSpPr>
            <a:spLocks xmlns:a="http://schemas.openxmlformats.org/drawingml/2006/main" noGrp="1"/>
          </p:cNvSpPr>
          <p:nvPr/>
        </p:nvSpPr>
        <p:spPr>
          <a:xfrm xmlns:a="http://schemas.openxmlformats.org/drawingml/2006/main">
            <a:off x="609600" y="2667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D6E58A"/>
                </a:solidFill>
                <a:latin typeface="Arial"/>
                <a:ea typeface="Arial"/>
                <a:cs typeface="Arial"/>
              </a:defRPr>
            </a:defPPr>
            <a:lvl1pPr>
              <a:defRPr sz="1500" b="1">
                <a:solidFill>
                  <a:srgbClr val="D6E58A"/>
                </a:solidFill>
                <a:latin typeface="Arial"/>
                <a:ea typeface="Arial"/>
                <a:cs typeface="Arial"/>
              </a:defRPr>
            </a:lvl1pPr>
            <a:lvl2pPr>
              <a:defRPr sz="1500" b="1">
                <a:solidFill>
                  <a:srgbClr val="D6E58A"/>
                </a:solidFill>
                <a:latin typeface="Arial"/>
                <a:ea typeface="Arial"/>
                <a:cs typeface="Arial"/>
              </a:defRPr>
            </a:lvl2pPr>
            <a:lvl3pPr>
              <a:defRPr sz="1500" b="1">
                <a:solidFill>
                  <a:srgbClr val="D6E58A"/>
                </a:solidFill>
                <a:latin typeface="Arial"/>
                <a:ea typeface="Arial"/>
                <a:cs typeface="Arial"/>
              </a:defRPr>
            </a:lvl3pPr>
            <a:lvl4pPr>
              <a:defRPr sz="1500" b="1">
                <a:solidFill>
                  <a:srgbClr val="D6E58A"/>
                </a:solidFill>
                <a:latin typeface="Arial"/>
                <a:ea typeface="Arial"/>
                <a:cs typeface="Arial"/>
              </a:defRPr>
            </a:lvl4pPr>
            <a:lvl5pPr>
              <a:defRPr sz="1500" b="1">
                <a:solidFill>
                  <a:srgbClr val="D6E58A"/>
                </a:solidFill>
                <a:latin typeface="Arial"/>
                <a:ea typeface="Arial"/>
                <a:cs typeface="Arial"/>
              </a:defRPr>
            </a:lvl5pPr>
            <a:lvl6pPr>
              <a:defRPr sz="1500" b="1">
                <a:solidFill>
                  <a:srgbClr val="D6E58A"/>
                </a:solidFill>
                <a:latin typeface="Arial"/>
                <a:ea typeface="Arial"/>
                <a:cs typeface="Arial"/>
              </a:defRPr>
            </a:lvl6pPr>
            <a:lvl7pPr>
              <a:defRPr sz="1500" b="1">
                <a:solidFill>
                  <a:srgbClr val="D6E58A"/>
                </a:solidFill>
                <a:latin typeface="Arial"/>
                <a:ea typeface="Arial"/>
                <a:cs typeface="Arial"/>
              </a:defRPr>
            </a:lvl7pPr>
            <a:lvl8pPr>
              <a:defRPr sz="1500" b="1">
                <a:solidFill>
                  <a:srgbClr val="D6E58A"/>
                </a:solidFill>
                <a:latin typeface="Arial"/>
                <a:ea typeface="Arial"/>
                <a:cs typeface="Arial"/>
              </a:defRPr>
            </a:lvl8pPr>
            <a:lvl9pPr>
              <a:defRPr sz="1500" b="1">
                <a:solidFill>
                  <a:srgbClr val="D6E58A"/>
                </a:solidFill>
                <a:latin typeface="Arial"/>
                <a:ea typeface="Arial"/>
                <a:cs typeface="Arial"/>
              </a:defRPr>
            </a:lvl9pPr>
          </a:lstStyle>
          <a:p xmlns:a="http://schemas.openxmlformats.org/drawingml/2006/main">
            <a:pPr>
              <a:defRPr sz="1500" b="1">
                <a:solidFill>
                  <a:srgbClr val="D6E58A"/>
                </a:solidFill>
                <a:latin typeface="Arial"/>
                <a:ea typeface="Arial"/>
                <a:cs typeface="Arial"/>
              </a:defRPr>
            </a:pPr>
            <a:r>
              <a:rPr sz="1500" b="1">
                <a:solidFill>
                  <a:srgbClr val="D6E58A"/>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EB59FF34-2E0B-4EC9-88EB-0B0422E0B67A}"/>
              </a:ext>
            </a:extLst>
          </p:cNvPr>
          <p:cNvSpPr>
            <a:spLocks xmlns:a="http://schemas.openxmlformats.org/drawingml/2006/main" noGrp="1"/>
          </p:cNvSpPr>
          <p:nvPr/>
        </p:nvSpPr>
        <p:spPr>
          <a:xfrm xmlns:a="http://schemas.openxmlformats.org/drawingml/2006/main">
            <a:off x="609600" y="80962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600" b="1">
                <a:solidFill>
                  <a:srgbClr val="FFFFFF"/>
                </a:solidFill>
                <a:latin typeface="Arial"/>
                <a:ea typeface="Arial"/>
                <a:cs typeface="Arial"/>
              </a:defRPr>
            </a:defPPr>
            <a:lvl1pPr>
              <a:defRPr sz="3600" b="1">
                <a:solidFill>
                  <a:srgbClr val="FFFFFF"/>
                </a:solidFill>
                <a:latin typeface="Arial"/>
                <a:ea typeface="Arial"/>
                <a:cs typeface="Arial"/>
              </a:defRPr>
            </a:lvl1pPr>
            <a:lvl2pPr>
              <a:defRPr sz="3600" b="1">
                <a:solidFill>
                  <a:srgbClr val="FFFFFF"/>
                </a:solidFill>
                <a:latin typeface="Arial"/>
                <a:ea typeface="Arial"/>
                <a:cs typeface="Arial"/>
              </a:defRPr>
            </a:lvl2pPr>
            <a:lvl3pPr>
              <a:defRPr sz="3600" b="1">
                <a:solidFill>
                  <a:srgbClr val="FFFFFF"/>
                </a:solidFill>
                <a:latin typeface="Arial"/>
                <a:ea typeface="Arial"/>
                <a:cs typeface="Arial"/>
              </a:defRPr>
            </a:lvl3pPr>
            <a:lvl4pPr>
              <a:defRPr sz="3600" b="1">
                <a:solidFill>
                  <a:srgbClr val="FFFFFF"/>
                </a:solidFill>
                <a:latin typeface="Arial"/>
                <a:ea typeface="Arial"/>
                <a:cs typeface="Arial"/>
              </a:defRPr>
            </a:lvl4pPr>
            <a:lvl5pPr>
              <a:defRPr sz="3600" b="1">
                <a:solidFill>
                  <a:srgbClr val="FFFFFF"/>
                </a:solidFill>
                <a:latin typeface="Arial"/>
                <a:ea typeface="Arial"/>
                <a:cs typeface="Arial"/>
              </a:defRPr>
            </a:lvl5pPr>
            <a:lvl6pPr>
              <a:defRPr sz="3600" b="1">
                <a:solidFill>
                  <a:srgbClr val="FFFFFF"/>
                </a:solidFill>
                <a:latin typeface="Arial"/>
                <a:ea typeface="Arial"/>
                <a:cs typeface="Arial"/>
              </a:defRPr>
            </a:lvl6pPr>
            <a:lvl7pPr>
              <a:defRPr sz="3600" b="1">
                <a:solidFill>
                  <a:srgbClr val="FFFFFF"/>
                </a:solidFill>
                <a:latin typeface="Arial"/>
                <a:ea typeface="Arial"/>
                <a:cs typeface="Arial"/>
              </a:defRPr>
            </a:lvl7pPr>
            <a:lvl8pPr>
              <a:defRPr sz="3600" b="1">
                <a:solidFill>
                  <a:srgbClr val="FFFFFF"/>
                </a:solidFill>
                <a:latin typeface="Arial"/>
                <a:ea typeface="Arial"/>
                <a:cs typeface="Arial"/>
              </a:defRPr>
            </a:lvl8pPr>
            <a:lvl9pPr>
              <a:defRPr sz="3600" b="1">
                <a:solidFill>
                  <a:srgbClr val="FFFFFF"/>
                </a:solidFill>
                <a:latin typeface="Arial"/>
                <a:ea typeface="Arial"/>
                <a:cs typeface="Arial"/>
              </a:defRPr>
            </a:lvl9pPr>
          </a:lstStyle>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Technology &amp; Innovation</a:t>
            </a:r>
          </a:p>
        </p:txBody>
      </p:sp>
      <p:sp>
        <p:nvSpPr>
          <p:cNvPr id="3" name="">
            <a:extLst xmlns:a="http://schemas.openxmlformats.org/drawingml/2006/main">
              <a:ext uri="{FF2B5EF4-FFF2-40B4-BE49-F238E27FC236}">
                <a16:creationId xmlns:a16="http://schemas.microsoft.com/office/drawing/2014/main" id="{FB3347A2-71F2-40C6-BC4D-C650C4ABE04F}"/>
              </a:ext>
            </a:extLst>
          </p:cNvPr>
          <p:cNvSpPr>
            <a:spLocks xmlns:a="http://schemas.openxmlformats.org/drawingml/2006/main" noGrp="1"/>
          </p:cNvSpPr>
          <p:nvPr/>
        </p:nvSpPr>
        <p:spPr>
          <a:xfrm xmlns:a="http://schemas.openxmlformats.org/drawingml/2006/main">
            <a:off x="10858500" y="6553200"/>
            <a:ext cx="762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BDCEC5"/>
                </a:solidFill>
                <a:latin typeface="Arial"/>
                <a:ea typeface="Arial"/>
                <a:cs typeface="Arial"/>
              </a:defRPr>
            </a:defPPr>
            <a:lvl1pPr>
              <a:defRPr sz="1200" b="0">
                <a:solidFill>
                  <a:srgbClr val="BDCEC5"/>
                </a:solidFill>
                <a:latin typeface="Arial"/>
                <a:ea typeface="Arial"/>
                <a:cs typeface="Arial"/>
              </a:defRPr>
            </a:lvl1pPr>
            <a:lvl2pPr>
              <a:defRPr sz="1200" b="0">
                <a:solidFill>
                  <a:srgbClr val="BDCEC5"/>
                </a:solidFill>
                <a:latin typeface="Arial"/>
                <a:ea typeface="Arial"/>
                <a:cs typeface="Arial"/>
              </a:defRPr>
            </a:lvl2pPr>
            <a:lvl3pPr>
              <a:defRPr sz="1200" b="0">
                <a:solidFill>
                  <a:srgbClr val="BDCEC5"/>
                </a:solidFill>
                <a:latin typeface="Arial"/>
                <a:ea typeface="Arial"/>
                <a:cs typeface="Arial"/>
              </a:defRPr>
            </a:lvl3pPr>
            <a:lvl4pPr>
              <a:defRPr sz="1200" b="0">
                <a:solidFill>
                  <a:srgbClr val="BDCEC5"/>
                </a:solidFill>
                <a:latin typeface="Arial"/>
                <a:ea typeface="Arial"/>
                <a:cs typeface="Arial"/>
              </a:defRPr>
            </a:lvl4pPr>
            <a:lvl5pPr>
              <a:defRPr sz="1200" b="0">
                <a:solidFill>
                  <a:srgbClr val="BDCEC5"/>
                </a:solidFill>
                <a:latin typeface="Arial"/>
                <a:ea typeface="Arial"/>
                <a:cs typeface="Arial"/>
              </a:defRPr>
            </a:lvl5pPr>
            <a:lvl6pPr>
              <a:defRPr sz="1200" b="0">
                <a:solidFill>
                  <a:srgbClr val="BDCEC5"/>
                </a:solidFill>
                <a:latin typeface="Arial"/>
                <a:ea typeface="Arial"/>
                <a:cs typeface="Arial"/>
              </a:defRPr>
            </a:lvl6pPr>
            <a:lvl7pPr>
              <a:defRPr sz="1200" b="0">
                <a:solidFill>
                  <a:srgbClr val="BDCEC5"/>
                </a:solidFill>
                <a:latin typeface="Arial"/>
                <a:ea typeface="Arial"/>
                <a:cs typeface="Arial"/>
              </a:defRPr>
            </a:lvl7pPr>
            <a:lvl8pPr>
              <a:defRPr sz="1200" b="0">
                <a:solidFill>
                  <a:srgbClr val="BDCEC5"/>
                </a:solidFill>
                <a:latin typeface="Arial"/>
                <a:ea typeface="Arial"/>
                <a:cs typeface="Arial"/>
              </a:defRPr>
            </a:lvl8pPr>
            <a:lvl9pPr>
              <a:defRPr sz="1200" b="0">
                <a:solidFill>
                  <a:srgbClr val="BDCEC5"/>
                </a:solidFill>
                <a:latin typeface="Arial"/>
                <a:ea typeface="Arial"/>
                <a:cs typeface="Arial"/>
              </a:defRPr>
            </a:lvl9pPr>
          </a:lstStyle>
          <a:p xmlns:a="http://schemas.openxmlformats.org/drawingml/2006/main">
            <a:pPr>
              <a:defRPr sz="1200" b="0">
                <a:solidFill>
                  <a:srgbClr val="BDCEC5"/>
                </a:solidFill>
                <a:latin typeface="Arial"/>
                <a:ea typeface="Arial"/>
                <a:cs typeface="Arial"/>
              </a:defRPr>
            </a:pPr>
            <a:r>
              <a:rPr sz="1200" b="0">
                <a:solidFill>
                  <a:srgbClr val="BDCEC5"/>
                </a:solidFill>
                <a:latin typeface="Arial"/>
                <a:ea typeface="Arial"/>
                <a:cs typeface="Arial"/>
              </a:rPr>
              <a:t>4 / 6</a:t>
            </a:r>
          </a:p>
        </p:txBody>
      </p:sp>
      <p:sp>
        <p:nvSpPr>
          <p:cNvPr id="4" name="">
            <a:extLst xmlns:a="http://schemas.openxmlformats.org/drawingml/2006/main">
              <a:ext uri="{FF2B5EF4-FFF2-40B4-BE49-F238E27FC236}">
                <a16:creationId xmlns:a16="http://schemas.microsoft.com/office/drawing/2014/main" id="{CDA10CDF-554B-491C-9C89-65D263EB2BC4}"/>
              </a:ext>
            </a:extLst>
          </p:cNvPr>
          <p:cNvSpPr>
            <a:spLocks xmlns:a="http://schemas.openxmlformats.org/drawingml/2006/main" noGrp="1"/>
          </p:cNvSpPr>
          <p:nvPr/>
        </p:nvSpPr>
        <p:spPr>
          <a:xfrm xmlns:a="http://schemas.openxmlformats.org/drawingml/2006/main">
            <a:off x="609600" y="1828800"/>
            <a:ext cx="2057400" cy="1504950"/>
          </a:xfrm>
          <a:prstGeom xmlns:a="http://schemas.openxmlformats.org/drawingml/2006/main" prst="rect">
            <a:avLst/>
          </a:prstGeom>
          <a:solidFill xmlns:a="http://schemas.openxmlformats.org/drawingml/2006/main">
            <a:srgbClr val="1C453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A53D93A-97D2-4068-81A7-454CAD777A77}"/>
              </a:ext>
            </a:extLst>
          </p:cNvPr>
          <p:cNvSpPr>
            <a:spLocks xmlns:a="http://schemas.openxmlformats.org/drawingml/2006/main" noGrp="1"/>
          </p:cNvSpPr>
          <p:nvPr/>
        </p:nvSpPr>
        <p:spPr>
          <a:xfrm xmlns:a="http://schemas.openxmlformats.org/drawingml/2006/main">
            <a:off x="742950" y="19621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1">
                <a:solidFill>
                  <a:srgbClr val="D6E58A"/>
                </a:solidFill>
                <a:latin typeface="Arial"/>
                <a:ea typeface="Arial"/>
                <a:cs typeface="Arial"/>
              </a:defRPr>
            </a:defPPr>
            <a:lvl1pPr>
              <a:defRPr sz="1425" b="1">
                <a:solidFill>
                  <a:srgbClr val="D6E58A"/>
                </a:solidFill>
                <a:latin typeface="Arial"/>
                <a:ea typeface="Arial"/>
                <a:cs typeface="Arial"/>
              </a:defRPr>
            </a:lvl1pPr>
            <a:lvl2pPr>
              <a:defRPr sz="1425" b="1">
                <a:solidFill>
                  <a:srgbClr val="D6E58A"/>
                </a:solidFill>
                <a:latin typeface="Arial"/>
                <a:ea typeface="Arial"/>
                <a:cs typeface="Arial"/>
              </a:defRPr>
            </a:lvl2pPr>
            <a:lvl3pPr>
              <a:defRPr sz="1425" b="1">
                <a:solidFill>
                  <a:srgbClr val="D6E58A"/>
                </a:solidFill>
                <a:latin typeface="Arial"/>
                <a:ea typeface="Arial"/>
                <a:cs typeface="Arial"/>
              </a:defRPr>
            </a:lvl3pPr>
            <a:lvl4pPr>
              <a:defRPr sz="1425" b="1">
                <a:solidFill>
                  <a:srgbClr val="D6E58A"/>
                </a:solidFill>
                <a:latin typeface="Arial"/>
                <a:ea typeface="Arial"/>
                <a:cs typeface="Arial"/>
              </a:defRPr>
            </a:lvl4pPr>
            <a:lvl5pPr>
              <a:defRPr sz="1425" b="1">
                <a:solidFill>
                  <a:srgbClr val="D6E58A"/>
                </a:solidFill>
                <a:latin typeface="Arial"/>
                <a:ea typeface="Arial"/>
                <a:cs typeface="Arial"/>
              </a:defRPr>
            </a:lvl5pPr>
            <a:lvl6pPr>
              <a:defRPr sz="1425" b="1">
                <a:solidFill>
                  <a:srgbClr val="D6E58A"/>
                </a:solidFill>
                <a:latin typeface="Arial"/>
                <a:ea typeface="Arial"/>
                <a:cs typeface="Arial"/>
              </a:defRPr>
            </a:lvl6pPr>
            <a:lvl7pPr>
              <a:defRPr sz="1425" b="1">
                <a:solidFill>
                  <a:srgbClr val="D6E58A"/>
                </a:solidFill>
                <a:latin typeface="Arial"/>
                <a:ea typeface="Arial"/>
                <a:cs typeface="Arial"/>
              </a:defRPr>
            </a:lvl7pPr>
            <a:lvl8pPr>
              <a:defRPr sz="1425" b="1">
                <a:solidFill>
                  <a:srgbClr val="D6E58A"/>
                </a:solidFill>
                <a:latin typeface="Arial"/>
                <a:ea typeface="Arial"/>
                <a:cs typeface="Arial"/>
              </a:defRPr>
            </a:lvl8pPr>
            <a:lvl9pPr>
              <a:defRPr sz="1425" b="1">
                <a:solidFill>
                  <a:srgbClr val="D6E58A"/>
                </a:solidFill>
                <a:latin typeface="Arial"/>
                <a:ea typeface="Arial"/>
                <a:cs typeface="Arial"/>
              </a:defRPr>
            </a:lvl9pPr>
          </a:lstStyle>
          <a:p xmlns:a="http://schemas.openxmlformats.org/drawingml/2006/main">
            <a:pPr>
              <a:defRPr sz="1425" b="1">
                <a:solidFill>
                  <a:srgbClr val="D6E58A"/>
                </a:solidFill>
                <a:latin typeface="Arial"/>
                <a:ea typeface="Arial"/>
                <a:cs typeface="Arial"/>
              </a:defRPr>
            </a:pPr>
            <a:r>
              <a:rPr sz="1425" b="1">
                <a:solidFill>
                  <a:srgbClr val="D6E58A"/>
                </a:solidFill>
                <a:latin typeface="Arial"/>
                <a:ea typeface="Arial"/>
                <a:cs typeface="Arial"/>
              </a:rPr>
              <a:t>01</a:t>
            </a:r>
          </a:p>
        </p:txBody>
      </p:sp>
      <p:sp>
        <p:nvSpPr>
          <p:cNvPr id="6" name="">
            <a:extLst xmlns:a="http://schemas.openxmlformats.org/drawingml/2006/main">
              <a:ext uri="{FF2B5EF4-FFF2-40B4-BE49-F238E27FC236}">
                <a16:creationId xmlns:a16="http://schemas.microsoft.com/office/drawing/2014/main" id="{A17BB801-12F5-4A3B-BF12-8DF891ED9A46}"/>
              </a:ext>
            </a:extLst>
          </p:cNvPr>
          <p:cNvSpPr>
            <a:spLocks xmlns:a="http://schemas.openxmlformats.org/drawingml/2006/main" noGrp="1"/>
          </p:cNvSpPr>
          <p:nvPr/>
        </p:nvSpPr>
        <p:spPr>
          <a:xfrm xmlns:a="http://schemas.openxmlformats.org/drawingml/2006/main">
            <a:off x="742950" y="2305050"/>
            <a:ext cx="180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FFFFFF"/>
                </a:solidFill>
                <a:latin typeface="Arial"/>
                <a:ea typeface="Arial"/>
                <a:cs typeface="Arial"/>
              </a:defRPr>
            </a:defPPr>
            <a:lvl1pPr>
              <a:defRPr sz="1725" b="1">
                <a:solidFill>
                  <a:srgbClr val="FFFFFF"/>
                </a:solidFill>
                <a:latin typeface="Arial"/>
                <a:ea typeface="Arial"/>
                <a:cs typeface="Arial"/>
              </a:defRPr>
            </a:lvl1pPr>
            <a:lvl2pPr>
              <a:defRPr sz="1725" b="1">
                <a:solidFill>
                  <a:srgbClr val="FFFFFF"/>
                </a:solidFill>
                <a:latin typeface="Arial"/>
                <a:ea typeface="Arial"/>
                <a:cs typeface="Arial"/>
              </a:defRPr>
            </a:lvl2pPr>
            <a:lvl3pPr>
              <a:defRPr sz="1725" b="1">
                <a:solidFill>
                  <a:srgbClr val="FFFFFF"/>
                </a:solidFill>
                <a:latin typeface="Arial"/>
                <a:ea typeface="Arial"/>
                <a:cs typeface="Arial"/>
              </a:defRPr>
            </a:lvl3pPr>
            <a:lvl4pPr>
              <a:defRPr sz="1725" b="1">
                <a:solidFill>
                  <a:srgbClr val="FFFFFF"/>
                </a:solidFill>
                <a:latin typeface="Arial"/>
                <a:ea typeface="Arial"/>
                <a:cs typeface="Arial"/>
              </a:defRPr>
            </a:lvl4pPr>
            <a:lvl5pPr>
              <a:defRPr sz="1725" b="1">
                <a:solidFill>
                  <a:srgbClr val="FFFFFF"/>
                </a:solidFill>
                <a:latin typeface="Arial"/>
                <a:ea typeface="Arial"/>
                <a:cs typeface="Arial"/>
              </a:defRPr>
            </a:lvl5pPr>
            <a:lvl6pPr>
              <a:defRPr sz="1725" b="1">
                <a:solidFill>
                  <a:srgbClr val="FFFFFF"/>
                </a:solidFill>
                <a:latin typeface="Arial"/>
                <a:ea typeface="Arial"/>
                <a:cs typeface="Arial"/>
              </a:defRPr>
            </a:lvl6pPr>
            <a:lvl7pPr>
              <a:defRPr sz="1725" b="1">
                <a:solidFill>
                  <a:srgbClr val="FFFFFF"/>
                </a:solidFill>
                <a:latin typeface="Arial"/>
                <a:ea typeface="Arial"/>
                <a:cs typeface="Arial"/>
              </a:defRPr>
            </a:lvl7pPr>
            <a:lvl8pPr>
              <a:defRPr sz="1725" b="1">
                <a:solidFill>
                  <a:srgbClr val="FFFFFF"/>
                </a:solidFill>
                <a:latin typeface="Arial"/>
                <a:ea typeface="Arial"/>
                <a:cs typeface="Arial"/>
              </a:defRPr>
            </a:lvl8pPr>
            <a:lvl9pPr>
              <a:defRPr sz="1725" b="1">
                <a:solidFill>
                  <a:srgbClr val="FFFFFF"/>
                </a:solidFill>
                <a:latin typeface="Arial"/>
                <a:ea typeface="Arial"/>
                <a:cs typeface="Arial"/>
              </a:defRPr>
            </a:lvl9pPr>
          </a:lstStyle>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Local import</a:t>
            </a:r>
          </a:p>
        </p:txBody>
      </p:sp>
      <p:sp>
        <p:nvSpPr>
          <p:cNvPr id="7" name="">
            <a:extLst xmlns:a="http://schemas.openxmlformats.org/drawingml/2006/main">
              <a:ext uri="{FF2B5EF4-FFF2-40B4-BE49-F238E27FC236}">
                <a16:creationId xmlns:a16="http://schemas.microsoft.com/office/drawing/2014/main" id="{7A817466-59C1-4035-8CEF-B33D4759769B}"/>
              </a:ext>
            </a:extLst>
          </p:cNvPr>
          <p:cNvSpPr>
            <a:spLocks xmlns:a="http://schemas.openxmlformats.org/drawingml/2006/main" noGrp="1"/>
          </p:cNvSpPr>
          <p:nvPr/>
        </p:nvSpPr>
        <p:spPr>
          <a:xfrm xmlns:a="http://schemas.openxmlformats.org/drawingml/2006/main">
            <a:off x="742950" y="2762250"/>
            <a:ext cx="1809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PDF.js and OCR</a:t>
            </a:r>
          </a:p>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Image / PDF input</a:t>
            </a:r>
          </a:p>
        </p:txBody>
      </p:sp>
      <p:sp>
        <p:nvSpPr>
          <p:cNvPr id="8" name="">
            <a:extLst xmlns:a="http://schemas.openxmlformats.org/drawingml/2006/main">
              <a:ext uri="{FF2B5EF4-FFF2-40B4-BE49-F238E27FC236}">
                <a16:creationId xmlns:a16="http://schemas.microsoft.com/office/drawing/2014/main" id="{BCDF93D2-FB3F-4204-913B-66CB7C021DB7}"/>
              </a:ext>
            </a:extLst>
          </p:cNvPr>
          <p:cNvSpPr>
            <a:spLocks xmlns:a="http://schemas.openxmlformats.org/drawingml/2006/main" noGrp="1"/>
          </p:cNvSpPr>
          <p:nvPr/>
        </p:nvSpPr>
        <p:spPr>
          <a:xfrm xmlns:a="http://schemas.openxmlformats.org/drawingml/2006/main">
            <a:off x="2667000" y="2571750"/>
            <a:ext cx="171450" cy="0"/>
          </a:xfrm>
          <a:prstGeom xmlns:a="http://schemas.openxmlformats.org/drawingml/2006/main" prst="line">
            <a:avLst/>
          </a:prstGeom>
          <a:ln xmlns:a="http://schemas.openxmlformats.org/drawingml/2006/main" w="19050">
            <a:solidFill>
              <a:srgbClr val="789D89"/>
            </a:solidFill>
          </a:ln>
        </p:spPr>
      </p:sp>
      <p:sp>
        <p:nvSpPr>
          <p:cNvPr id="9" name="">
            <a:extLst xmlns:a="http://schemas.openxmlformats.org/drawingml/2006/main">
              <a:ext uri="{FF2B5EF4-FFF2-40B4-BE49-F238E27FC236}">
                <a16:creationId xmlns:a16="http://schemas.microsoft.com/office/drawing/2014/main" id="{9848F4B5-D315-4E0C-8042-83C92790701C}"/>
              </a:ext>
            </a:extLst>
          </p:cNvPr>
          <p:cNvSpPr>
            <a:spLocks xmlns:a="http://schemas.openxmlformats.org/drawingml/2006/main" noGrp="1"/>
          </p:cNvSpPr>
          <p:nvPr/>
        </p:nvSpPr>
        <p:spPr>
          <a:xfrm xmlns:a="http://schemas.openxmlformats.org/drawingml/2006/main">
            <a:off x="2838450" y="1828800"/>
            <a:ext cx="2057400" cy="1504950"/>
          </a:xfrm>
          <a:prstGeom xmlns:a="http://schemas.openxmlformats.org/drawingml/2006/main" prst="rect">
            <a:avLst/>
          </a:prstGeom>
          <a:solidFill xmlns:a="http://schemas.openxmlformats.org/drawingml/2006/main">
            <a:srgbClr val="1C4536"/>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8947E167-8282-44D9-8818-6F76C281E49F}"/>
              </a:ext>
            </a:extLst>
          </p:cNvPr>
          <p:cNvSpPr>
            <a:spLocks xmlns:a="http://schemas.openxmlformats.org/drawingml/2006/main" noGrp="1"/>
          </p:cNvSpPr>
          <p:nvPr/>
        </p:nvSpPr>
        <p:spPr>
          <a:xfrm xmlns:a="http://schemas.openxmlformats.org/drawingml/2006/main">
            <a:off x="2971800" y="19621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1">
                <a:solidFill>
                  <a:srgbClr val="D6E58A"/>
                </a:solidFill>
                <a:latin typeface="Arial"/>
                <a:ea typeface="Arial"/>
                <a:cs typeface="Arial"/>
              </a:defRPr>
            </a:defPPr>
            <a:lvl1pPr>
              <a:defRPr sz="1425" b="1">
                <a:solidFill>
                  <a:srgbClr val="D6E58A"/>
                </a:solidFill>
                <a:latin typeface="Arial"/>
                <a:ea typeface="Arial"/>
                <a:cs typeface="Arial"/>
              </a:defRPr>
            </a:lvl1pPr>
            <a:lvl2pPr>
              <a:defRPr sz="1425" b="1">
                <a:solidFill>
                  <a:srgbClr val="D6E58A"/>
                </a:solidFill>
                <a:latin typeface="Arial"/>
                <a:ea typeface="Arial"/>
                <a:cs typeface="Arial"/>
              </a:defRPr>
            </a:lvl2pPr>
            <a:lvl3pPr>
              <a:defRPr sz="1425" b="1">
                <a:solidFill>
                  <a:srgbClr val="D6E58A"/>
                </a:solidFill>
                <a:latin typeface="Arial"/>
                <a:ea typeface="Arial"/>
                <a:cs typeface="Arial"/>
              </a:defRPr>
            </a:lvl3pPr>
            <a:lvl4pPr>
              <a:defRPr sz="1425" b="1">
                <a:solidFill>
                  <a:srgbClr val="D6E58A"/>
                </a:solidFill>
                <a:latin typeface="Arial"/>
                <a:ea typeface="Arial"/>
                <a:cs typeface="Arial"/>
              </a:defRPr>
            </a:lvl4pPr>
            <a:lvl5pPr>
              <a:defRPr sz="1425" b="1">
                <a:solidFill>
                  <a:srgbClr val="D6E58A"/>
                </a:solidFill>
                <a:latin typeface="Arial"/>
                <a:ea typeface="Arial"/>
                <a:cs typeface="Arial"/>
              </a:defRPr>
            </a:lvl5pPr>
            <a:lvl6pPr>
              <a:defRPr sz="1425" b="1">
                <a:solidFill>
                  <a:srgbClr val="D6E58A"/>
                </a:solidFill>
                <a:latin typeface="Arial"/>
                <a:ea typeface="Arial"/>
                <a:cs typeface="Arial"/>
              </a:defRPr>
            </a:lvl6pPr>
            <a:lvl7pPr>
              <a:defRPr sz="1425" b="1">
                <a:solidFill>
                  <a:srgbClr val="D6E58A"/>
                </a:solidFill>
                <a:latin typeface="Arial"/>
                <a:ea typeface="Arial"/>
                <a:cs typeface="Arial"/>
              </a:defRPr>
            </a:lvl7pPr>
            <a:lvl8pPr>
              <a:defRPr sz="1425" b="1">
                <a:solidFill>
                  <a:srgbClr val="D6E58A"/>
                </a:solidFill>
                <a:latin typeface="Arial"/>
                <a:ea typeface="Arial"/>
                <a:cs typeface="Arial"/>
              </a:defRPr>
            </a:lvl8pPr>
            <a:lvl9pPr>
              <a:defRPr sz="1425" b="1">
                <a:solidFill>
                  <a:srgbClr val="D6E58A"/>
                </a:solidFill>
                <a:latin typeface="Arial"/>
                <a:ea typeface="Arial"/>
                <a:cs typeface="Arial"/>
              </a:defRPr>
            </a:lvl9pPr>
          </a:lstStyle>
          <a:p xmlns:a="http://schemas.openxmlformats.org/drawingml/2006/main">
            <a:pPr>
              <a:defRPr sz="1425" b="1">
                <a:solidFill>
                  <a:srgbClr val="D6E58A"/>
                </a:solidFill>
                <a:latin typeface="Arial"/>
                <a:ea typeface="Arial"/>
                <a:cs typeface="Arial"/>
              </a:defRPr>
            </a:pPr>
            <a:r>
              <a:rPr sz="1425" b="1">
                <a:solidFill>
                  <a:srgbClr val="D6E58A"/>
                </a:solidFill>
                <a:latin typeface="Arial"/>
                <a:ea typeface="Arial"/>
                <a:cs typeface="Arial"/>
              </a:rPr>
              <a:t>02</a:t>
            </a:r>
          </a:p>
        </p:txBody>
      </p:sp>
      <p:sp>
        <p:nvSpPr>
          <p:cNvPr id="11" name="">
            <a:extLst xmlns:a="http://schemas.openxmlformats.org/drawingml/2006/main">
              <a:ext uri="{FF2B5EF4-FFF2-40B4-BE49-F238E27FC236}">
                <a16:creationId xmlns:a16="http://schemas.microsoft.com/office/drawing/2014/main" id="{BF8B6C71-E09F-4B42-A613-EB02BCD1EB36}"/>
              </a:ext>
            </a:extLst>
          </p:cNvPr>
          <p:cNvSpPr>
            <a:spLocks xmlns:a="http://schemas.openxmlformats.org/drawingml/2006/main" noGrp="1"/>
          </p:cNvSpPr>
          <p:nvPr/>
        </p:nvSpPr>
        <p:spPr>
          <a:xfrm xmlns:a="http://schemas.openxmlformats.org/drawingml/2006/main">
            <a:off x="2971800" y="2305050"/>
            <a:ext cx="180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FFFFFF"/>
                </a:solidFill>
                <a:latin typeface="Arial"/>
                <a:ea typeface="Arial"/>
                <a:cs typeface="Arial"/>
              </a:defRPr>
            </a:defPPr>
            <a:lvl1pPr>
              <a:defRPr sz="1725" b="1">
                <a:solidFill>
                  <a:srgbClr val="FFFFFF"/>
                </a:solidFill>
                <a:latin typeface="Arial"/>
                <a:ea typeface="Arial"/>
                <a:cs typeface="Arial"/>
              </a:defRPr>
            </a:lvl1pPr>
            <a:lvl2pPr>
              <a:defRPr sz="1725" b="1">
                <a:solidFill>
                  <a:srgbClr val="FFFFFF"/>
                </a:solidFill>
                <a:latin typeface="Arial"/>
                <a:ea typeface="Arial"/>
                <a:cs typeface="Arial"/>
              </a:defRPr>
            </a:lvl2pPr>
            <a:lvl3pPr>
              <a:defRPr sz="1725" b="1">
                <a:solidFill>
                  <a:srgbClr val="FFFFFF"/>
                </a:solidFill>
                <a:latin typeface="Arial"/>
                <a:ea typeface="Arial"/>
                <a:cs typeface="Arial"/>
              </a:defRPr>
            </a:lvl3pPr>
            <a:lvl4pPr>
              <a:defRPr sz="1725" b="1">
                <a:solidFill>
                  <a:srgbClr val="FFFFFF"/>
                </a:solidFill>
                <a:latin typeface="Arial"/>
                <a:ea typeface="Arial"/>
                <a:cs typeface="Arial"/>
              </a:defRPr>
            </a:lvl4pPr>
            <a:lvl5pPr>
              <a:defRPr sz="1725" b="1">
                <a:solidFill>
                  <a:srgbClr val="FFFFFF"/>
                </a:solidFill>
                <a:latin typeface="Arial"/>
                <a:ea typeface="Arial"/>
                <a:cs typeface="Arial"/>
              </a:defRPr>
            </a:lvl5pPr>
            <a:lvl6pPr>
              <a:defRPr sz="1725" b="1">
                <a:solidFill>
                  <a:srgbClr val="FFFFFF"/>
                </a:solidFill>
                <a:latin typeface="Arial"/>
                <a:ea typeface="Arial"/>
                <a:cs typeface="Arial"/>
              </a:defRPr>
            </a:lvl6pPr>
            <a:lvl7pPr>
              <a:defRPr sz="1725" b="1">
                <a:solidFill>
                  <a:srgbClr val="FFFFFF"/>
                </a:solidFill>
                <a:latin typeface="Arial"/>
                <a:ea typeface="Arial"/>
                <a:cs typeface="Arial"/>
              </a:defRPr>
            </a:lvl7pPr>
            <a:lvl8pPr>
              <a:defRPr sz="1725" b="1">
                <a:solidFill>
                  <a:srgbClr val="FFFFFF"/>
                </a:solidFill>
                <a:latin typeface="Arial"/>
                <a:ea typeface="Arial"/>
                <a:cs typeface="Arial"/>
              </a:defRPr>
            </a:lvl8pPr>
            <a:lvl9pPr>
              <a:defRPr sz="1725" b="1">
                <a:solidFill>
                  <a:srgbClr val="FFFFFF"/>
                </a:solidFill>
                <a:latin typeface="Arial"/>
                <a:ea typeface="Arial"/>
                <a:cs typeface="Arial"/>
              </a:defRPr>
            </a:lvl9pPr>
          </a:lstStyle>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Human review</a:t>
            </a:r>
          </a:p>
        </p:txBody>
      </p:sp>
      <p:sp>
        <p:nvSpPr>
          <p:cNvPr id="12" name="">
            <a:extLst xmlns:a="http://schemas.openxmlformats.org/drawingml/2006/main">
              <a:ext uri="{FF2B5EF4-FFF2-40B4-BE49-F238E27FC236}">
                <a16:creationId xmlns:a16="http://schemas.microsoft.com/office/drawing/2014/main" id="{0B90D863-F4DC-4455-A0AF-24F26D5F877E}"/>
              </a:ext>
            </a:extLst>
          </p:cNvPr>
          <p:cNvSpPr>
            <a:spLocks xmlns:a="http://schemas.openxmlformats.org/drawingml/2006/main" noGrp="1"/>
          </p:cNvSpPr>
          <p:nvPr/>
        </p:nvSpPr>
        <p:spPr>
          <a:xfrm xmlns:a="http://schemas.openxmlformats.org/drawingml/2006/main">
            <a:off x="2971800" y="2762250"/>
            <a:ext cx="1809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Classes, dates,</a:t>
            </a:r>
          </a:p>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weeks and rooms</a:t>
            </a:r>
          </a:p>
        </p:txBody>
      </p:sp>
      <p:sp>
        <p:nvSpPr>
          <p:cNvPr id="13" name="">
            <a:extLst xmlns:a="http://schemas.openxmlformats.org/drawingml/2006/main">
              <a:ext uri="{FF2B5EF4-FFF2-40B4-BE49-F238E27FC236}">
                <a16:creationId xmlns:a16="http://schemas.microsoft.com/office/drawing/2014/main" id="{95EE16C6-B6E0-466A-8CB7-E93E03F17A18}"/>
              </a:ext>
            </a:extLst>
          </p:cNvPr>
          <p:cNvSpPr>
            <a:spLocks xmlns:a="http://schemas.openxmlformats.org/drawingml/2006/main" noGrp="1"/>
          </p:cNvSpPr>
          <p:nvPr/>
        </p:nvSpPr>
        <p:spPr>
          <a:xfrm xmlns:a="http://schemas.openxmlformats.org/drawingml/2006/main">
            <a:off x="4895850" y="2571750"/>
            <a:ext cx="171450" cy="0"/>
          </a:xfrm>
          <a:prstGeom xmlns:a="http://schemas.openxmlformats.org/drawingml/2006/main" prst="line">
            <a:avLst/>
          </a:prstGeom>
          <a:ln xmlns:a="http://schemas.openxmlformats.org/drawingml/2006/main" w="19050">
            <a:solidFill>
              <a:srgbClr val="789D89"/>
            </a:solidFill>
          </a:ln>
        </p:spPr>
      </p:sp>
      <p:sp>
        <p:nvSpPr>
          <p:cNvPr id="14" name="">
            <a:extLst xmlns:a="http://schemas.openxmlformats.org/drawingml/2006/main">
              <a:ext uri="{FF2B5EF4-FFF2-40B4-BE49-F238E27FC236}">
                <a16:creationId xmlns:a16="http://schemas.microsoft.com/office/drawing/2014/main" id="{76C20C3F-D2F2-4FFE-96D5-E26EC78F9516}"/>
              </a:ext>
            </a:extLst>
          </p:cNvPr>
          <p:cNvSpPr>
            <a:spLocks xmlns:a="http://schemas.openxmlformats.org/drawingml/2006/main" noGrp="1"/>
          </p:cNvSpPr>
          <p:nvPr/>
        </p:nvSpPr>
        <p:spPr>
          <a:xfrm xmlns:a="http://schemas.openxmlformats.org/drawingml/2006/main">
            <a:off x="5067300" y="1828800"/>
            <a:ext cx="2057400" cy="1504950"/>
          </a:xfrm>
          <a:prstGeom xmlns:a="http://schemas.openxmlformats.org/drawingml/2006/main" prst="rect">
            <a:avLst/>
          </a:prstGeom>
          <a:solidFill xmlns:a="http://schemas.openxmlformats.org/drawingml/2006/main">
            <a:srgbClr val="1C4536"/>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6631DEC-8BAD-46BD-82ED-5BD3F17BA98D}"/>
              </a:ext>
            </a:extLst>
          </p:cNvPr>
          <p:cNvSpPr>
            <a:spLocks xmlns:a="http://schemas.openxmlformats.org/drawingml/2006/main" noGrp="1"/>
          </p:cNvSpPr>
          <p:nvPr/>
        </p:nvSpPr>
        <p:spPr>
          <a:xfrm xmlns:a="http://schemas.openxmlformats.org/drawingml/2006/main">
            <a:off x="5200650" y="19621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1">
                <a:solidFill>
                  <a:srgbClr val="D6E58A"/>
                </a:solidFill>
                <a:latin typeface="Arial"/>
                <a:ea typeface="Arial"/>
                <a:cs typeface="Arial"/>
              </a:defRPr>
            </a:defPPr>
            <a:lvl1pPr>
              <a:defRPr sz="1425" b="1">
                <a:solidFill>
                  <a:srgbClr val="D6E58A"/>
                </a:solidFill>
                <a:latin typeface="Arial"/>
                <a:ea typeface="Arial"/>
                <a:cs typeface="Arial"/>
              </a:defRPr>
            </a:lvl1pPr>
            <a:lvl2pPr>
              <a:defRPr sz="1425" b="1">
                <a:solidFill>
                  <a:srgbClr val="D6E58A"/>
                </a:solidFill>
                <a:latin typeface="Arial"/>
                <a:ea typeface="Arial"/>
                <a:cs typeface="Arial"/>
              </a:defRPr>
            </a:lvl2pPr>
            <a:lvl3pPr>
              <a:defRPr sz="1425" b="1">
                <a:solidFill>
                  <a:srgbClr val="D6E58A"/>
                </a:solidFill>
                <a:latin typeface="Arial"/>
                <a:ea typeface="Arial"/>
                <a:cs typeface="Arial"/>
              </a:defRPr>
            </a:lvl3pPr>
            <a:lvl4pPr>
              <a:defRPr sz="1425" b="1">
                <a:solidFill>
                  <a:srgbClr val="D6E58A"/>
                </a:solidFill>
                <a:latin typeface="Arial"/>
                <a:ea typeface="Arial"/>
                <a:cs typeface="Arial"/>
              </a:defRPr>
            </a:lvl4pPr>
            <a:lvl5pPr>
              <a:defRPr sz="1425" b="1">
                <a:solidFill>
                  <a:srgbClr val="D6E58A"/>
                </a:solidFill>
                <a:latin typeface="Arial"/>
                <a:ea typeface="Arial"/>
                <a:cs typeface="Arial"/>
              </a:defRPr>
            </a:lvl5pPr>
            <a:lvl6pPr>
              <a:defRPr sz="1425" b="1">
                <a:solidFill>
                  <a:srgbClr val="D6E58A"/>
                </a:solidFill>
                <a:latin typeface="Arial"/>
                <a:ea typeface="Arial"/>
                <a:cs typeface="Arial"/>
              </a:defRPr>
            </a:lvl6pPr>
            <a:lvl7pPr>
              <a:defRPr sz="1425" b="1">
                <a:solidFill>
                  <a:srgbClr val="D6E58A"/>
                </a:solidFill>
                <a:latin typeface="Arial"/>
                <a:ea typeface="Arial"/>
                <a:cs typeface="Arial"/>
              </a:defRPr>
            </a:lvl7pPr>
            <a:lvl8pPr>
              <a:defRPr sz="1425" b="1">
                <a:solidFill>
                  <a:srgbClr val="D6E58A"/>
                </a:solidFill>
                <a:latin typeface="Arial"/>
                <a:ea typeface="Arial"/>
                <a:cs typeface="Arial"/>
              </a:defRPr>
            </a:lvl8pPr>
            <a:lvl9pPr>
              <a:defRPr sz="1425" b="1">
                <a:solidFill>
                  <a:srgbClr val="D6E58A"/>
                </a:solidFill>
                <a:latin typeface="Arial"/>
                <a:ea typeface="Arial"/>
                <a:cs typeface="Arial"/>
              </a:defRPr>
            </a:lvl9pPr>
          </a:lstStyle>
          <a:p xmlns:a="http://schemas.openxmlformats.org/drawingml/2006/main">
            <a:pPr>
              <a:defRPr sz="1425" b="1">
                <a:solidFill>
                  <a:srgbClr val="D6E58A"/>
                </a:solidFill>
                <a:latin typeface="Arial"/>
                <a:ea typeface="Arial"/>
                <a:cs typeface="Arial"/>
              </a:defRPr>
            </a:pPr>
            <a:r>
              <a:rPr sz="1425" b="1">
                <a:solidFill>
                  <a:srgbClr val="D6E58A"/>
                </a:solidFill>
                <a:latin typeface="Arial"/>
                <a:ea typeface="Arial"/>
                <a:cs typeface="Arial"/>
              </a:rPr>
              <a:t>03</a:t>
            </a:r>
          </a:p>
        </p:txBody>
      </p:sp>
      <p:sp>
        <p:nvSpPr>
          <p:cNvPr id="16" name="">
            <a:extLst xmlns:a="http://schemas.openxmlformats.org/drawingml/2006/main">
              <a:ext uri="{FF2B5EF4-FFF2-40B4-BE49-F238E27FC236}">
                <a16:creationId xmlns:a16="http://schemas.microsoft.com/office/drawing/2014/main" id="{19E32F66-63C4-4E1E-BFD6-2C8866A106E7}"/>
              </a:ext>
            </a:extLst>
          </p:cNvPr>
          <p:cNvSpPr>
            <a:spLocks xmlns:a="http://schemas.openxmlformats.org/drawingml/2006/main" noGrp="1"/>
          </p:cNvSpPr>
          <p:nvPr/>
        </p:nvSpPr>
        <p:spPr>
          <a:xfrm xmlns:a="http://schemas.openxmlformats.org/drawingml/2006/main">
            <a:off x="5200650" y="2305050"/>
            <a:ext cx="180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FFFFFF"/>
                </a:solidFill>
                <a:latin typeface="Arial"/>
                <a:ea typeface="Arial"/>
                <a:cs typeface="Arial"/>
              </a:defRPr>
            </a:defPPr>
            <a:lvl1pPr>
              <a:defRPr sz="1725" b="1">
                <a:solidFill>
                  <a:srgbClr val="FFFFFF"/>
                </a:solidFill>
                <a:latin typeface="Arial"/>
                <a:ea typeface="Arial"/>
                <a:cs typeface="Arial"/>
              </a:defRPr>
            </a:lvl1pPr>
            <a:lvl2pPr>
              <a:defRPr sz="1725" b="1">
                <a:solidFill>
                  <a:srgbClr val="FFFFFF"/>
                </a:solidFill>
                <a:latin typeface="Arial"/>
                <a:ea typeface="Arial"/>
                <a:cs typeface="Arial"/>
              </a:defRPr>
            </a:lvl2pPr>
            <a:lvl3pPr>
              <a:defRPr sz="1725" b="1">
                <a:solidFill>
                  <a:srgbClr val="FFFFFF"/>
                </a:solidFill>
                <a:latin typeface="Arial"/>
                <a:ea typeface="Arial"/>
                <a:cs typeface="Arial"/>
              </a:defRPr>
            </a:lvl3pPr>
            <a:lvl4pPr>
              <a:defRPr sz="1725" b="1">
                <a:solidFill>
                  <a:srgbClr val="FFFFFF"/>
                </a:solidFill>
                <a:latin typeface="Arial"/>
                <a:ea typeface="Arial"/>
                <a:cs typeface="Arial"/>
              </a:defRPr>
            </a:lvl4pPr>
            <a:lvl5pPr>
              <a:defRPr sz="1725" b="1">
                <a:solidFill>
                  <a:srgbClr val="FFFFFF"/>
                </a:solidFill>
                <a:latin typeface="Arial"/>
                <a:ea typeface="Arial"/>
                <a:cs typeface="Arial"/>
              </a:defRPr>
            </a:lvl5pPr>
            <a:lvl6pPr>
              <a:defRPr sz="1725" b="1">
                <a:solidFill>
                  <a:srgbClr val="FFFFFF"/>
                </a:solidFill>
                <a:latin typeface="Arial"/>
                <a:ea typeface="Arial"/>
                <a:cs typeface="Arial"/>
              </a:defRPr>
            </a:lvl6pPr>
            <a:lvl7pPr>
              <a:defRPr sz="1725" b="1">
                <a:solidFill>
                  <a:srgbClr val="FFFFFF"/>
                </a:solidFill>
                <a:latin typeface="Arial"/>
                <a:ea typeface="Arial"/>
                <a:cs typeface="Arial"/>
              </a:defRPr>
            </a:lvl7pPr>
            <a:lvl8pPr>
              <a:defRPr sz="1725" b="1">
                <a:solidFill>
                  <a:srgbClr val="FFFFFF"/>
                </a:solidFill>
                <a:latin typeface="Arial"/>
                <a:ea typeface="Arial"/>
                <a:cs typeface="Arial"/>
              </a:defRPr>
            </a:lvl8pPr>
            <a:lvl9pPr>
              <a:defRPr sz="1725" b="1">
                <a:solidFill>
                  <a:srgbClr val="FFFFFF"/>
                </a:solidFill>
                <a:latin typeface="Arial"/>
                <a:ea typeface="Arial"/>
                <a:cs typeface="Arial"/>
              </a:defRPr>
            </a:lvl9pPr>
          </a:lstStyle>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Constraint filter</a:t>
            </a:r>
          </a:p>
        </p:txBody>
      </p:sp>
      <p:sp>
        <p:nvSpPr>
          <p:cNvPr id="17" name="">
            <a:extLst xmlns:a="http://schemas.openxmlformats.org/drawingml/2006/main">
              <a:ext uri="{FF2B5EF4-FFF2-40B4-BE49-F238E27FC236}">
                <a16:creationId xmlns:a16="http://schemas.microsoft.com/office/drawing/2014/main" id="{8E964B81-4FF0-43C8-A711-915A2814BDDE}"/>
              </a:ext>
            </a:extLst>
          </p:cNvPr>
          <p:cNvSpPr>
            <a:spLocks xmlns:a="http://schemas.openxmlformats.org/drawingml/2006/main" noGrp="1"/>
          </p:cNvSpPr>
          <p:nvPr/>
        </p:nvSpPr>
        <p:spPr>
          <a:xfrm xmlns:a="http://schemas.openxmlformats.org/drawingml/2006/main">
            <a:off x="5200650" y="2762250"/>
            <a:ext cx="1809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Availability, calendars</a:t>
            </a:r>
          </a:p>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and existing bookings</a:t>
            </a:r>
          </a:p>
        </p:txBody>
      </p:sp>
      <p:sp>
        <p:nvSpPr>
          <p:cNvPr id="18" name="">
            <a:extLst xmlns:a="http://schemas.openxmlformats.org/drawingml/2006/main">
              <a:ext uri="{FF2B5EF4-FFF2-40B4-BE49-F238E27FC236}">
                <a16:creationId xmlns:a16="http://schemas.microsoft.com/office/drawing/2014/main" id="{E7B9729A-D886-4AC2-AFEF-CAA7B3A0E309}"/>
              </a:ext>
            </a:extLst>
          </p:cNvPr>
          <p:cNvSpPr>
            <a:spLocks xmlns:a="http://schemas.openxmlformats.org/drawingml/2006/main" noGrp="1"/>
          </p:cNvSpPr>
          <p:nvPr/>
        </p:nvSpPr>
        <p:spPr>
          <a:xfrm xmlns:a="http://schemas.openxmlformats.org/drawingml/2006/main">
            <a:off x="7124700" y="2571750"/>
            <a:ext cx="171450" cy="0"/>
          </a:xfrm>
          <a:prstGeom xmlns:a="http://schemas.openxmlformats.org/drawingml/2006/main" prst="line">
            <a:avLst/>
          </a:prstGeom>
          <a:ln xmlns:a="http://schemas.openxmlformats.org/drawingml/2006/main" w="19050">
            <a:solidFill>
              <a:srgbClr val="789D89"/>
            </a:solidFill>
          </a:ln>
        </p:spPr>
      </p:sp>
      <p:sp>
        <p:nvSpPr>
          <p:cNvPr id="19" name="">
            <a:extLst xmlns:a="http://schemas.openxmlformats.org/drawingml/2006/main">
              <a:ext uri="{FF2B5EF4-FFF2-40B4-BE49-F238E27FC236}">
                <a16:creationId xmlns:a16="http://schemas.microsoft.com/office/drawing/2014/main" id="{79FED71B-4FA2-4900-B7BC-589FC853934F}"/>
              </a:ext>
            </a:extLst>
          </p:cNvPr>
          <p:cNvSpPr>
            <a:spLocks xmlns:a="http://schemas.openxmlformats.org/drawingml/2006/main" noGrp="1"/>
          </p:cNvSpPr>
          <p:nvPr/>
        </p:nvSpPr>
        <p:spPr>
          <a:xfrm xmlns:a="http://schemas.openxmlformats.org/drawingml/2006/main">
            <a:off x="7296150" y="1828800"/>
            <a:ext cx="2057400" cy="1504950"/>
          </a:xfrm>
          <a:prstGeom xmlns:a="http://schemas.openxmlformats.org/drawingml/2006/main" prst="rect">
            <a:avLst/>
          </a:prstGeom>
          <a:solidFill xmlns:a="http://schemas.openxmlformats.org/drawingml/2006/main">
            <a:srgbClr val="24634D"/>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F7D4539-1960-493B-B3C2-3DC2B987EE01}"/>
              </a:ext>
            </a:extLst>
          </p:cNvPr>
          <p:cNvSpPr>
            <a:spLocks xmlns:a="http://schemas.openxmlformats.org/drawingml/2006/main" noGrp="1"/>
          </p:cNvSpPr>
          <p:nvPr/>
        </p:nvSpPr>
        <p:spPr>
          <a:xfrm xmlns:a="http://schemas.openxmlformats.org/drawingml/2006/main">
            <a:off x="7429500" y="19621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1">
                <a:solidFill>
                  <a:srgbClr val="D6E58A"/>
                </a:solidFill>
                <a:latin typeface="Arial"/>
                <a:ea typeface="Arial"/>
                <a:cs typeface="Arial"/>
              </a:defRPr>
            </a:defPPr>
            <a:lvl1pPr>
              <a:defRPr sz="1425" b="1">
                <a:solidFill>
                  <a:srgbClr val="D6E58A"/>
                </a:solidFill>
                <a:latin typeface="Arial"/>
                <a:ea typeface="Arial"/>
                <a:cs typeface="Arial"/>
              </a:defRPr>
            </a:lvl1pPr>
            <a:lvl2pPr>
              <a:defRPr sz="1425" b="1">
                <a:solidFill>
                  <a:srgbClr val="D6E58A"/>
                </a:solidFill>
                <a:latin typeface="Arial"/>
                <a:ea typeface="Arial"/>
                <a:cs typeface="Arial"/>
              </a:defRPr>
            </a:lvl2pPr>
            <a:lvl3pPr>
              <a:defRPr sz="1425" b="1">
                <a:solidFill>
                  <a:srgbClr val="D6E58A"/>
                </a:solidFill>
                <a:latin typeface="Arial"/>
                <a:ea typeface="Arial"/>
                <a:cs typeface="Arial"/>
              </a:defRPr>
            </a:lvl3pPr>
            <a:lvl4pPr>
              <a:defRPr sz="1425" b="1">
                <a:solidFill>
                  <a:srgbClr val="D6E58A"/>
                </a:solidFill>
                <a:latin typeface="Arial"/>
                <a:ea typeface="Arial"/>
                <a:cs typeface="Arial"/>
              </a:defRPr>
            </a:lvl4pPr>
            <a:lvl5pPr>
              <a:defRPr sz="1425" b="1">
                <a:solidFill>
                  <a:srgbClr val="D6E58A"/>
                </a:solidFill>
                <a:latin typeface="Arial"/>
                <a:ea typeface="Arial"/>
                <a:cs typeface="Arial"/>
              </a:defRPr>
            </a:lvl5pPr>
            <a:lvl6pPr>
              <a:defRPr sz="1425" b="1">
                <a:solidFill>
                  <a:srgbClr val="D6E58A"/>
                </a:solidFill>
                <a:latin typeface="Arial"/>
                <a:ea typeface="Arial"/>
                <a:cs typeface="Arial"/>
              </a:defRPr>
            </a:lvl6pPr>
            <a:lvl7pPr>
              <a:defRPr sz="1425" b="1">
                <a:solidFill>
                  <a:srgbClr val="D6E58A"/>
                </a:solidFill>
                <a:latin typeface="Arial"/>
                <a:ea typeface="Arial"/>
                <a:cs typeface="Arial"/>
              </a:defRPr>
            </a:lvl7pPr>
            <a:lvl8pPr>
              <a:defRPr sz="1425" b="1">
                <a:solidFill>
                  <a:srgbClr val="D6E58A"/>
                </a:solidFill>
                <a:latin typeface="Arial"/>
                <a:ea typeface="Arial"/>
                <a:cs typeface="Arial"/>
              </a:defRPr>
            </a:lvl8pPr>
            <a:lvl9pPr>
              <a:defRPr sz="1425" b="1">
                <a:solidFill>
                  <a:srgbClr val="D6E58A"/>
                </a:solidFill>
                <a:latin typeface="Arial"/>
                <a:ea typeface="Arial"/>
                <a:cs typeface="Arial"/>
              </a:defRPr>
            </a:lvl9pPr>
          </a:lstStyle>
          <a:p xmlns:a="http://schemas.openxmlformats.org/drawingml/2006/main">
            <a:pPr>
              <a:defRPr sz="1425" b="1">
                <a:solidFill>
                  <a:srgbClr val="D6E58A"/>
                </a:solidFill>
                <a:latin typeface="Arial"/>
                <a:ea typeface="Arial"/>
                <a:cs typeface="Arial"/>
              </a:defRPr>
            </a:pPr>
            <a:r>
              <a:rPr sz="1425" b="1">
                <a:solidFill>
                  <a:srgbClr val="D6E58A"/>
                </a:solidFill>
                <a:latin typeface="Arial"/>
                <a:ea typeface="Arial"/>
                <a:cs typeface="Arial"/>
              </a:rPr>
              <a:t>04</a:t>
            </a:r>
          </a:p>
        </p:txBody>
      </p:sp>
      <p:sp>
        <p:nvSpPr>
          <p:cNvPr id="21" name="">
            <a:extLst xmlns:a="http://schemas.openxmlformats.org/drawingml/2006/main">
              <a:ext uri="{FF2B5EF4-FFF2-40B4-BE49-F238E27FC236}">
                <a16:creationId xmlns:a16="http://schemas.microsoft.com/office/drawing/2014/main" id="{23BAB570-6B91-4977-9ABD-F8A6D85CEE2F}"/>
              </a:ext>
            </a:extLst>
          </p:cNvPr>
          <p:cNvSpPr>
            <a:spLocks xmlns:a="http://schemas.openxmlformats.org/drawingml/2006/main" noGrp="1"/>
          </p:cNvSpPr>
          <p:nvPr/>
        </p:nvSpPr>
        <p:spPr>
          <a:xfrm xmlns:a="http://schemas.openxmlformats.org/drawingml/2006/main">
            <a:off x="7429500" y="2305050"/>
            <a:ext cx="180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FFFFFF"/>
                </a:solidFill>
                <a:latin typeface="Arial"/>
                <a:ea typeface="Arial"/>
                <a:cs typeface="Arial"/>
              </a:defRPr>
            </a:defPPr>
            <a:lvl1pPr>
              <a:defRPr sz="1725" b="1">
                <a:solidFill>
                  <a:srgbClr val="FFFFFF"/>
                </a:solidFill>
                <a:latin typeface="Arial"/>
                <a:ea typeface="Arial"/>
                <a:cs typeface="Arial"/>
              </a:defRPr>
            </a:lvl1pPr>
            <a:lvl2pPr>
              <a:defRPr sz="1725" b="1">
                <a:solidFill>
                  <a:srgbClr val="FFFFFF"/>
                </a:solidFill>
                <a:latin typeface="Arial"/>
                <a:ea typeface="Arial"/>
                <a:cs typeface="Arial"/>
              </a:defRPr>
            </a:lvl2pPr>
            <a:lvl3pPr>
              <a:defRPr sz="1725" b="1">
                <a:solidFill>
                  <a:srgbClr val="FFFFFF"/>
                </a:solidFill>
                <a:latin typeface="Arial"/>
                <a:ea typeface="Arial"/>
                <a:cs typeface="Arial"/>
              </a:defRPr>
            </a:lvl3pPr>
            <a:lvl4pPr>
              <a:defRPr sz="1725" b="1">
                <a:solidFill>
                  <a:srgbClr val="FFFFFF"/>
                </a:solidFill>
                <a:latin typeface="Arial"/>
                <a:ea typeface="Arial"/>
                <a:cs typeface="Arial"/>
              </a:defRPr>
            </a:lvl4pPr>
            <a:lvl5pPr>
              <a:defRPr sz="1725" b="1">
                <a:solidFill>
                  <a:srgbClr val="FFFFFF"/>
                </a:solidFill>
                <a:latin typeface="Arial"/>
                <a:ea typeface="Arial"/>
                <a:cs typeface="Arial"/>
              </a:defRPr>
            </a:lvl5pPr>
            <a:lvl6pPr>
              <a:defRPr sz="1725" b="1">
                <a:solidFill>
                  <a:srgbClr val="FFFFFF"/>
                </a:solidFill>
                <a:latin typeface="Arial"/>
                <a:ea typeface="Arial"/>
                <a:cs typeface="Arial"/>
              </a:defRPr>
            </a:lvl6pPr>
            <a:lvl7pPr>
              <a:defRPr sz="1725" b="1">
                <a:solidFill>
                  <a:srgbClr val="FFFFFF"/>
                </a:solidFill>
                <a:latin typeface="Arial"/>
                <a:ea typeface="Arial"/>
                <a:cs typeface="Arial"/>
              </a:defRPr>
            </a:lvl7pPr>
            <a:lvl8pPr>
              <a:defRPr sz="1725" b="1">
                <a:solidFill>
                  <a:srgbClr val="FFFFFF"/>
                </a:solidFill>
                <a:latin typeface="Arial"/>
                <a:ea typeface="Arial"/>
                <a:cs typeface="Arial"/>
              </a:defRPr>
            </a:lvl8pPr>
            <a:lvl9pPr>
              <a:defRPr sz="1725" b="1">
                <a:solidFill>
                  <a:srgbClr val="FFFFFF"/>
                </a:solidFill>
                <a:latin typeface="Arial"/>
                <a:ea typeface="Arial"/>
                <a:cs typeface="Arial"/>
              </a:defRPr>
            </a:lvl9pPr>
          </a:lstStyle>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Ranked options</a:t>
            </a:r>
          </a:p>
        </p:txBody>
      </p:sp>
      <p:sp>
        <p:nvSpPr>
          <p:cNvPr id="22" name="">
            <a:extLst xmlns:a="http://schemas.openxmlformats.org/drawingml/2006/main">
              <a:ext uri="{FF2B5EF4-FFF2-40B4-BE49-F238E27FC236}">
                <a16:creationId xmlns:a16="http://schemas.microsoft.com/office/drawing/2014/main" id="{ED3C90FE-EF4E-4BBD-9153-F32F016D157B}"/>
              </a:ext>
            </a:extLst>
          </p:cNvPr>
          <p:cNvSpPr>
            <a:spLocks xmlns:a="http://schemas.openxmlformats.org/drawingml/2006/main" noGrp="1"/>
          </p:cNvSpPr>
          <p:nvPr/>
        </p:nvSpPr>
        <p:spPr>
          <a:xfrm xmlns:a="http://schemas.openxmlformats.org/drawingml/2006/main">
            <a:off x="7429500" y="2762250"/>
            <a:ext cx="1809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Up to four options</a:t>
            </a:r>
          </a:p>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Public handoff points</a:t>
            </a:r>
          </a:p>
        </p:txBody>
      </p:sp>
      <p:sp>
        <p:nvSpPr>
          <p:cNvPr id="23" name="">
            <a:extLst xmlns:a="http://schemas.openxmlformats.org/drawingml/2006/main">
              <a:ext uri="{FF2B5EF4-FFF2-40B4-BE49-F238E27FC236}">
                <a16:creationId xmlns:a16="http://schemas.microsoft.com/office/drawing/2014/main" id="{0F3F7B37-5EF1-43C9-8659-30B4C55C471C}"/>
              </a:ext>
            </a:extLst>
          </p:cNvPr>
          <p:cNvSpPr>
            <a:spLocks xmlns:a="http://schemas.openxmlformats.org/drawingml/2006/main" noGrp="1"/>
          </p:cNvSpPr>
          <p:nvPr/>
        </p:nvSpPr>
        <p:spPr>
          <a:xfrm xmlns:a="http://schemas.openxmlformats.org/drawingml/2006/main">
            <a:off x="9353550" y="2571750"/>
            <a:ext cx="171450" cy="0"/>
          </a:xfrm>
          <a:prstGeom xmlns:a="http://schemas.openxmlformats.org/drawingml/2006/main" prst="line">
            <a:avLst/>
          </a:prstGeom>
          <a:ln xmlns:a="http://schemas.openxmlformats.org/drawingml/2006/main" w="19050">
            <a:solidFill>
              <a:srgbClr val="789D89"/>
            </a:solidFill>
          </a:ln>
        </p:spPr>
      </p:sp>
      <p:sp>
        <p:nvSpPr>
          <p:cNvPr id="24" name="">
            <a:extLst xmlns:a="http://schemas.openxmlformats.org/drawingml/2006/main">
              <a:ext uri="{FF2B5EF4-FFF2-40B4-BE49-F238E27FC236}">
                <a16:creationId xmlns:a16="http://schemas.microsoft.com/office/drawing/2014/main" id="{092819DC-8B00-4E3A-A4CA-C963E7BB3AB1}"/>
              </a:ext>
            </a:extLst>
          </p:cNvPr>
          <p:cNvSpPr>
            <a:spLocks xmlns:a="http://schemas.openxmlformats.org/drawingml/2006/main" noGrp="1"/>
          </p:cNvSpPr>
          <p:nvPr/>
        </p:nvSpPr>
        <p:spPr>
          <a:xfrm xmlns:a="http://schemas.openxmlformats.org/drawingml/2006/main">
            <a:off x="9525000" y="1828800"/>
            <a:ext cx="2057400" cy="1504950"/>
          </a:xfrm>
          <a:prstGeom xmlns:a="http://schemas.openxmlformats.org/drawingml/2006/main" prst="rect">
            <a:avLst/>
          </a:prstGeom>
          <a:solidFill xmlns:a="http://schemas.openxmlformats.org/drawingml/2006/main">
            <a:srgbClr val="1C4536"/>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96D43C9-A50B-4109-9B39-AD6D90F572CD}"/>
              </a:ext>
            </a:extLst>
          </p:cNvPr>
          <p:cNvSpPr>
            <a:spLocks xmlns:a="http://schemas.openxmlformats.org/drawingml/2006/main" noGrp="1"/>
          </p:cNvSpPr>
          <p:nvPr/>
        </p:nvSpPr>
        <p:spPr>
          <a:xfrm xmlns:a="http://schemas.openxmlformats.org/drawingml/2006/main">
            <a:off x="9658350" y="1962150"/>
            <a:ext cx="1809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1">
                <a:solidFill>
                  <a:srgbClr val="D6E58A"/>
                </a:solidFill>
                <a:latin typeface="Arial"/>
                <a:ea typeface="Arial"/>
                <a:cs typeface="Arial"/>
              </a:defRPr>
            </a:defPPr>
            <a:lvl1pPr>
              <a:defRPr sz="1425" b="1">
                <a:solidFill>
                  <a:srgbClr val="D6E58A"/>
                </a:solidFill>
                <a:latin typeface="Arial"/>
                <a:ea typeface="Arial"/>
                <a:cs typeface="Arial"/>
              </a:defRPr>
            </a:lvl1pPr>
            <a:lvl2pPr>
              <a:defRPr sz="1425" b="1">
                <a:solidFill>
                  <a:srgbClr val="D6E58A"/>
                </a:solidFill>
                <a:latin typeface="Arial"/>
                <a:ea typeface="Arial"/>
                <a:cs typeface="Arial"/>
              </a:defRPr>
            </a:lvl2pPr>
            <a:lvl3pPr>
              <a:defRPr sz="1425" b="1">
                <a:solidFill>
                  <a:srgbClr val="D6E58A"/>
                </a:solidFill>
                <a:latin typeface="Arial"/>
                <a:ea typeface="Arial"/>
                <a:cs typeface="Arial"/>
              </a:defRPr>
            </a:lvl3pPr>
            <a:lvl4pPr>
              <a:defRPr sz="1425" b="1">
                <a:solidFill>
                  <a:srgbClr val="D6E58A"/>
                </a:solidFill>
                <a:latin typeface="Arial"/>
                <a:ea typeface="Arial"/>
                <a:cs typeface="Arial"/>
              </a:defRPr>
            </a:lvl4pPr>
            <a:lvl5pPr>
              <a:defRPr sz="1425" b="1">
                <a:solidFill>
                  <a:srgbClr val="D6E58A"/>
                </a:solidFill>
                <a:latin typeface="Arial"/>
                <a:ea typeface="Arial"/>
                <a:cs typeface="Arial"/>
              </a:defRPr>
            </a:lvl5pPr>
            <a:lvl6pPr>
              <a:defRPr sz="1425" b="1">
                <a:solidFill>
                  <a:srgbClr val="D6E58A"/>
                </a:solidFill>
                <a:latin typeface="Arial"/>
                <a:ea typeface="Arial"/>
                <a:cs typeface="Arial"/>
              </a:defRPr>
            </a:lvl6pPr>
            <a:lvl7pPr>
              <a:defRPr sz="1425" b="1">
                <a:solidFill>
                  <a:srgbClr val="D6E58A"/>
                </a:solidFill>
                <a:latin typeface="Arial"/>
                <a:ea typeface="Arial"/>
                <a:cs typeface="Arial"/>
              </a:defRPr>
            </a:lvl7pPr>
            <a:lvl8pPr>
              <a:defRPr sz="1425" b="1">
                <a:solidFill>
                  <a:srgbClr val="D6E58A"/>
                </a:solidFill>
                <a:latin typeface="Arial"/>
                <a:ea typeface="Arial"/>
                <a:cs typeface="Arial"/>
              </a:defRPr>
            </a:lvl8pPr>
            <a:lvl9pPr>
              <a:defRPr sz="1425" b="1">
                <a:solidFill>
                  <a:srgbClr val="D6E58A"/>
                </a:solidFill>
                <a:latin typeface="Arial"/>
                <a:ea typeface="Arial"/>
                <a:cs typeface="Arial"/>
              </a:defRPr>
            </a:lvl9pPr>
          </a:lstStyle>
          <a:p xmlns:a="http://schemas.openxmlformats.org/drawingml/2006/main">
            <a:pPr>
              <a:defRPr sz="1425" b="1">
                <a:solidFill>
                  <a:srgbClr val="D6E58A"/>
                </a:solidFill>
                <a:latin typeface="Arial"/>
                <a:ea typeface="Arial"/>
                <a:cs typeface="Arial"/>
              </a:defRPr>
            </a:pPr>
            <a:r>
              <a:rPr sz="1425" b="1">
                <a:solidFill>
                  <a:srgbClr val="D6E58A"/>
                </a:solidFill>
                <a:latin typeface="Arial"/>
                <a:ea typeface="Arial"/>
                <a:cs typeface="Arial"/>
              </a:rPr>
              <a:t>05</a:t>
            </a:r>
          </a:p>
        </p:txBody>
      </p:sp>
      <p:sp>
        <p:nvSpPr>
          <p:cNvPr id="26" name="">
            <a:extLst xmlns:a="http://schemas.openxmlformats.org/drawingml/2006/main">
              <a:ext uri="{FF2B5EF4-FFF2-40B4-BE49-F238E27FC236}">
                <a16:creationId xmlns:a16="http://schemas.microsoft.com/office/drawing/2014/main" id="{84951B17-F3B6-4469-94B5-40E696EF7EB4}"/>
              </a:ext>
            </a:extLst>
          </p:cNvPr>
          <p:cNvSpPr>
            <a:spLocks xmlns:a="http://schemas.openxmlformats.org/drawingml/2006/main" noGrp="1"/>
          </p:cNvSpPr>
          <p:nvPr/>
        </p:nvSpPr>
        <p:spPr>
          <a:xfrm xmlns:a="http://schemas.openxmlformats.org/drawingml/2006/main">
            <a:off x="9658350" y="2305050"/>
            <a:ext cx="1809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FFFFFF"/>
                </a:solidFill>
                <a:latin typeface="Arial"/>
                <a:ea typeface="Arial"/>
                <a:cs typeface="Arial"/>
              </a:defRPr>
            </a:defPPr>
            <a:lvl1pPr>
              <a:defRPr sz="1725" b="1">
                <a:solidFill>
                  <a:srgbClr val="FFFFFF"/>
                </a:solidFill>
                <a:latin typeface="Arial"/>
                <a:ea typeface="Arial"/>
                <a:cs typeface="Arial"/>
              </a:defRPr>
            </a:lvl1pPr>
            <a:lvl2pPr>
              <a:defRPr sz="1725" b="1">
                <a:solidFill>
                  <a:srgbClr val="FFFFFF"/>
                </a:solidFill>
                <a:latin typeface="Arial"/>
                <a:ea typeface="Arial"/>
                <a:cs typeface="Arial"/>
              </a:defRPr>
            </a:lvl2pPr>
            <a:lvl3pPr>
              <a:defRPr sz="1725" b="1">
                <a:solidFill>
                  <a:srgbClr val="FFFFFF"/>
                </a:solidFill>
                <a:latin typeface="Arial"/>
                <a:ea typeface="Arial"/>
                <a:cs typeface="Arial"/>
              </a:defRPr>
            </a:lvl3pPr>
            <a:lvl4pPr>
              <a:defRPr sz="1725" b="1">
                <a:solidFill>
                  <a:srgbClr val="FFFFFF"/>
                </a:solidFill>
                <a:latin typeface="Arial"/>
                <a:ea typeface="Arial"/>
                <a:cs typeface="Arial"/>
              </a:defRPr>
            </a:lvl4pPr>
            <a:lvl5pPr>
              <a:defRPr sz="1725" b="1">
                <a:solidFill>
                  <a:srgbClr val="FFFFFF"/>
                </a:solidFill>
                <a:latin typeface="Arial"/>
                <a:ea typeface="Arial"/>
                <a:cs typeface="Arial"/>
              </a:defRPr>
            </a:lvl5pPr>
            <a:lvl6pPr>
              <a:defRPr sz="1725" b="1">
                <a:solidFill>
                  <a:srgbClr val="FFFFFF"/>
                </a:solidFill>
                <a:latin typeface="Arial"/>
                <a:ea typeface="Arial"/>
                <a:cs typeface="Arial"/>
              </a:defRPr>
            </a:lvl6pPr>
            <a:lvl7pPr>
              <a:defRPr sz="1725" b="1">
                <a:solidFill>
                  <a:srgbClr val="FFFFFF"/>
                </a:solidFill>
                <a:latin typeface="Arial"/>
                <a:ea typeface="Arial"/>
                <a:cs typeface="Arial"/>
              </a:defRPr>
            </a:lvl7pPr>
            <a:lvl8pPr>
              <a:defRPr sz="1725" b="1">
                <a:solidFill>
                  <a:srgbClr val="FFFFFF"/>
                </a:solidFill>
                <a:latin typeface="Arial"/>
                <a:ea typeface="Arial"/>
                <a:cs typeface="Arial"/>
              </a:defRPr>
            </a:lvl8pPr>
            <a:lvl9pPr>
              <a:defRPr sz="1725" b="1">
                <a:solidFill>
                  <a:srgbClr val="FFFFFF"/>
                </a:solidFill>
                <a:latin typeface="Arial"/>
                <a:ea typeface="Arial"/>
                <a:cs typeface="Arial"/>
              </a:defRPr>
            </a:lvl9pPr>
          </a:lstStyle>
          <a:p xmlns:a="http://schemas.openxmlformats.org/drawingml/2006/main">
            <a:pPr>
              <a:defRPr sz="1725" b="1">
                <a:solidFill>
                  <a:srgbClr val="FFFFFF"/>
                </a:solidFill>
                <a:latin typeface="Arial"/>
                <a:ea typeface="Arial"/>
                <a:cs typeface="Arial"/>
              </a:defRPr>
            </a:pPr>
            <a:r>
              <a:rPr sz="1725" b="1">
                <a:solidFill>
                  <a:srgbClr val="FFFFFF"/>
                </a:solidFill>
                <a:latin typeface="Arial"/>
                <a:ea typeface="Arial"/>
                <a:cs typeface="Arial"/>
              </a:rPr>
              <a:t>Confirmation</a:t>
            </a:r>
          </a:p>
        </p:txBody>
      </p:sp>
      <p:sp>
        <p:nvSpPr>
          <p:cNvPr id="27" name="">
            <a:extLst xmlns:a="http://schemas.openxmlformats.org/drawingml/2006/main">
              <a:ext uri="{FF2B5EF4-FFF2-40B4-BE49-F238E27FC236}">
                <a16:creationId xmlns:a16="http://schemas.microsoft.com/office/drawing/2014/main" id="{0130CCA1-679F-4AD6-93AA-BDF117FBCCFE}"/>
              </a:ext>
            </a:extLst>
          </p:cNvPr>
          <p:cNvSpPr>
            <a:spLocks xmlns:a="http://schemas.openxmlformats.org/drawingml/2006/main" noGrp="1"/>
          </p:cNvSpPr>
          <p:nvPr/>
        </p:nvSpPr>
        <p:spPr>
          <a:xfrm xmlns:a="http://schemas.openxmlformats.org/drawingml/2006/main">
            <a:off x="9658350" y="2762250"/>
            <a:ext cx="1809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BDCEC5"/>
                </a:solidFill>
                <a:latin typeface="Arial"/>
                <a:ea typeface="Arial"/>
                <a:cs typeface="Arial"/>
              </a:defRPr>
            </a:defPPr>
            <a:lvl1pPr>
              <a:defRPr sz="1350" b="0">
                <a:solidFill>
                  <a:srgbClr val="BDCEC5"/>
                </a:solidFill>
                <a:latin typeface="Arial"/>
                <a:ea typeface="Arial"/>
                <a:cs typeface="Arial"/>
              </a:defRPr>
            </a:lvl1pPr>
            <a:lvl2pPr>
              <a:defRPr sz="1350" b="0">
                <a:solidFill>
                  <a:srgbClr val="BDCEC5"/>
                </a:solidFill>
                <a:latin typeface="Arial"/>
                <a:ea typeface="Arial"/>
                <a:cs typeface="Arial"/>
              </a:defRPr>
            </a:lvl2pPr>
            <a:lvl3pPr>
              <a:defRPr sz="1350" b="0">
                <a:solidFill>
                  <a:srgbClr val="BDCEC5"/>
                </a:solidFill>
                <a:latin typeface="Arial"/>
                <a:ea typeface="Arial"/>
                <a:cs typeface="Arial"/>
              </a:defRPr>
            </a:lvl3pPr>
            <a:lvl4pPr>
              <a:defRPr sz="1350" b="0">
                <a:solidFill>
                  <a:srgbClr val="BDCEC5"/>
                </a:solidFill>
                <a:latin typeface="Arial"/>
                <a:ea typeface="Arial"/>
                <a:cs typeface="Arial"/>
              </a:defRPr>
            </a:lvl4pPr>
            <a:lvl5pPr>
              <a:defRPr sz="1350" b="0">
                <a:solidFill>
                  <a:srgbClr val="BDCEC5"/>
                </a:solidFill>
                <a:latin typeface="Arial"/>
                <a:ea typeface="Arial"/>
                <a:cs typeface="Arial"/>
              </a:defRPr>
            </a:lvl5pPr>
            <a:lvl6pPr>
              <a:defRPr sz="1350" b="0">
                <a:solidFill>
                  <a:srgbClr val="BDCEC5"/>
                </a:solidFill>
                <a:latin typeface="Arial"/>
                <a:ea typeface="Arial"/>
                <a:cs typeface="Arial"/>
              </a:defRPr>
            </a:lvl6pPr>
            <a:lvl7pPr>
              <a:defRPr sz="1350" b="0">
                <a:solidFill>
                  <a:srgbClr val="BDCEC5"/>
                </a:solidFill>
                <a:latin typeface="Arial"/>
                <a:ea typeface="Arial"/>
                <a:cs typeface="Arial"/>
              </a:defRPr>
            </a:lvl7pPr>
            <a:lvl8pPr>
              <a:defRPr sz="1350" b="0">
                <a:solidFill>
                  <a:srgbClr val="BDCEC5"/>
                </a:solidFill>
                <a:latin typeface="Arial"/>
                <a:ea typeface="Arial"/>
                <a:cs typeface="Arial"/>
              </a:defRPr>
            </a:lvl8pPr>
            <a:lvl9pPr>
              <a:defRPr sz="1350" b="0">
                <a:solidFill>
                  <a:srgbClr val="BDCEC5"/>
                </a:solidFill>
                <a:latin typeface="Arial"/>
                <a:ea typeface="Arial"/>
                <a:cs typeface="Arial"/>
              </a:defRPr>
            </a:lvl9pPr>
          </a:lstStyle>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Owner acceptance</a:t>
            </a:r>
          </a:p>
          <a:p xmlns:a="http://schemas.openxmlformats.org/drawingml/2006/main">
            <a:pPr>
              <a:defRPr sz="1350" b="0">
                <a:solidFill>
                  <a:srgbClr val="BDCEC5"/>
                </a:solidFill>
                <a:latin typeface="Arial"/>
                <a:ea typeface="Arial"/>
                <a:cs typeface="Arial"/>
              </a:defRPr>
            </a:pPr>
            <a:r>
              <a:rPr sz="1350" b="0">
                <a:solidFill>
                  <a:srgbClr val="BDCEC5"/>
                </a:solidFill>
                <a:latin typeface="Arial"/>
                <a:ea typeface="Arial"/>
                <a:cs typeface="Arial"/>
              </a:rPr>
              <a:t>Bilateral records</a:t>
            </a:r>
          </a:p>
        </p:txBody>
      </p:sp>
      <p:graphicFrame>
        <p:nvGraphicFramePr>
          <p:cNvPr id="28" name="">
            <a:extLst xmlns:a="http://schemas.openxmlformats.org/drawingml/2006/main">
              <a:ext uri="{FF2B5EF4-FFF2-40B4-BE49-F238E27FC236}">
                <a16:creationId xmlns:a16="http://schemas.microsoft.com/office/drawing/2014/main" id="{24ED98CC-A578-4427-B179-C79D17F25094}"/>
              </a:ext>
            </a:extLst>
          </p:cNvPr>
          <p:cNvGraphicFramePr/>
          <p:nvPr/>
        </p:nvGraphicFramePr>
        <p:xfrm>
          <a:off xmlns:a="http://schemas.openxmlformats.org/drawingml/2006/main" x="609600" y="3781425"/>
          <a:ext xmlns:a="http://schemas.openxmlformats.org/drawingml/2006/main" cx="7048500" cy="2152650"/>
        </p:xfrm>
        <a:graphic xmlns:a="http://schemas.openxmlformats.org/drawingml/2006/main">
          <a:graphicData uri="http://schemas.openxmlformats.org/drawingml/2006/table">
            <a:tbl>
              <a:tblPr/>
              <a:tblGrid>
                <a:gridCol w="3067050"/>
                <a:gridCol w="3981450"/>
              </a:tblGrid>
              <a:tr h="428625">
                <a:tc>
                  <a:txBody>
                    <a:bodyPr>
                      <a:noAutofit/>
                    </a:bodyPr>
                    <a:lstStyle/>
                    <a:p>
                      <a:r>
                        <a:rPr sz="1500" b="1">
                          <a:solidFill>
                            <a:srgbClr val="FFFFFF"/>
                          </a:solidFill>
                          <a:latin typeface="Arial"/>
                          <a:ea typeface="Arial"/>
                          <a:cs typeface="Arial"/>
                        </a:rPr>
                        <a:t>Implemented rule</a:t>
                      </a:r>
                    </a:p>
                  </a:txBody>
                  <a:tcPr marL="91440" marR="91440" marT="45720" marB="45720">
                    <a:lnL w="9525">
                      <a:solidFill>
                        <a:srgbClr val="416250"/>
                      </a:solidFill>
                      <a:prstDash val="solid"/>
                    </a:lnL>
                    <a:lnR w="9525">
                      <a:solidFill>
                        <a:srgbClr val="416250"/>
                      </a:solidFill>
                      <a:prstDash val="solid"/>
                    </a:lnR>
                    <a:lnT w="9525">
                      <a:solidFill>
                        <a:srgbClr val="416250"/>
                      </a:solidFill>
                      <a:prstDash val="solid"/>
                    </a:lnT>
                    <a:lnB w="9525">
                      <a:solidFill>
                        <a:srgbClr val="416250"/>
                      </a:solidFill>
                      <a:prstDash val="solid"/>
                    </a:lnB>
                    <a:solidFill>
                      <a:srgbClr val="24634D"/>
                    </a:solidFill>
                  </a:tcPr>
                </a:tc>
                <a:tc>
                  <a:txBody>
                    <a:bodyPr>
                      <a:noAutofit/>
                    </a:bodyPr>
                    <a:lstStyle/>
                    <a:p>
                      <a:r>
                        <a:rPr sz="1500" b="1">
                          <a:solidFill>
                            <a:srgbClr val="FFFFFF"/>
                          </a:solidFill>
                          <a:latin typeface="Arial"/>
                          <a:ea typeface="Arial"/>
                          <a:cs typeface="Arial"/>
                        </a:rPr>
                        <a:t>Why it matters</a:t>
                      </a:r>
                    </a:p>
                  </a:txBody>
                  <a:tcPr marL="91440" marR="91440" marT="45720" marB="45720">
                    <a:lnR w="9525">
                      <a:solidFill>
                        <a:srgbClr val="416250"/>
                      </a:solidFill>
                      <a:prstDash val="solid"/>
                    </a:lnR>
                    <a:lnT w="9525">
                      <a:solidFill>
                        <a:srgbClr val="416250"/>
                      </a:solidFill>
                      <a:prstDash val="solid"/>
                    </a:lnT>
                    <a:lnB w="9525">
                      <a:solidFill>
                        <a:srgbClr val="416250"/>
                      </a:solidFill>
                      <a:prstDash val="solid"/>
                    </a:lnB>
                    <a:solidFill>
                      <a:srgbClr val="24634D"/>
                    </a:solidFill>
                  </a:tcPr>
                </a:tc>
              </a:tr>
              <a:tr h="428625">
                <a:tc>
                  <a:txBody>
                    <a:bodyPr>
                      <a:noAutofit/>
                    </a:bodyPr>
                    <a:lstStyle/>
                    <a:p>
                      <a:r>
                        <a:rPr sz="1500" b="0">
                          <a:solidFill>
                            <a:srgbClr val="FFFFFF"/>
                          </a:solidFill>
                          <a:latin typeface="Arial"/>
                          <a:ea typeface="Arial"/>
                          <a:cs typeface="Arial"/>
                        </a:rPr>
                        <a:t>14 days, 15-minute candidates</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Search a bounded, inspectable time window</a:t>
                      </a:r>
                    </a:p>
                  </a:txBody>
                  <a:tcPr marL="91440" marR="91440" marT="45720" marB="45720">
                    <a:lnR w="9525">
                      <a:solidFill>
                        <a:srgbClr val="416250"/>
                      </a:solidFill>
                      <a:prstDash val="solid"/>
                    </a:lnR>
                    <a:lnB w="9525">
                      <a:solidFill>
                        <a:srgbClr val="416250"/>
                      </a:solidFill>
                      <a:prstDash val="solid"/>
                    </a:lnB>
                    <a:solidFill>
                      <a:srgbClr val="11221C"/>
                    </a:solidFill>
                  </a:tcPr>
                </a:tc>
              </a:tr>
              <a:tr h="428625">
                <a:tc>
                  <a:txBody>
                    <a:bodyPr>
                      <a:noAutofit/>
                    </a:bodyPr>
                    <a:lstStyle/>
                    <a:p>
                      <a:r>
                        <a:rPr sz="1500" b="0">
                          <a:solidFill>
                            <a:srgbClr val="FFFFFF"/>
                          </a:solidFill>
                          <a:latin typeface="Arial"/>
                          <a:ea typeface="Arial"/>
                          <a:cs typeface="Arial"/>
                        </a:rPr>
                        <a:t>Teaching weeks and exceptions</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Different courses, years and personal terms</a:t>
                      </a:r>
                    </a:p>
                  </a:txBody>
                  <a:tcPr marL="91440" marR="91440" marT="45720" marB="45720">
                    <a:lnR w="9525">
                      <a:solidFill>
                        <a:srgbClr val="416250"/>
                      </a:solidFill>
                      <a:prstDash val="solid"/>
                    </a:lnR>
                    <a:lnB w="9525">
                      <a:solidFill>
                        <a:srgbClr val="416250"/>
                      </a:solidFill>
                      <a:prstDash val="solid"/>
                    </a:lnB>
                    <a:solidFill>
                      <a:srgbClr val="11221C"/>
                    </a:solidFill>
                  </a:tcPr>
                </a:tc>
              </a:tr>
              <a:tr h="428625">
                <a:tc>
                  <a:txBody>
                    <a:bodyPr>
                      <a:noAutofit/>
                    </a:bodyPr>
                    <a:lstStyle/>
                    <a:p>
                      <a:r>
                        <a:rPr sz="1500" b="0">
                          <a:solidFill>
                            <a:srgbClr val="FFFFFF"/>
                          </a:solidFill>
                          <a:latin typeface="Arial"/>
                          <a:ea typeface="Arial"/>
                          <a:cs typeface="Arial"/>
                        </a:rPr>
                        <a:t>Availability and conflict checks</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Avoid class, booking and return conflicts</a:t>
                      </a:r>
                    </a:p>
                  </a:txBody>
                  <a:tcPr marL="91440" marR="91440" marT="45720" marB="45720">
                    <a:lnR w="9525">
                      <a:solidFill>
                        <a:srgbClr val="416250"/>
                      </a:solidFill>
                      <a:prstDash val="solid"/>
                    </a:lnR>
                    <a:lnB w="9525">
                      <a:solidFill>
                        <a:srgbClr val="416250"/>
                      </a:solidFill>
                      <a:prstDash val="solid"/>
                    </a:lnB>
                    <a:solidFill>
                      <a:srgbClr val="11221C"/>
                    </a:solidFill>
                  </a:tcPr>
                </a:tc>
              </a:tr>
              <a:tr h="428625">
                <a:tc>
                  <a:txBody>
                    <a:bodyPr>
                      <a:noAutofit/>
                    </a:bodyPr>
                    <a:lstStyle/>
                    <a:p>
                      <a:r>
                        <a:rPr sz="1500" b="0">
                          <a:solidFill>
                            <a:srgbClr val="FFFFFF"/>
                          </a:solidFill>
                          <a:latin typeface="Arial"/>
                          <a:ea typeface="Arial"/>
                          <a:cs typeface="Arial"/>
                        </a:rPr>
                        <a:t>Private timetable access</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Keep full schedules private</a:t>
                      </a:r>
                    </a:p>
                  </a:txBody>
                  <a:tcPr marL="91440" marR="91440" marT="45720" marB="45720">
                    <a:lnR w="9525">
                      <a:solidFill>
                        <a:srgbClr val="416250"/>
                      </a:solidFill>
                      <a:prstDash val="solid"/>
                    </a:lnR>
                    <a:lnB w="9525">
                      <a:solidFill>
                        <a:srgbClr val="416250"/>
                      </a:solidFill>
                      <a:prstDash val="solid"/>
                    </a:lnB>
                    <a:solidFill>
                      <a:srgbClr val="11221C"/>
                    </a:solidFill>
                  </a:tcPr>
                </a:tc>
              </a:tr>
            </a:tbl>
          </a:graphicData>
        </a:graphic>
      </p:graphicFrame>
      <p:sp>
        <p:nvSpPr>
          <p:cNvPr id="29" name="">
            <a:extLst xmlns:a="http://schemas.openxmlformats.org/drawingml/2006/main">
              <a:ext uri="{FF2B5EF4-FFF2-40B4-BE49-F238E27FC236}">
                <a16:creationId xmlns:a16="http://schemas.microsoft.com/office/drawing/2014/main" id="{1633A69A-8678-46C5-A834-CCC4F32F71A1}"/>
              </a:ext>
            </a:extLst>
          </p:cNvPr>
          <p:cNvSpPr>
            <a:spLocks xmlns:a="http://schemas.openxmlformats.org/drawingml/2006/main" noGrp="1"/>
          </p:cNvSpPr>
          <p:nvPr/>
        </p:nvSpPr>
        <p:spPr>
          <a:xfrm xmlns:a="http://schemas.openxmlformats.org/drawingml/2006/main">
            <a:off x="8115300" y="3781425"/>
            <a:ext cx="3467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D6E58A"/>
                </a:solidFill>
                <a:latin typeface="Arial"/>
                <a:ea typeface="Arial"/>
                <a:cs typeface="Arial"/>
              </a:defRPr>
            </a:defPPr>
            <a:lvl1pPr>
              <a:defRPr sz="1875" b="1">
                <a:solidFill>
                  <a:srgbClr val="D6E58A"/>
                </a:solidFill>
                <a:latin typeface="Arial"/>
                <a:ea typeface="Arial"/>
                <a:cs typeface="Arial"/>
              </a:defRPr>
            </a:lvl1pPr>
            <a:lvl2pPr>
              <a:defRPr sz="1875" b="1">
                <a:solidFill>
                  <a:srgbClr val="D6E58A"/>
                </a:solidFill>
                <a:latin typeface="Arial"/>
                <a:ea typeface="Arial"/>
                <a:cs typeface="Arial"/>
              </a:defRPr>
            </a:lvl2pPr>
            <a:lvl3pPr>
              <a:defRPr sz="1875" b="1">
                <a:solidFill>
                  <a:srgbClr val="D6E58A"/>
                </a:solidFill>
                <a:latin typeface="Arial"/>
                <a:ea typeface="Arial"/>
                <a:cs typeface="Arial"/>
              </a:defRPr>
            </a:lvl3pPr>
            <a:lvl4pPr>
              <a:defRPr sz="1875" b="1">
                <a:solidFill>
                  <a:srgbClr val="D6E58A"/>
                </a:solidFill>
                <a:latin typeface="Arial"/>
                <a:ea typeface="Arial"/>
                <a:cs typeface="Arial"/>
              </a:defRPr>
            </a:lvl4pPr>
            <a:lvl5pPr>
              <a:defRPr sz="1875" b="1">
                <a:solidFill>
                  <a:srgbClr val="D6E58A"/>
                </a:solidFill>
                <a:latin typeface="Arial"/>
                <a:ea typeface="Arial"/>
                <a:cs typeface="Arial"/>
              </a:defRPr>
            </a:lvl5pPr>
            <a:lvl6pPr>
              <a:defRPr sz="1875" b="1">
                <a:solidFill>
                  <a:srgbClr val="D6E58A"/>
                </a:solidFill>
                <a:latin typeface="Arial"/>
                <a:ea typeface="Arial"/>
                <a:cs typeface="Arial"/>
              </a:defRPr>
            </a:lvl6pPr>
            <a:lvl7pPr>
              <a:defRPr sz="1875" b="1">
                <a:solidFill>
                  <a:srgbClr val="D6E58A"/>
                </a:solidFill>
                <a:latin typeface="Arial"/>
                <a:ea typeface="Arial"/>
                <a:cs typeface="Arial"/>
              </a:defRPr>
            </a:lvl7pPr>
            <a:lvl8pPr>
              <a:defRPr sz="1875" b="1">
                <a:solidFill>
                  <a:srgbClr val="D6E58A"/>
                </a:solidFill>
                <a:latin typeface="Arial"/>
                <a:ea typeface="Arial"/>
                <a:cs typeface="Arial"/>
              </a:defRPr>
            </a:lvl8pPr>
            <a:lvl9pPr>
              <a:defRPr sz="1875" b="1">
                <a:solidFill>
                  <a:srgbClr val="D6E58A"/>
                </a:solidFill>
                <a:latin typeface="Arial"/>
                <a:ea typeface="Arial"/>
                <a:cs typeface="Arial"/>
              </a:defRPr>
            </a:lvl9pPr>
          </a:lstStyle>
          <a:p xmlns:a="http://schemas.openxmlformats.org/drawingml/2006/main">
            <a:pPr>
              <a:defRPr sz="1875" b="1">
                <a:solidFill>
                  <a:srgbClr val="D6E58A"/>
                </a:solidFill>
                <a:latin typeface="Arial"/>
                <a:ea typeface="Arial"/>
                <a:cs typeface="Arial"/>
              </a:defRPr>
            </a:pPr>
            <a:r>
              <a:rPr sz="1875" b="1">
                <a:solidFill>
                  <a:srgbClr val="D6E58A"/>
                </a:solidFill>
                <a:latin typeface="Arial"/>
                <a:ea typeface="Arial"/>
                <a:cs typeface="Arial"/>
              </a:rPr>
              <a:t>Value enabled</a:t>
            </a:r>
          </a:p>
        </p:txBody>
      </p:sp>
      <p:sp>
        <p:nvSpPr>
          <p:cNvPr id="30" name="">
            <a:extLst xmlns:a="http://schemas.openxmlformats.org/drawingml/2006/main">
              <a:ext uri="{FF2B5EF4-FFF2-40B4-BE49-F238E27FC236}">
                <a16:creationId xmlns:a16="http://schemas.microsoft.com/office/drawing/2014/main" id="{52620DA8-F973-4625-A2D6-454BB9DB676A}"/>
              </a:ext>
            </a:extLst>
          </p:cNvPr>
          <p:cNvSpPr>
            <a:spLocks xmlns:a="http://schemas.openxmlformats.org/drawingml/2006/main" noGrp="1"/>
          </p:cNvSpPr>
          <p:nvPr/>
        </p:nvSpPr>
        <p:spPr>
          <a:xfrm xmlns:a="http://schemas.openxmlformats.org/drawingml/2006/main">
            <a:off x="8115300" y="4229100"/>
            <a:ext cx="34671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FFFFFF"/>
                </a:solidFill>
                <a:latin typeface="Arial"/>
                <a:ea typeface="Arial"/>
                <a:cs typeface="Arial"/>
              </a:defRPr>
            </a:defPPr>
            <a:lvl1pPr>
              <a:defRPr sz="1650" b="0">
                <a:solidFill>
                  <a:srgbClr val="FFFFFF"/>
                </a:solidFill>
                <a:latin typeface="Arial"/>
                <a:ea typeface="Arial"/>
                <a:cs typeface="Arial"/>
              </a:defRPr>
            </a:lvl1pPr>
            <a:lvl2pPr>
              <a:defRPr sz="1650" b="0">
                <a:solidFill>
                  <a:srgbClr val="FFFFFF"/>
                </a:solidFill>
                <a:latin typeface="Arial"/>
                <a:ea typeface="Arial"/>
                <a:cs typeface="Arial"/>
              </a:defRPr>
            </a:lvl2pPr>
            <a:lvl3pPr>
              <a:defRPr sz="1650" b="0">
                <a:solidFill>
                  <a:srgbClr val="FFFFFF"/>
                </a:solidFill>
                <a:latin typeface="Arial"/>
                <a:ea typeface="Arial"/>
                <a:cs typeface="Arial"/>
              </a:defRPr>
            </a:lvl3pPr>
            <a:lvl4pPr>
              <a:defRPr sz="1650" b="0">
                <a:solidFill>
                  <a:srgbClr val="FFFFFF"/>
                </a:solidFill>
                <a:latin typeface="Arial"/>
                <a:ea typeface="Arial"/>
                <a:cs typeface="Arial"/>
              </a:defRPr>
            </a:lvl4pPr>
            <a:lvl5pPr>
              <a:defRPr sz="1650" b="0">
                <a:solidFill>
                  <a:srgbClr val="FFFFFF"/>
                </a:solidFill>
                <a:latin typeface="Arial"/>
                <a:ea typeface="Arial"/>
                <a:cs typeface="Arial"/>
              </a:defRPr>
            </a:lvl5pPr>
            <a:lvl6pPr>
              <a:defRPr sz="1650" b="0">
                <a:solidFill>
                  <a:srgbClr val="FFFFFF"/>
                </a:solidFill>
                <a:latin typeface="Arial"/>
                <a:ea typeface="Arial"/>
                <a:cs typeface="Arial"/>
              </a:defRPr>
            </a:lvl6pPr>
            <a:lvl7pPr>
              <a:defRPr sz="1650" b="0">
                <a:solidFill>
                  <a:srgbClr val="FFFFFF"/>
                </a:solidFill>
                <a:latin typeface="Arial"/>
                <a:ea typeface="Arial"/>
                <a:cs typeface="Arial"/>
              </a:defRPr>
            </a:lvl7pPr>
            <a:lvl8pPr>
              <a:defRPr sz="1650" b="0">
                <a:solidFill>
                  <a:srgbClr val="FFFFFF"/>
                </a:solidFill>
                <a:latin typeface="Arial"/>
                <a:ea typeface="Arial"/>
                <a:cs typeface="Arial"/>
              </a:defRPr>
            </a:lvl8pPr>
            <a:lvl9pPr>
              <a:defRPr sz="1650" b="0">
                <a:solidFill>
                  <a:srgbClr val="FFFFFF"/>
                </a:solidFill>
                <a:latin typeface="Arial"/>
                <a:ea typeface="Arial"/>
                <a:cs typeface="Arial"/>
              </a:defRPr>
            </a:lvl9pPr>
          </a:lstStyle>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A compatible item/date and a</a:t>
            </a:r>
          </a:p>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meeting both people can review.</a:t>
            </a:r>
          </a:p>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No single timetable template</a:t>
            </a:r>
          </a:p>
          <a:p xmlns:a="http://schemas.openxmlformats.org/drawingml/2006/main">
            <a:pPr>
              <a:defRPr sz="1650" b="0">
                <a:solidFill>
                  <a:srgbClr val="FFFFFF"/>
                </a:solidFill>
                <a:latin typeface="Arial"/>
                <a:ea typeface="Arial"/>
                <a:cs typeface="Arial"/>
              </a:defRPr>
            </a:pPr>
            <a:r>
              <a:rPr sz="1650" b="0">
                <a:solidFill>
                  <a:srgbClr val="FFFFFF"/>
                </a:solidFill>
                <a:latin typeface="Arial"/>
                <a:ea typeface="Arial"/>
                <a:cs typeface="Arial"/>
              </a:rPr>
              <a:t>for every student.</a:t>
            </a:r>
          </a:p>
        </p:txBody>
      </p:sp>
      <p:sp>
        <p:nvSpPr>
          <p:cNvPr id="31" name="">
            <a:extLst xmlns:a="http://schemas.openxmlformats.org/drawingml/2006/main">
              <a:ext uri="{FF2B5EF4-FFF2-40B4-BE49-F238E27FC236}">
                <a16:creationId xmlns:a16="http://schemas.microsoft.com/office/drawing/2014/main" id="{9DA72983-0C19-48FA-ABC1-952A043F985C}"/>
              </a:ext>
            </a:extLst>
          </p:cNvPr>
          <p:cNvSpPr>
            <a:spLocks xmlns:a="http://schemas.openxmlformats.org/drawingml/2006/main" noGrp="1"/>
          </p:cNvSpPr>
          <p:nvPr/>
        </p:nvSpPr>
        <p:spPr>
          <a:xfrm xmlns:a="http://schemas.openxmlformats.org/drawingml/2006/main">
            <a:off x="8115300" y="5514975"/>
            <a:ext cx="3467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D6E58A"/>
                </a:solidFill>
                <a:latin typeface="Arial"/>
                <a:ea typeface="Arial"/>
                <a:cs typeface="Arial"/>
              </a:defRPr>
            </a:defPPr>
            <a:lvl1pPr>
              <a:defRPr sz="1500" b="1">
                <a:solidFill>
                  <a:srgbClr val="D6E58A"/>
                </a:solidFill>
                <a:latin typeface="Arial"/>
                <a:ea typeface="Arial"/>
                <a:cs typeface="Arial"/>
              </a:defRPr>
            </a:lvl1pPr>
            <a:lvl2pPr>
              <a:defRPr sz="1500" b="1">
                <a:solidFill>
                  <a:srgbClr val="D6E58A"/>
                </a:solidFill>
                <a:latin typeface="Arial"/>
                <a:ea typeface="Arial"/>
                <a:cs typeface="Arial"/>
              </a:defRPr>
            </a:lvl2pPr>
            <a:lvl3pPr>
              <a:defRPr sz="1500" b="1">
                <a:solidFill>
                  <a:srgbClr val="D6E58A"/>
                </a:solidFill>
                <a:latin typeface="Arial"/>
                <a:ea typeface="Arial"/>
                <a:cs typeface="Arial"/>
              </a:defRPr>
            </a:lvl3pPr>
            <a:lvl4pPr>
              <a:defRPr sz="1500" b="1">
                <a:solidFill>
                  <a:srgbClr val="D6E58A"/>
                </a:solidFill>
                <a:latin typeface="Arial"/>
                <a:ea typeface="Arial"/>
                <a:cs typeface="Arial"/>
              </a:defRPr>
            </a:lvl4pPr>
            <a:lvl5pPr>
              <a:defRPr sz="1500" b="1">
                <a:solidFill>
                  <a:srgbClr val="D6E58A"/>
                </a:solidFill>
                <a:latin typeface="Arial"/>
                <a:ea typeface="Arial"/>
                <a:cs typeface="Arial"/>
              </a:defRPr>
            </a:lvl5pPr>
            <a:lvl6pPr>
              <a:defRPr sz="1500" b="1">
                <a:solidFill>
                  <a:srgbClr val="D6E58A"/>
                </a:solidFill>
                <a:latin typeface="Arial"/>
                <a:ea typeface="Arial"/>
                <a:cs typeface="Arial"/>
              </a:defRPr>
            </a:lvl6pPr>
            <a:lvl7pPr>
              <a:defRPr sz="1500" b="1">
                <a:solidFill>
                  <a:srgbClr val="D6E58A"/>
                </a:solidFill>
                <a:latin typeface="Arial"/>
                <a:ea typeface="Arial"/>
                <a:cs typeface="Arial"/>
              </a:defRPr>
            </a:lvl7pPr>
            <a:lvl8pPr>
              <a:defRPr sz="1500" b="1">
                <a:solidFill>
                  <a:srgbClr val="D6E58A"/>
                </a:solidFill>
                <a:latin typeface="Arial"/>
                <a:ea typeface="Arial"/>
                <a:cs typeface="Arial"/>
              </a:defRPr>
            </a:lvl8pPr>
            <a:lvl9pPr>
              <a:defRPr sz="1500" b="1">
                <a:solidFill>
                  <a:srgbClr val="D6E58A"/>
                </a:solidFill>
                <a:latin typeface="Arial"/>
                <a:ea typeface="Arial"/>
                <a:cs typeface="Arial"/>
              </a:defRPr>
            </a:lvl9pPr>
          </a:lstStyle>
          <a:p xmlns:a="http://schemas.openxmlformats.org/drawingml/2006/main">
            <a:pPr>
              <a:defRPr sz="1500" b="1">
                <a:solidFill>
                  <a:srgbClr val="D6E58A"/>
                </a:solidFill>
                <a:latin typeface="Arial"/>
                <a:ea typeface="Arial"/>
                <a:cs typeface="Arial"/>
              </a:defRPr>
            </a:pPr>
            <a:r>
              <a:rPr sz="1500" b="1">
                <a:solidFill>
                  <a:srgbClr val="D6E58A"/>
                </a:solidFill>
                <a:latin typeface="Arial"/>
                <a:ea typeface="Arial"/>
                <a:cs typeface="Arial"/>
              </a:rPr>
              <a:t>Limits</a:t>
            </a:r>
          </a:p>
        </p:txBody>
      </p:sp>
      <p:sp>
        <p:nvSpPr>
          <p:cNvPr id="32" name="">
            <a:extLst xmlns:a="http://schemas.openxmlformats.org/drawingml/2006/main">
              <a:ext uri="{FF2B5EF4-FFF2-40B4-BE49-F238E27FC236}">
                <a16:creationId xmlns:a16="http://schemas.microsoft.com/office/drawing/2014/main" id="{579B730B-6B25-4372-A77F-D101BDF80DBA}"/>
              </a:ext>
            </a:extLst>
          </p:cNvPr>
          <p:cNvSpPr>
            <a:spLocks xmlns:a="http://schemas.openxmlformats.org/drawingml/2006/main" noGrp="1"/>
          </p:cNvSpPr>
          <p:nvPr/>
        </p:nvSpPr>
        <p:spPr>
          <a:xfrm xmlns:a="http://schemas.openxmlformats.org/drawingml/2006/main">
            <a:off x="8115300" y="5867400"/>
            <a:ext cx="3467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0">
                <a:solidFill>
                  <a:srgbClr val="BDCEC5"/>
                </a:solidFill>
                <a:latin typeface="Arial"/>
                <a:ea typeface="Arial"/>
                <a:cs typeface="Arial"/>
              </a:defRPr>
            </a:defPPr>
            <a:lvl1pPr>
              <a:defRPr sz="1425" b="0">
                <a:solidFill>
                  <a:srgbClr val="BDCEC5"/>
                </a:solidFill>
                <a:latin typeface="Arial"/>
                <a:ea typeface="Arial"/>
                <a:cs typeface="Arial"/>
              </a:defRPr>
            </a:lvl1pPr>
            <a:lvl2pPr>
              <a:defRPr sz="1425" b="0">
                <a:solidFill>
                  <a:srgbClr val="BDCEC5"/>
                </a:solidFill>
                <a:latin typeface="Arial"/>
                <a:ea typeface="Arial"/>
                <a:cs typeface="Arial"/>
              </a:defRPr>
            </a:lvl2pPr>
            <a:lvl3pPr>
              <a:defRPr sz="1425" b="0">
                <a:solidFill>
                  <a:srgbClr val="BDCEC5"/>
                </a:solidFill>
                <a:latin typeface="Arial"/>
                <a:ea typeface="Arial"/>
                <a:cs typeface="Arial"/>
              </a:defRPr>
            </a:lvl3pPr>
            <a:lvl4pPr>
              <a:defRPr sz="1425" b="0">
                <a:solidFill>
                  <a:srgbClr val="BDCEC5"/>
                </a:solidFill>
                <a:latin typeface="Arial"/>
                <a:ea typeface="Arial"/>
                <a:cs typeface="Arial"/>
              </a:defRPr>
            </a:lvl4pPr>
            <a:lvl5pPr>
              <a:defRPr sz="1425" b="0">
                <a:solidFill>
                  <a:srgbClr val="BDCEC5"/>
                </a:solidFill>
                <a:latin typeface="Arial"/>
                <a:ea typeface="Arial"/>
                <a:cs typeface="Arial"/>
              </a:defRPr>
            </a:lvl5pPr>
            <a:lvl6pPr>
              <a:defRPr sz="1425" b="0">
                <a:solidFill>
                  <a:srgbClr val="BDCEC5"/>
                </a:solidFill>
                <a:latin typeface="Arial"/>
                <a:ea typeface="Arial"/>
                <a:cs typeface="Arial"/>
              </a:defRPr>
            </a:lvl6pPr>
            <a:lvl7pPr>
              <a:defRPr sz="1425" b="0">
                <a:solidFill>
                  <a:srgbClr val="BDCEC5"/>
                </a:solidFill>
                <a:latin typeface="Arial"/>
                <a:ea typeface="Arial"/>
                <a:cs typeface="Arial"/>
              </a:defRPr>
            </a:lvl7pPr>
            <a:lvl8pPr>
              <a:defRPr sz="1425" b="0">
                <a:solidFill>
                  <a:srgbClr val="BDCEC5"/>
                </a:solidFill>
                <a:latin typeface="Arial"/>
                <a:ea typeface="Arial"/>
                <a:cs typeface="Arial"/>
              </a:defRPr>
            </a:lvl8pPr>
            <a:lvl9pPr>
              <a:defRPr sz="1425" b="0">
                <a:solidFill>
                  <a:srgbClr val="BDCEC5"/>
                </a:solidFill>
                <a:latin typeface="Arial"/>
                <a:ea typeface="Arial"/>
                <a:cs typeface="Arial"/>
              </a:defRPr>
            </a:lvl9pPr>
          </a:lstStyle>
          <a:p xmlns:a="http://schemas.openxmlformats.org/drawingml/2006/main">
            <a:pPr>
              <a:defRPr sz="1425" b="0">
                <a:solidFill>
                  <a:srgbClr val="BDCEC5"/>
                </a:solidFill>
                <a:latin typeface="Arial"/>
                <a:ea typeface="Arial"/>
                <a:cs typeface="Arial"/>
              </a:defRPr>
            </a:pPr>
            <a:r>
              <a:rPr sz="1425" b="0">
                <a:solidFill>
                  <a:srgbClr val="BDCEC5"/>
                </a:solidFill>
                <a:latin typeface="Arial"/>
                <a:ea typeface="Arial"/>
                <a:cs typeface="Arial"/>
              </a:rPr>
              <a:t>OCR can fail. Suggestions use</a:t>
            </a:r>
          </a:p>
          <a:p xmlns:a="http://schemas.openxmlformats.org/drawingml/2006/main">
            <a:pPr>
              <a:defRPr sz="1425" b="0">
                <a:solidFill>
                  <a:srgbClr val="BDCEC5"/>
                </a:solidFill>
                <a:latin typeface="Arial"/>
                <a:ea typeface="Arial"/>
                <a:cs typeface="Arial"/>
              </a:defRPr>
            </a:pPr>
            <a:r>
              <a:rPr sz="1425" b="0">
                <a:solidFill>
                  <a:srgbClr val="BDCEC5"/>
                </a:solidFill>
                <a:latin typeface="Arial"/>
                <a:ea typeface="Arial"/>
                <a:cs typeface="Arial"/>
              </a:rPr>
              <a:t>heuristics, not predictive AI.</a:t>
            </a:r>
          </a:p>
          <a:p xmlns:a="http://schemas.openxmlformats.org/drawingml/2006/main">
            <a:pPr>
              <a:defRPr sz="1425" b="0">
                <a:solidFill>
                  <a:srgbClr val="BDCEC5"/>
                </a:solidFill>
                <a:latin typeface="Arial"/>
                <a:ea typeface="Arial"/>
                <a:cs typeface="Arial"/>
              </a:defRPr>
            </a:pPr>
            <a:r>
              <a:rPr sz="1425" b="0">
                <a:solidFill>
                  <a:srgbClr val="BDCEC5"/>
                </a:solidFill>
                <a:latin typeface="Arial"/>
                <a:ea typeface="Arial"/>
                <a:cs typeface="Arial"/>
              </a:rPr>
              <a:t>Manual times remain available.</a:t>
            </a:r>
          </a:p>
        </p:txBody>
      </p:sp>
      <p:sp>
        <p:nvSpPr>
          <p:cNvPr id="33" name="">
            <a:extLst xmlns:a="http://schemas.openxmlformats.org/drawingml/2006/main">
              <a:ext uri="{FF2B5EF4-FFF2-40B4-BE49-F238E27FC236}">
                <a16:creationId xmlns:a16="http://schemas.microsoft.com/office/drawing/2014/main" id="{713F0FC2-3989-4401-A469-6762762F2BC5}"/>
              </a:ext>
            </a:extLst>
          </p:cNvPr>
          <p:cNvSpPr>
            <a:spLocks xmlns:a="http://schemas.openxmlformats.org/drawingml/2006/main" noGrp="1"/>
          </p:cNvSpPr>
          <p:nvPr/>
        </p:nvSpPr>
        <p:spPr>
          <a:xfrm xmlns:a="http://schemas.openxmlformats.org/drawingml/2006/main">
            <a:off x="609600" y="6324600"/>
            <a:ext cx="7048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BDCEC5"/>
                </a:solidFill>
                <a:latin typeface="Arial"/>
                <a:ea typeface="Arial"/>
                <a:cs typeface="Arial"/>
              </a:defRPr>
            </a:defPPr>
            <a:lvl1pPr>
              <a:defRPr sz="1275" b="0">
                <a:solidFill>
                  <a:srgbClr val="BDCEC5"/>
                </a:solidFill>
                <a:latin typeface="Arial"/>
                <a:ea typeface="Arial"/>
                <a:cs typeface="Arial"/>
              </a:defRPr>
            </a:lvl1pPr>
            <a:lvl2pPr>
              <a:defRPr sz="1275" b="0">
                <a:solidFill>
                  <a:srgbClr val="BDCEC5"/>
                </a:solidFill>
                <a:latin typeface="Arial"/>
                <a:ea typeface="Arial"/>
                <a:cs typeface="Arial"/>
              </a:defRPr>
            </a:lvl2pPr>
            <a:lvl3pPr>
              <a:defRPr sz="1275" b="0">
                <a:solidFill>
                  <a:srgbClr val="BDCEC5"/>
                </a:solidFill>
                <a:latin typeface="Arial"/>
                <a:ea typeface="Arial"/>
                <a:cs typeface="Arial"/>
              </a:defRPr>
            </a:lvl3pPr>
            <a:lvl4pPr>
              <a:defRPr sz="1275" b="0">
                <a:solidFill>
                  <a:srgbClr val="BDCEC5"/>
                </a:solidFill>
                <a:latin typeface="Arial"/>
                <a:ea typeface="Arial"/>
                <a:cs typeface="Arial"/>
              </a:defRPr>
            </a:lvl4pPr>
            <a:lvl5pPr>
              <a:defRPr sz="1275" b="0">
                <a:solidFill>
                  <a:srgbClr val="BDCEC5"/>
                </a:solidFill>
                <a:latin typeface="Arial"/>
                <a:ea typeface="Arial"/>
                <a:cs typeface="Arial"/>
              </a:defRPr>
            </a:lvl5pPr>
            <a:lvl6pPr>
              <a:defRPr sz="1275" b="0">
                <a:solidFill>
                  <a:srgbClr val="BDCEC5"/>
                </a:solidFill>
                <a:latin typeface="Arial"/>
                <a:ea typeface="Arial"/>
                <a:cs typeface="Arial"/>
              </a:defRPr>
            </a:lvl6pPr>
            <a:lvl7pPr>
              <a:defRPr sz="1275" b="0">
                <a:solidFill>
                  <a:srgbClr val="BDCEC5"/>
                </a:solidFill>
                <a:latin typeface="Arial"/>
                <a:ea typeface="Arial"/>
                <a:cs typeface="Arial"/>
              </a:defRPr>
            </a:lvl7pPr>
            <a:lvl8pPr>
              <a:defRPr sz="1275" b="0">
                <a:solidFill>
                  <a:srgbClr val="BDCEC5"/>
                </a:solidFill>
                <a:latin typeface="Arial"/>
                <a:ea typeface="Arial"/>
                <a:cs typeface="Arial"/>
              </a:defRPr>
            </a:lvl8pPr>
            <a:lvl9pPr>
              <a:defRPr sz="1275" b="0">
                <a:solidFill>
                  <a:srgbClr val="BDCEC5"/>
                </a:solidFill>
                <a:latin typeface="Arial"/>
                <a:ea typeface="Arial"/>
                <a:cs typeface="Arial"/>
              </a:defRPr>
            </a:lvl9pPr>
          </a:lstStyle>
          <a:p xmlns:a="http://schemas.openxmlformats.org/drawingml/2006/main">
            <a:pPr>
              <a:defRPr sz="1275" b="0">
                <a:solidFill>
                  <a:srgbClr val="BDCEC5"/>
                </a:solidFill>
                <a:latin typeface="Arial"/>
                <a:ea typeface="Arial"/>
                <a:cs typeface="Arial"/>
              </a:defRPr>
            </a:pPr>
            <a:r>
              <a:rPr sz="1275" b="0">
                <a:solidFill>
                  <a:srgbClr val="BDCEC5"/>
                </a:solidFill>
                <a:latin typeface="Arial"/>
                <a:ea typeface="Arial"/>
                <a:cs typeface="Arial"/>
              </a:rPr>
              <a:t>Payments remain offline. No platform escrow, insurance or public-launch certification.</a:t>
            </a:r>
          </a:p>
        </p:txBody>
      </p:sp>
    </p:spTree>
    <p:extLst>
      <p:ext uri="{BB962C8B-B14F-4D97-AF65-F5344CB8AC3E}">
        <p14:creationId xmlns:p14="http://schemas.microsoft.com/office/powerpoint/2010/main" val="137627511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148DD6B-DBCA-4591-A376-C552B992AAD5}"/>
              </a:ext>
            </a:extLst>
          </p:cNvPr>
          <p:cNvSpPr>
            <a:spLocks xmlns:a="http://schemas.openxmlformats.org/drawingml/2006/main" noGrp="1"/>
          </p:cNvSpPr>
          <p:nvPr/>
        </p:nvSpPr>
        <p:spPr>
          <a:xfrm xmlns:a="http://schemas.openxmlformats.org/drawingml/2006/main">
            <a:off x="609600" y="2667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24634D"/>
                </a:solidFill>
                <a:latin typeface="Arial"/>
                <a:ea typeface="Arial"/>
                <a:cs typeface="Arial"/>
              </a:defRPr>
            </a:defPPr>
            <a:lvl1pPr>
              <a:defRPr sz="1500" b="1">
                <a:solidFill>
                  <a:srgbClr val="24634D"/>
                </a:solidFill>
                <a:latin typeface="Arial"/>
                <a:ea typeface="Arial"/>
                <a:cs typeface="Arial"/>
              </a:defRPr>
            </a:lvl1pPr>
            <a:lvl2pPr>
              <a:defRPr sz="1500" b="1">
                <a:solidFill>
                  <a:srgbClr val="24634D"/>
                </a:solidFill>
                <a:latin typeface="Arial"/>
                <a:ea typeface="Arial"/>
                <a:cs typeface="Arial"/>
              </a:defRPr>
            </a:lvl2pPr>
            <a:lvl3pPr>
              <a:defRPr sz="1500" b="1">
                <a:solidFill>
                  <a:srgbClr val="24634D"/>
                </a:solidFill>
                <a:latin typeface="Arial"/>
                <a:ea typeface="Arial"/>
                <a:cs typeface="Arial"/>
              </a:defRPr>
            </a:lvl3pPr>
            <a:lvl4pPr>
              <a:defRPr sz="1500" b="1">
                <a:solidFill>
                  <a:srgbClr val="24634D"/>
                </a:solidFill>
                <a:latin typeface="Arial"/>
                <a:ea typeface="Arial"/>
                <a:cs typeface="Arial"/>
              </a:defRPr>
            </a:lvl4pPr>
            <a:lvl5pPr>
              <a:defRPr sz="1500" b="1">
                <a:solidFill>
                  <a:srgbClr val="24634D"/>
                </a:solidFill>
                <a:latin typeface="Arial"/>
                <a:ea typeface="Arial"/>
                <a:cs typeface="Arial"/>
              </a:defRPr>
            </a:lvl5pPr>
            <a:lvl6pPr>
              <a:defRPr sz="1500" b="1">
                <a:solidFill>
                  <a:srgbClr val="24634D"/>
                </a:solidFill>
                <a:latin typeface="Arial"/>
                <a:ea typeface="Arial"/>
                <a:cs typeface="Arial"/>
              </a:defRPr>
            </a:lvl6pPr>
            <a:lvl7pPr>
              <a:defRPr sz="1500" b="1">
                <a:solidFill>
                  <a:srgbClr val="24634D"/>
                </a:solidFill>
                <a:latin typeface="Arial"/>
                <a:ea typeface="Arial"/>
                <a:cs typeface="Arial"/>
              </a:defRPr>
            </a:lvl7pPr>
            <a:lvl8pPr>
              <a:defRPr sz="1500" b="1">
                <a:solidFill>
                  <a:srgbClr val="24634D"/>
                </a:solidFill>
                <a:latin typeface="Arial"/>
                <a:ea typeface="Arial"/>
                <a:cs typeface="Arial"/>
              </a:defRPr>
            </a:lvl8pPr>
            <a:lvl9pPr>
              <a:defRPr sz="1500" b="1">
                <a:solidFill>
                  <a:srgbClr val="24634D"/>
                </a:solidFill>
                <a:latin typeface="Arial"/>
                <a:ea typeface="Arial"/>
                <a:cs typeface="Arial"/>
              </a:defRPr>
            </a:lvl9pPr>
          </a:lstStyle>
          <a:p xmlns:a="http://schemas.openxmlformats.org/drawingml/2006/main">
            <a:pPr>
              <a:defRPr sz="1500" b="1">
                <a:solidFill>
                  <a:srgbClr val="24634D"/>
                </a:solidFill>
                <a:latin typeface="Arial"/>
                <a:ea typeface="Arial"/>
                <a:cs typeface="Arial"/>
              </a:defRPr>
            </a:pPr>
            <a:r>
              <a:rPr sz="1500" b="1">
                <a:solidFill>
                  <a:srgbClr val="24634D"/>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529D756E-4C42-4669-AA5F-93C7CB60C5CC}"/>
              </a:ext>
            </a:extLst>
          </p:cNvPr>
          <p:cNvSpPr>
            <a:spLocks xmlns:a="http://schemas.openxmlformats.org/drawingml/2006/main" noGrp="1"/>
          </p:cNvSpPr>
          <p:nvPr/>
        </p:nvSpPr>
        <p:spPr>
          <a:xfrm xmlns:a="http://schemas.openxmlformats.org/drawingml/2006/main">
            <a:off x="609600" y="80962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600" b="1">
                <a:solidFill>
                  <a:srgbClr val="172B24"/>
                </a:solidFill>
                <a:latin typeface="Arial"/>
                <a:ea typeface="Arial"/>
                <a:cs typeface="Arial"/>
              </a:defRPr>
            </a:defPPr>
            <a:lvl1pPr>
              <a:defRPr sz="3600" b="1">
                <a:solidFill>
                  <a:srgbClr val="172B24"/>
                </a:solidFill>
                <a:latin typeface="Arial"/>
                <a:ea typeface="Arial"/>
                <a:cs typeface="Arial"/>
              </a:defRPr>
            </a:lvl1pPr>
            <a:lvl2pPr>
              <a:defRPr sz="3600" b="1">
                <a:solidFill>
                  <a:srgbClr val="172B24"/>
                </a:solidFill>
                <a:latin typeface="Arial"/>
                <a:ea typeface="Arial"/>
                <a:cs typeface="Arial"/>
              </a:defRPr>
            </a:lvl2pPr>
            <a:lvl3pPr>
              <a:defRPr sz="3600" b="1">
                <a:solidFill>
                  <a:srgbClr val="172B24"/>
                </a:solidFill>
                <a:latin typeface="Arial"/>
                <a:ea typeface="Arial"/>
                <a:cs typeface="Arial"/>
              </a:defRPr>
            </a:lvl3pPr>
            <a:lvl4pPr>
              <a:defRPr sz="3600" b="1">
                <a:solidFill>
                  <a:srgbClr val="172B24"/>
                </a:solidFill>
                <a:latin typeface="Arial"/>
                <a:ea typeface="Arial"/>
                <a:cs typeface="Arial"/>
              </a:defRPr>
            </a:lvl4pPr>
            <a:lvl5pPr>
              <a:defRPr sz="3600" b="1">
                <a:solidFill>
                  <a:srgbClr val="172B24"/>
                </a:solidFill>
                <a:latin typeface="Arial"/>
                <a:ea typeface="Arial"/>
                <a:cs typeface="Arial"/>
              </a:defRPr>
            </a:lvl5pPr>
            <a:lvl6pPr>
              <a:defRPr sz="3600" b="1">
                <a:solidFill>
                  <a:srgbClr val="172B24"/>
                </a:solidFill>
                <a:latin typeface="Arial"/>
                <a:ea typeface="Arial"/>
                <a:cs typeface="Arial"/>
              </a:defRPr>
            </a:lvl6pPr>
            <a:lvl7pPr>
              <a:defRPr sz="3600" b="1">
                <a:solidFill>
                  <a:srgbClr val="172B24"/>
                </a:solidFill>
                <a:latin typeface="Arial"/>
                <a:ea typeface="Arial"/>
                <a:cs typeface="Arial"/>
              </a:defRPr>
            </a:lvl7pPr>
            <a:lvl8pPr>
              <a:defRPr sz="3600" b="1">
                <a:solidFill>
                  <a:srgbClr val="172B24"/>
                </a:solidFill>
                <a:latin typeface="Arial"/>
                <a:ea typeface="Arial"/>
                <a:cs typeface="Arial"/>
              </a:defRPr>
            </a:lvl8pPr>
            <a:lvl9pPr>
              <a:defRPr sz="3600" b="1">
                <a:solidFill>
                  <a:srgbClr val="172B24"/>
                </a:solidFill>
                <a:latin typeface="Arial"/>
                <a:ea typeface="Arial"/>
                <a:cs typeface="Arial"/>
              </a:defRPr>
            </a:lvl9pPr>
          </a:lstStyle>
          <a:p xmlns:a="http://schemas.openxmlformats.org/drawingml/2006/main">
            <a:pPr>
              <a:defRPr sz="3600" b="1">
                <a:solidFill>
                  <a:srgbClr val="172B24"/>
                </a:solidFill>
                <a:latin typeface="Arial"/>
                <a:ea typeface="Arial"/>
                <a:cs typeface="Arial"/>
              </a:defRPr>
            </a:pPr>
            <a:r>
              <a:rPr sz="3600" b="1">
                <a:solidFill>
                  <a:srgbClr val="172B24"/>
                </a:solidFill>
                <a:latin typeface="Arial"/>
                <a:ea typeface="Arial"/>
                <a:cs typeface="Arial"/>
              </a:rPr>
              <a:t>Business Model</a:t>
            </a:r>
          </a:p>
        </p:txBody>
      </p:sp>
      <p:sp>
        <p:nvSpPr>
          <p:cNvPr id="3" name="">
            <a:extLst xmlns:a="http://schemas.openxmlformats.org/drawingml/2006/main">
              <a:ext uri="{FF2B5EF4-FFF2-40B4-BE49-F238E27FC236}">
                <a16:creationId xmlns:a16="http://schemas.microsoft.com/office/drawing/2014/main" id="{C112B7C3-F306-477B-91FA-B2BE23A9C6B3}"/>
              </a:ext>
            </a:extLst>
          </p:cNvPr>
          <p:cNvSpPr>
            <a:spLocks xmlns:a="http://schemas.openxmlformats.org/drawingml/2006/main" noGrp="1"/>
          </p:cNvSpPr>
          <p:nvPr/>
        </p:nvSpPr>
        <p:spPr>
          <a:xfrm xmlns:a="http://schemas.openxmlformats.org/drawingml/2006/main">
            <a:off x="10858500" y="6553200"/>
            <a:ext cx="762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5C6A63"/>
                </a:solidFill>
                <a:latin typeface="Arial"/>
                <a:ea typeface="Arial"/>
                <a:cs typeface="Arial"/>
              </a:defRPr>
            </a:defPPr>
            <a:lvl1pPr>
              <a:defRPr sz="1200" b="0">
                <a:solidFill>
                  <a:srgbClr val="5C6A63"/>
                </a:solidFill>
                <a:latin typeface="Arial"/>
                <a:ea typeface="Arial"/>
                <a:cs typeface="Arial"/>
              </a:defRPr>
            </a:lvl1pPr>
            <a:lvl2pPr>
              <a:defRPr sz="1200" b="0">
                <a:solidFill>
                  <a:srgbClr val="5C6A63"/>
                </a:solidFill>
                <a:latin typeface="Arial"/>
                <a:ea typeface="Arial"/>
                <a:cs typeface="Arial"/>
              </a:defRPr>
            </a:lvl2pPr>
            <a:lvl3pPr>
              <a:defRPr sz="1200" b="0">
                <a:solidFill>
                  <a:srgbClr val="5C6A63"/>
                </a:solidFill>
                <a:latin typeface="Arial"/>
                <a:ea typeface="Arial"/>
                <a:cs typeface="Arial"/>
              </a:defRPr>
            </a:lvl3pPr>
            <a:lvl4pPr>
              <a:defRPr sz="1200" b="0">
                <a:solidFill>
                  <a:srgbClr val="5C6A63"/>
                </a:solidFill>
                <a:latin typeface="Arial"/>
                <a:ea typeface="Arial"/>
                <a:cs typeface="Arial"/>
              </a:defRPr>
            </a:lvl4pPr>
            <a:lvl5pPr>
              <a:defRPr sz="1200" b="0">
                <a:solidFill>
                  <a:srgbClr val="5C6A63"/>
                </a:solidFill>
                <a:latin typeface="Arial"/>
                <a:ea typeface="Arial"/>
                <a:cs typeface="Arial"/>
              </a:defRPr>
            </a:lvl5pPr>
            <a:lvl6pPr>
              <a:defRPr sz="1200" b="0">
                <a:solidFill>
                  <a:srgbClr val="5C6A63"/>
                </a:solidFill>
                <a:latin typeface="Arial"/>
                <a:ea typeface="Arial"/>
                <a:cs typeface="Arial"/>
              </a:defRPr>
            </a:lvl6pPr>
            <a:lvl7pPr>
              <a:defRPr sz="1200" b="0">
                <a:solidFill>
                  <a:srgbClr val="5C6A63"/>
                </a:solidFill>
                <a:latin typeface="Arial"/>
                <a:ea typeface="Arial"/>
                <a:cs typeface="Arial"/>
              </a:defRPr>
            </a:lvl7pPr>
            <a:lvl8pPr>
              <a:defRPr sz="1200" b="0">
                <a:solidFill>
                  <a:srgbClr val="5C6A63"/>
                </a:solidFill>
                <a:latin typeface="Arial"/>
                <a:ea typeface="Arial"/>
                <a:cs typeface="Arial"/>
              </a:defRPr>
            </a:lvl8pPr>
            <a:lvl9pPr>
              <a:defRPr sz="1200" b="0">
                <a:solidFill>
                  <a:srgbClr val="5C6A63"/>
                </a:solidFill>
                <a:latin typeface="Arial"/>
                <a:ea typeface="Arial"/>
                <a:cs typeface="Arial"/>
              </a:defRPr>
            </a:lvl9pPr>
          </a:lstStyle>
          <a:p xmlns:a="http://schemas.openxmlformats.org/drawingml/2006/main">
            <a:pPr>
              <a:defRPr sz="1200" b="0">
                <a:solidFill>
                  <a:srgbClr val="5C6A63"/>
                </a:solidFill>
                <a:latin typeface="Arial"/>
                <a:ea typeface="Arial"/>
                <a:cs typeface="Arial"/>
              </a:defRPr>
            </a:pPr>
            <a:r>
              <a:rPr sz="1200" b="0">
                <a:solidFill>
                  <a:srgbClr val="5C6A63"/>
                </a:solidFill>
                <a:latin typeface="Arial"/>
                <a:ea typeface="Arial"/>
                <a:cs typeface="Arial"/>
              </a:rPr>
              <a:t>5 / 6</a:t>
            </a:r>
          </a:p>
        </p:txBody>
      </p:sp>
      <p:graphicFrame>
        <p:nvGraphicFramePr>
          <p:cNvPr id="4" name="">
            <a:extLst xmlns:a="http://schemas.openxmlformats.org/drawingml/2006/main">
              <a:ext uri="{FF2B5EF4-FFF2-40B4-BE49-F238E27FC236}">
                <a16:creationId xmlns:a16="http://schemas.microsoft.com/office/drawing/2014/main" id="{D230F0D1-8C68-4985-B65E-76853E3847EB}"/>
              </a:ext>
            </a:extLst>
          </p:cNvPr>
          <p:cNvGraphicFramePr/>
          <p:nvPr/>
        </p:nvGraphicFramePr>
        <p:xfrm>
          <a:off xmlns:a="http://schemas.openxmlformats.org/drawingml/2006/main" x="609600" y="1743075"/>
          <a:ext xmlns:a="http://schemas.openxmlformats.org/drawingml/2006/main" cx="10972800" cy="2914650"/>
        </p:xfrm>
        <a:graphic xmlns:a="http://schemas.openxmlformats.org/drawingml/2006/main">
          <a:graphicData uri="http://schemas.openxmlformats.org/drawingml/2006/table">
            <a:tbl>
              <a:tblPr/>
              <a:tblGrid>
                <a:gridCol w="2047875"/>
                <a:gridCol w="2047875"/>
                <a:gridCol w="2781300"/>
                <a:gridCol w="2047875"/>
                <a:gridCol w="2047875"/>
              </a:tblGrid>
              <a:tr h="1123950">
                <a:tc rowSpan="2">
                  <a:txBody>
                    <a:bodyPr>
                      <a:noAutofit/>
                    </a:bodyPr>
                    <a:lstStyle/>
                    <a:p>
                      <a:r>
                        <a:rPr sz="1500" b="1">
                          <a:solidFill>
                            <a:srgbClr val="172B24"/>
                          </a:solidFill>
                          <a:latin typeface="Arial"/>
                          <a:ea typeface="Arial"/>
                          <a:cs typeface="Arial"/>
                        </a:rPr>
                        <a:t>Partners (proposed)</a:t>
                      </a:r>
                    </a:p>
                    <a:p>
                      <a:r>
                        <a:rPr sz="1500">
                          <a:solidFill>
                            <a:srgbClr val="172B24"/>
                          </a:solidFill>
                          <a:latin typeface="Arial"/>
                          <a:ea typeface="Arial"/>
                          <a:cs typeface="Arial"/>
                        </a:rPr>
                        <a:t>Class contacts</a:t>
                      </a:r>
                    </a:p>
                    <a:p>
                      <a:r>
                        <a:rPr sz="1500">
                          <a:solidFill>
                            <a:srgbClr val="172B24"/>
                          </a:solidFill>
                          <a:latin typeface="Arial"/>
                          <a:ea typeface="Arial"/>
                          <a:cs typeface="Arial"/>
                        </a:rPr>
                        <a:t>Student societies</a:t>
                      </a:r>
                    </a:p>
                    <a:p>
                      <a:r>
                        <a:rPr sz="1500">
                          <a:solidFill>
                            <a:srgbClr val="172B24"/>
                          </a:solidFill>
                          <a:latin typeface="Arial"/>
                          <a:ea typeface="Arial"/>
                          <a:cs typeface="Arial"/>
                        </a:rPr>
                        <a:t>Hosting and email</a:t>
                      </a:r>
                    </a:p>
                  </a:txBody>
                  <a:tcPr marL="91440" marR="91440" marT="45720" marB="45720">
                    <a:lnL w="9525">
                      <a:solidFill>
                        <a:srgbClr val="D5DFD8"/>
                      </a:solidFill>
                      <a:prstDash val="solid"/>
                    </a:lnL>
                    <a:lnR w="9525">
                      <a:solidFill>
                        <a:srgbClr val="D5DFD8"/>
                      </a:solidFill>
                      <a:prstDash val="solid"/>
                    </a:lnR>
                    <a:lnT w="9525">
                      <a:solidFill>
                        <a:srgbClr val="D5DFD8"/>
                      </a:solidFill>
                      <a:prstDash val="solid"/>
                    </a:lnT>
                    <a:lnB w="9525">
                      <a:solidFill>
                        <a:srgbClr val="D5DFD8"/>
                      </a:solidFill>
                      <a:prstDash val="solid"/>
                    </a:lnB>
                    <a:solidFill>
                      <a:srgbClr val="F6F8F6"/>
                    </a:solidFill>
                  </a:tcPr>
                </a:tc>
                <a:tc>
                  <a:txBody>
                    <a:bodyPr>
                      <a:noAutofit/>
                    </a:bodyPr>
                    <a:lstStyle/>
                    <a:p>
                      <a:r>
                        <a:rPr sz="1500" b="1">
                          <a:solidFill>
                            <a:srgbClr val="172B24"/>
                          </a:solidFill>
                          <a:latin typeface="Arial"/>
                          <a:ea typeface="Arial"/>
                          <a:cs typeface="Arial"/>
                        </a:rPr>
                        <a:t>Activities</a:t>
                      </a:r>
                    </a:p>
                    <a:p>
                      <a:r>
                        <a:rPr sz="1500">
                          <a:solidFill>
                            <a:srgbClr val="172B24"/>
                          </a:solidFill>
                          <a:latin typeface="Arial"/>
                          <a:ea typeface="Arial"/>
                          <a:cs typeface="Arial"/>
                        </a:rPr>
                        <a:t>Moderation</a:t>
                      </a:r>
                    </a:p>
                    <a:p>
                      <a:r>
                        <a:rPr sz="1500">
                          <a:solidFill>
                            <a:srgbClr val="172B24"/>
                          </a:solidFill>
                          <a:latin typeface="Arial"/>
                          <a:ea typeface="Arial"/>
                          <a:cs typeface="Arial"/>
                        </a:rPr>
                        <a:t>Maintenance</a:t>
                      </a:r>
                    </a:p>
                    <a:p>
                      <a:r>
                        <a:rPr sz="1500">
                          <a:solidFill>
                            <a:srgbClr val="172B24"/>
                          </a:solidFill>
                          <a:latin typeface="Arial"/>
                          <a:ea typeface="Arial"/>
                          <a:cs typeface="Arial"/>
                        </a:rPr>
                        <a:t>Pilot support</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F6F8F6"/>
                    </a:solidFill>
                  </a:tcPr>
                </a:tc>
                <a:tc rowSpan="2">
                  <a:txBody>
                    <a:bodyPr>
                      <a:noAutofit/>
                    </a:bodyPr>
                    <a:lstStyle/>
                    <a:p>
                      <a:r>
                        <a:rPr sz="1500" b="1">
                          <a:solidFill>
                            <a:srgbClr val="FFFFFF"/>
                          </a:solidFill>
                          <a:latin typeface="Arial"/>
                          <a:ea typeface="Arial"/>
                          <a:cs typeface="Arial"/>
                        </a:rPr>
                        <a:t>Value proposition</a:t>
                      </a:r>
                    </a:p>
                    <a:p>
                      <a:r>
                        <a:rPr sz="1500">
                          <a:solidFill>
                            <a:srgbClr val="FFFFFF"/>
                          </a:solidFill>
                          <a:latin typeface="Arial"/>
                          <a:ea typeface="Arial"/>
                          <a:cs typeface="Arial"/>
                        </a:rPr>
                        <a:t>An item for your dates</a:t>
                      </a:r>
                    </a:p>
                    <a:p>
                      <a:r>
                        <a:rPr sz="1500">
                          <a:solidFill>
                            <a:srgbClr val="FFFFFF"/>
                          </a:solidFill>
                          <a:latin typeface="Arial"/>
                          <a:ea typeface="Arial"/>
                          <a:cs typeface="Arial"/>
                        </a:rPr>
                        <a:t>Clear fees and return</a:t>
                      </a:r>
                    </a:p>
                    <a:p>
                      <a:r>
                        <a:rPr sz="1500">
                          <a:solidFill>
                            <a:srgbClr val="FFFFFF"/>
                          </a:solidFill>
                          <a:latin typeface="Arial"/>
                          <a:ea typeface="Arial"/>
                          <a:cs typeface="Arial"/>
                        </a:rPr>
                        <a:t>Public handoff</a:t>
                      </a:r>
                    </a:p>
                    <a:p>
                      <a:r>
                        <a:rPr sz="1500">
                          <a:solidFill>
                            <a:srgbClr val="FFFFFF"/>
                          </a:solidFill>
                          <a:latin typeface="Arial"/>
                          <a:ea typeface="Arial"/>
                          <a:cs typeface="Arial"/>
                        </a:rPr>
                        <a:t>Optional location</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24634D"/>
                    </a:solidFill>
                  </a:tcPr>
                </a:tc>
                <a:tc>
                  <a:txBody>
                    <a:bodyPr>
                      <a:noAutofit/>
                    </a:bodyPr>
                    <a:lstStyle/>
                    <a:p>
                      <a:r>
                        <a:rPr sz="1500" b="1">
                          <a:solidFill>
                            <a:srgbClr val="172B24"/>
                          </a:solidFill>
                          <a:latin typeface="Arial"/>
                          <a:ea typeface="Arial"/>
                          <a:cs typeface="Arial"/>
                        </a:rPr>
                        <a:t>Relationships</a:t>
                      </a:r>
                    </a:p>
                    <a:p>
                      <a:r>
                        <a:rPr sz="1500">
                          <a:solidFill>
                            <a:srgbClr val="172B24"/>
                          </a:solidFill>
                          <a:latin typeface="Arial"/>
                          <a:ea typeface="Arial"/>
                          <a:cs typeface="Arial"/>
                        </a:rPr>
                        <a:t>Manual support</a:t>
                      </a:r>
                    </a:p>
                    <a:p>
                      <a:r>
                        <a:rPr sz="1500">
                          <a:solidFill>
                            <a:srgbClr val="172B24"/>
                          </a:solidFill>
                          <a:latin typeface="Arial"/>
                          <a:ea typeface="Arial"/>
                          <a:cs typeface="Arial"/>
                        </a:rPr>
                        <a:t>Explicit confirmation</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F6F8F6"/>
                    </a:solidFill>
                  </a:tcPr>
                </a:tc>
                <a:tc rowSpan="2">
                  <a:txBody>
                    <a:bodyPr>
                      <a:noAutofit/>
                    </a:bodyPr>
                    <a:lstStyle/>
                    <a:p>
                      <a:r>
                        <a:rPr sz="1500" b="1">
                          <a:solidFill>
                            <a:srgbClr val="172B24"/>
                          </a:solidFill>
                          <a:latin typeface="Arial"/>
                          <a:ea typeface="Arial"/>
                          <a:cs typeface="Arial"/>
                        </a:rPr>
                        <a:t>Segments</a:t>
                      </a:r>
                    </a:p>
                    <a:p>
                      <a:r>
                        <a:rPr sz="1500">
                          <a:solidFill>
                            <a:srgbClr val="172B24"/>
                          </a:solidFill>
                          <a:latin typeface="Arial"/>
                          <a:ea typeface="Arial"/>
                          <a:cs typeface="Arial"/>
                        </a:rPr>
                        <a:t>Occasional requesters</a:t>
                      </a:r>
                    </a:p>
                    <a:p>
                      <a:r>
                        <a:rPr sz="1500">
                          <a:solidFill>
                            <a:srgbClr val="172B24"/>
                          </a:solidFill>
                          <a:latin typeface="Arial"/>
                          <a:ea typeface="Arial"/>
                          <a:cs typeface="Arial"/>
                        </a:rPr>
                        <a:t>Willing item owners</a:t>
                      </a:r>
                    </a:p>
                    <a:p>
                      <a:r>
                        <a:rPr sz="1500">
                          <a:solidFill>
                            <a:srgbClr val="172B24"/>
                          </a:solidFill>
                          <a:latin typeface="Arial"/>
                          <a:ea typeface="Arial"/>
                          <a:cs typeface="Arial"/>
                        </a:rPr>
                        <a:t>DTS pilot first</a:t>
                      </a:r>
                    </a:p>
                  </a:txBody>
                  <a:tcPr marL="91440" marR="91440" marT="45720" marB="45720">
                    <a:lnR w="9525">
                      <a:solidFill>
                        <a:srgbClr val="D5DFD8"/>
                      </a:solidFill>
                      <a:prstDash val="solid"/>
                    </a:lnR>
                    <a:lnT w="9525">
                      <a:solidFill>
                        <a:srgbClr val="D5DFD8"/>
                      </a:solidFill>
                      <a:prstDash val="solid"/>
                    </a:lnT>
                    <a:lnB w="9525">
                      <a:solidFill>
                        <a:srgbClr val="D5DFD8"/>
                      </a:solidFill>
                      <a:prstDash val="solid"/>
                    </a:lnB>
                    <a:solidFill>
                      <a:srgbClr val="F6F8F6"/>
                    </a:solidFill>
                  </a:tcPr>
                </a:tc>
              </a:tr>
              <a:tr h="990600">
                <a:tc vMerge="1">
                  <a:txBody>
                    <a:bodyPr/>
                    <a:lstStyle/>
                    <a:p>
                      <a:r>
                        <a:t/>
                      </a:r>
                    </a:p>
                  </a:txBody>
                  <a:tcPr marL="91440" marR="91440" marT="45720" marB="45720">
                    <a:lnL w="9525">
                      <a:solidFill>
                        <a:srgbClr val="D5DFD8"/>
                      </a:solidFill>
                      <a:prstDash val="solid"/>
                    </a:lnL>
                    <a:lnR w="9525">
                      <a:solidFill>
                        <a:srgbClr val="D5DFD8"/>
                      </a:solidFill>
                      <a:prstDash val="solid"/>
                    </a:lnR>
                    <a:lnB w="9525">
                      <a:solidFill>
                        <a:srgbClr val="D5DFD8"/>
                      </a:solidFill>
                      <a:prstDash val="solid"/>
                    </a:lnB>
                  </a:tcPr>
                </a:tc>
                <a:tc>
                  <a:txBody>
                    <a:bodyPr>
                      <a:noAutofit/>
                    </a:bodyPr>
                    <a:lstStyle/>
                    <a:p>
                      <a:r>
                        <a:rPr sz="1500" b="1">
                          <a:solidFill>
                            <a:srgbClr val="172B24"/>
                          </a:solidFill>
                          <a:latin typeface="Arial"/>
                          <a:ea typeface="Arial"/>
                          <a:cs typeface="Arial"/>
                        </a:rPr>
                        <a:t>Resources</a:t>
                      </a:r>
                    </a:p>
                    <a:p>
                      <a:r>
                        <a:rPr sz="1500">
                          <a:solidFill>
                            <a:srgbClr val="172B24"/>
                          </a:solidFill>
                          <a:latin typeface="Arial"/>
                          <a:ea typeface="Arial"/>
                          <a:cs typeface="Arial"/>
                        </a:rPr>
                        <a:t>Relevant supply</a:t>
                      </a:r>
                    </a:p>
                    <a:p>
                      <a:r>
                        <a:rPr sz="1500">
                          <a:solidFill>
                            <a:srgbClr val="172B24"/>
                          </a:solidFill>
                          <a:latin typeface="Arial"/>
                          <a:ea typeface="Arial"/>
                          <a:cs typeface="Arial"/>
                        </a:rPr>
                        <a:t>Code and operators</a:t>
                      </a:r>
                    </a:p>
                  </a:txBody>
                  <a:tcPr marL="91440" marR="91440" marT="45720" marB="45720">
                    <a:lnR w="9525">
                      <a:solidFill>
                        <a:srgbClr val="D5DFD8"/>
                      </a:solidFill>
                      <a:prstDash val="solid"/>
                    </a:lnR>
                    <a:lnB w="9525">
                      <a:solidFill>
                        <a:srgbClr val="D5DFD8"/>
                      </a:solidFill>
                      <a:prstDash val="solid"/>
                    </a:lnB>
                    <a:solidFill>
                      <a:srgbClr val="F6F8F6"/>
                    </a:solidFill>
                  </a:tcPr>
                </a:tc>
                <a:tc vMerge="1">
                  <a:txBody>
                    <a:bodyPr/>
                    <a:lstStyle/>
                    <a:p>
                      <a:r>
                        <a:t/>
                      </a:r>
                    </a:p>
                  </a:txBody>
                  <a:tcPr marL="91440" marR="91440" marT="45720" marB="45720">
                    <a:lnR w="9525">
                      <a:solidFill>
                        <a:srgbClr val="D5DFD8"/>
                      </a:solidFill>
                      <a:prstDash val="solid"/>
                    </a:lnR>
                    <a:lnB w="9525">
                      <a:solidFill>
                        <a:srgbClr val="D5DFD8"/>
                      </a:solidFill>
                      <a:prstDash val="solid"/>
                    </a:lnB>
                  </a:tcPr>
                </a:tc>
                <a:tc>
                  <a:txBody>
                    <a:bodyPr>
                      <a:noAutofit/>
                    </a:bodyPr>
                    <a:lstStyle/>
                    <a:p>
                      <a:r>
                        <a:rPr sz="1500" b="1">
                          <a:solidFill>
                            <a:srgbClr val="172B24"/>
                          </a:solidFill>
                          <a:latin typeface="Arial"/>
                          <a:ea typeface="Arial"/>
                          <a:cs typeface="Arial"/>
                        </a:rPr>
                        <a:t>Channels</a:t>
                      </a:r>
                    </a:p>
                    <a:p>
                      <a:r>
                        <a:rPr sz="1500">
                          <a:solidFill>
                            <a:srgbClr val="172B24"/>
                          </a:solidFill>
                          <a:latin typeface="Arial"/>
                          <a:ea typeface="Arial"/>
                          <a:cs typeface="Arial"/>
                        </a:rPr>
                        <a:t>Eight DTS classes</a:t>
                      </a:r>
                    </a:p>
                    <a:p>
                      <a:r>
                        <a:rPr sz="1500">
                          <a:solidFill>
                            <a:srgbClr val="172B24"/>
                          </a:solidFill>
                          <a:latin typeface="Arial"/>
                          <a:ea typeface="Arial"/>
                          <a:cs typeface="Arial"/>
                        </a:rPr>
                        <a:t>Permitted referrals</a:t>
                      </a:r>
                    </a:p>
                  </a:txBody>
                  <a:tcPr marL="91440" marR="91440" marT="45720" marB="45720">
                    <a:lnR w="9525">
                      <a:solidFill>
                        <a:srgbClr val="D5DFD8"/>
                      </a:solidFill>
                      <a:prstDash val="solid"/>
                    </a:lnR>
                    <a:lnB w="9525">
                      <a:solidFill>
                        <a:srgbClr val="D5DFD8"/>
                      </a:solidFill>
                      <a:prstDash val="solid"/>
                    </a:lnB>
                    <a:solidFill>
                      <a:srgbClr val="F6F8F6"/>
                    </a:solidFill>
                  </a:tcPr>
                </a:tc>
                <a:tc vMerge="1">
                  <a:txBody>
                    <a:bodyPr/>
                    <a:lstStyle/>
                    <a:p>
                      <a:r>
                        <a:t/>
                      </a:r>
                    </a:p>
                  </a:txBody>
                  <a:tcPr marL="91440" marR="91440" marT="45720" marB="45720">
                    <a:lnR w="9525">
                      <a:solidFill>
                        <a:srgbClr val="D5DFD8"/>
                      </a:solidFill>
                      <a:prstDash val="solid"/>
                    </a:lnR>
                    <a:lnB w="9525">
                      <a:solidFill>
                        <a:srgbClr val="D5DFD8"/>
                      </a:solidFill>
                      <a:prstDash val="solid"/>
                    </a:lnB>
                  </a:tcPr>
                </a:tc>
              </a:tr>
              <a:tr h="800100">
                <a:tc gridSpan="3">
                  <a:txBody>
                    <a:bodyPr>
                      <a:noAutofit/>
                    </a:bodyPr>
                    <a:lstStyle/>
                    <a:p>
                      <a:r>
                        <a:rPr sz="1500" b="1">
                          <a:solidFill>
                            <a:srgbClr val="172B24"/>
                          </a:solidFill>
                          <a:latin typeface="Arial"/>
                          <a:ea typeface="Arial"/>
                          <a:cs typeface="Arial"/>
                        </a:rPr>
                        <a:t>Costs</a:t>
                      </a:r>
                    </a:p>
                    <a:p>
                      <a:r>
                        <a:rPr sz="1500">
                          <a:solidFill>
                            <a:srgbClr val="172B24"/>
                          </a:solidFill>
                          <a:latin typeface="Arial"/>
                          <a:ea typeface="Arial"/>
                          <a:cs typeface="Arial"/>
                        </a:rPr>
                        <a:t>CNY180 cash for four weeks. Team time separate.</a:t>
                      </a:r>
                    </a:p>
                  </a:txBody>
                  <a:tcPr marL="91440" marR="91440" marT="45720" marB="45720">
                    <a:lnL w="9525">
                      <a:solidFill>
                        <a:srgbClr val="D5DFD8"/>
                      </a:solidFill>
                      <a:prstDash val="solid"/>
                    </a:lnL>
                    <a:lnR w="9525">
                      <a:solidFill>
                        <a:srgbClr val="D5DFD8"/>
                      </a:solidFill>
                      <a:prstDash val="solid"/>
                    </a:lnR>
                    <a:lnB w="9525">
                      <a:solidFill>
                        <a:srgbClr val="D5DFD8"/>
                      </a:solidFill>
                      <a:prstDash val="solid"/>
                    </a:lnB>
                    <a:solidFill>
                      <a:srgbClr val="F6F8F6"/>
                    </a:solidFill>
                  </a:tcPr>
                </a:tc>
                <a:tc hMerge="1">
                  <a:txBody>
                    <a:bodyPr/>
                    <a:lstStyle/>
                    <a:p>
                      <a:r>
                        <a:t/>
                      </a:r>
                    </a:p>
                  </a:txBody>
                  <a:tcPr marL="91440" marR="91440" marT="45720" marB="45720">
                    <a:lnR w="9525">
                      <a:solidFill>
                        <a:srgbClr val="D5DFD8"/>
                      </a:solidFill>
                      <a:prstDash val="solid"/>
                    </a:lnR>
                    <a:lnB w="9525">
                      <a:solidFill>
                        <a:srgbClr val="D5DFD8"/>
                      </a:solidFill>
                      <a:prstDash val="solid"/>
                    </a:lnB>
                  </a:tcPr>
                </a:tc>
                <a:tc hMerge="1">
                  <a:txBody>
                    <a:bodyPr/>
                    <a:lstStyle/>
                    <a:p>
                      <a:r>
                        <a:t/>
                      </a:r>
                    </a:p>
                  </a:txBody>
                  <a:tcPr marL="91440" marR="91440" marT="45720" marB="45720">
                    <a:lnR w="9525">
                      <a:solidFill>
                        <a:srgbClr val="D5DFD8"/>
                      </a:solidFill>
                      <a:prstDash val="solid"/>
                    </a:lnR>
                    <a:lnB w="9525">
                      <a:solidFill>
                        <a:srgbClr val="D5DFD8"/>
                      </a:solidFill>
                      <a:prstDash val="solid"/>
                    </a:lnB>
                  </a:tcPr>
                </a:tc>
                <a:tc gridSpan="2">
                  <a:txBody>
                    <a:bodyPr>
                      <a:noAutofit/>
                    </a:bodyPr>
                    <a:lstStyle/>
                    <a:p>
                      <a:r>
                        <a:rPr sz="1500" b="1">
                          <a:solidFill>
                            <a:srgbClr val="172B24"/>
                          </a:solidFill>
                          <a:latin typeface="Arial"/>
                          <a:ea typeface="Arial"/>
                          <a:cs typeface="Arial"/>
                        </a:rPr>
                        <a:t>Revenue</a:t>
                      </a:r>
                    </a:p>
                    <a:p>
                      <a:r>
                        <a:rPr sz="1500">
                          <a:solidFill>
                            <a:srgbClr val="172B24"/>
                          </a:solidFill>
                          <a:latin typeface="Arial"/>
                          <a:ea typeface="Arial"/>
                          <a:cs typeface="Arial"/>
                        </a:rPr>
                        <a:t>Pilot fee CNY0. Later fee requires validation.</a:t>
                      </a:r>
                    </a:p>
                  </a:txBody>
                  <a:tcPr marL="91440" marR="91440" marT="45720" marB="45720">
                    <a:lnR w="9525">
                      <a:solidFill>
                        <a:srgbClr val="D5DFD8"/>
                      </a:solidFill>
                      <a:prstDash val="solid"/>
                    </a:lnR>
                    <a:lnB w="9525">
                      <a:solidFill>
                        <a:srgbClr val="D5DFD8"/>
                      </a:solidFill>
                      <a:prstDash val="solid"/>
                    </a:lnB>
                    <a:solidFill>
                      <a:srgbClr val="F6F8F6"/>
                    </a:solidFill>
                  </a:tcPr>
                </a:tc>
                <a:tc hMerge="1">
                  <a:txBody>
                    <a:bodyPr/>
                    <a:lstStyle/>
                    <a:p>
                      <a:r>
                        <a:t/>
                      </a:r>
                    </a:p>
                  </a:txBody>
                  <a:tcPr marL="91440" marR="91440" marT="45720" marB="45720">
                    <a:lnR w="9525">
                      <a:solidFill>
                        <a:srgbClr val="D5DFD8"/>
                      </a:solidFill>
                      <a:prstDash val="solid"/>
                    </a:lnR>
                    <a:lnB w="9525">
                      <a:solidFill>
                        <a:srgbClr val="D5DFD8"/>
                      </a:solidFill>
                      <a:prstDash val="solid"/>
                    </a:lnB>
                  </a:tcPr>
                </a:tc>
              </a:tr>
            </a:tbl>
          </a:graphicData>
        </a:graphic>
      </p:graphicFrame>
      <p:graphicFrame>
        <p:nvGraphicFramePr>
          <p:cNvPr id="5" name="Chart">
            <a:extLst xmlns:a="http://schemas.openxmlformats.org/drawingml/2006/main">
              <a:ext uri="{FF2B5EF4-FFF2-40B4-BE49-F238E27FC236}">
                <a16:creationId xmlns:a16="http://schemas.microsoft.com/office/drawing/2014/main" id="{0A799D5E-21B2-44F4-B157-A00D68767A8E}"/>
              </a:ext>
            </a:extLst>
          </p:cNvPr>
          <p:cNvGraphicFramePr/>
          <p:nvPr/>
        </p:nvGraphicFramePr>
        <p:xfrm>
          <a:off xmlns:a="http://schemas.openxmlformats.org/drawingml/2006/main" x="609600" y="4905375"/>
          <a:ext xmlns:a="http://schemas.openxmlformats.org/drawingml/2006/main" cx="5143500" cy="1485900"/>
        </p:xfrm>
        <a:graphic xmlns:a="http://schemas.openxmlformats.org/drawingml/2006/main">
          <a:graphicData uri="http://schemas.openxmlformats.org/drawingml/2006/chart">
            <c:chart xmlns:r="http://schemas.openxmlformats.org/officeDocument/2006/relationships" xmlns:c="http://schemas.openxmlformats.org/drawingml/2006/chart" r:id="R0a6abc4d17a946f2"/>
          </a:graphicData>
        </a:graphic>
      </p:graphicFrame>
      <p:sp>
        <p:nvSpPr>
          <p:cNvPr id="6" name="">
            <a:extLst xmlns:a="http://schemas.openxmlformats.org/drawingml/2006/main">
              <a:ext uri="{FF2B5EF4-FFF2-40B4-BE49-F238E27FC236}">
                <a16:creationId xmlns:a16="http://schemas.microsoft.com/office/drawing/2014/main" id="{A2CB70F7-7DA1-4D7D-8B45-1AC55C97D610}"/>
              </a:ext>
            </a:extLst>
          </p:cNvPr>
          <p:cNvSpPr>
            <a:spLocks xmlns:a="http://schemas.openxmlformats.org/drawingml/2006/main" noGrp="1"/>
          </p:cNvSpPr>
          <p:nvPr/>
        </p:nvSpPr>
        <p:spPr>
          <a:xfrm xmlns:a="http://schemas.openxmlformats.org/drawingml/2006/main">
            <a:off x="6467475" y="4924425"/>
            <a:ext cx="2333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172B24"/>
                </a:solidFill>
                <a:latin typeface="Arial"/>
                <a:ea typeface="Arial"/>
                <a:cs typeface="Arial"/>
              </a:defRPr>
            </a:defPPr>
            <a:lvl1pPr>
              <a:defRPr sz="3300" b="1">
                <a:solidFill>
                  <a:srgbClr val="172B24"/>
                </a:solidFill>
                <a:latin typeface="Arial"/>
                <a:ea typeface="Arial"/>
                <a:cs typeface="Arial"/>
              </a:defRPr>
            </a:lvl1pPr>
            <a:lvl2pPr>
              <a:defRPr sz="3300" b="1">
                <a:solidFill>
                  <a:srgbClr val="172B24"/>
                </a:solidFill>
                <a:latin typeface="Arial"/>
                <a:ea typeface="Arial"/>
                <a:cs typeface="Arial"/>
              </a:defRPr>
            </a:lvl2pPr>
            <a:lvl3pPr>
              <a:defRPr sz="3300" b="1">
                <a:solidFill>
                  <a:srgbClr val="172B24"/>
                </a:solidFill>
                <a:latin typeface="Arial"/>
                <a:ea typeface="Arial"/>
                <a:cs typeface="Arial"/>
              </a:defRPr>
            </a:lvl3pPr>
            <a:lvl4pPr>
              <a:defRPr sz="3300" b="1">
                <a:solidFill>
                  <a:srgbClr val="172B24"/>
                </a:solidFill>
                <a:latin typeface="Arial"/>
                <a:ea typeface="Arial"/>
                <a:cs typeface="Arial"/>
              </a:defRPr>
            </a:lvl4pPr>
            <a:lvl5pPr>
              <a:defRPr sz="3300" b="1">
                <a:solidFill>
                  <a:srgbClr val="172B24"/>
                </a:solidFill>
                <a:latin typeface="Arial"/>
                <a:ea typeface="Arial"/>
                <a:cs typeface="Arial"/>
              </a:defRPr>
            </a:lvl5pPr>
            <a:lvl6pPr>
              <a:defRPr sz="3300" b="1">
                <a:solidFill>
                  <a:srgbClr val="172B24"/>
                </a:solidFill>
                <a:latin typeface="Arial"/>
                <a:ea typeface="Arial"/>
                <a:cs typeface="Arial"/>
              </a:defRPr>
            </a:lvl6pPr>
            <a:lvl7pPr>
              <a:defRPr sz="3300" b="1">
                <a:solidFill>
                  <a:srgbClr val="172B24"/>
                </a:solidFill>
                <a:latin typeface="Arial"/>
                <a:ea typeface="Arial"/>
                <a:cs typeface="Arial"/>
              </a:defRPr>
            </a:lvl7pPr>
            <a:lvl8pPr>
              <a:defRPr sz="3300" b="1">
                <a:solidFill>
                  <a:srgbClr val="172B24"/>
                </a:solidFill>
                <a:latin typeface="Arial"/>
                <a:ea typeface="Arial"/>
                <a:cs typeface="Arial"/>
              </a:defRPr>
            </a:lvl8pPr>
            <a:lvl9pPr>
              <a:defRPr sz="3300" b="1">
                <a:solidFill>
                  <a:srgbClr val="172B24"/>
                </a:solidFill>
                <a:latin typeface="Arial"/>
                <a:ea typeface="Arial"/>
                <a:cs typeface="Arial"/>
              </a:defRPr>
            </a:lvl9pPr>
          </a:lstStyle>
          <a:p xmlns:a="http://schemas.openxmlformats.org/drawingml/2006/main">
            <a:pPr>
              <a:defRPr sz="3300" b="1">
                <a:solidFill>
                  <a:srgbClr val="172B24"/>
                </a:solidFill>
                <a:latin typeface="Arial"/>
                <a:ea typeface="Arial"/>
                <a:cs typeface="Arial"/>
              </a:defRPr>
            </a:pPr>
            <a:r>
              <a:rPr sz="3300" b="1">
                <a:solidFill>
                  <a:srgbClr val="172B24"/>
                </a:solidFill>
                <a:latin typeface="Arial"/>
                <a:ea typeface="Arial"/>
                <a:cs typeface="Arial"/>
              </a:rPr>
              <a:t>CNY20</a:t>
            </a:r>
          </a:p>
        </p:txBody>
      </p:sp>
      <p:sp>
        <p:nvSpPr>
          <p:cNvPr id="7" name="">
            <a:extLst xmlns:a="http://schemas.openxmlformats.org/drawingml/2006/main">
              <a:ext uri="{FF2B5EF4-FFF2-40B4-BE49-F238E27FC236}">
                <a16:creationId xmlns:a16="http://schemas.microsoft.com/office/drawing/2014/main" id="{BFD5E5E4-BC35-4CC0-BEFF-5F812B123D56}"/>
              </a:ext>
            </a:extLst>
          </p:cNvPr>
          <p:cNvSpPr>
            <a:spLocks xmlns:a="http://schemas.openxmlformats.org/drawingml/2006/main" noGrp="1"/>
          </p:cNvSpPr>
          <p:nvPr/>
        </p:nvSpPr>
        <p:spPr>
          <a:xfrm xmlns:a="http://schemas.openxmlformats.org/drawingml/2006/main">
            <a:off x="6467475" y="5495925"/>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5C6A63"/>
                </a:solidFill>
                <a:latin typeface="Arial"/>
                <a:ea typeface="Arial"/>
                <a:cs typeface="Arial"/>
              </a:defRPr>
            </a:defPPr>
            <a:lvl1pPr>
              <a:defRPr sz="1350" b="0">
                <a:solidFill>
                  <a:srgbClr val="5C6A63"/>
                </a:solidFill>
                <a:latin typeface="Arial"/>
                <a:ea typeface="Arial"/>
                <a:cs typeface="Arial"/>
              </a:defRPr>
            </a:lvl1pPr>
            <a:lvl2pPr>
              <a:defRPr sz="1350" b="0">
                <a:solidFill>
                  <a:srgbClr val="5C6A63"/>
                </a:solidFill>
                <a:latin typeface="Arial"/>
                <a:ea typeface="Arial"/>
                <a:cs typeface="Arial"/>
              </a:defRPr>
            </a:lvl2pPr>
            <a:lvl3pPr>
              <a:defRPr sz="1350" b="0">
                <a:solidFill>
                  <a:srgbClr val="5C6A63"/>
                </a:solidFill>
                <a:latin typeface="Arial"/>
                <a:ea typeface="Arial"/>
                <a:cs typeface="Arial"/>
              </a:defRPr>
            </a:lvl3pPr>
            <a:lvl4pPr>
              <a:defRPr sz="1350" b="0">
                <a:solidFill>
                  <a:srgbClr val="5C6A63"/>
                </a:solidFill>
                <a:latin typeface="Arial"/>
                <a:ea typeface="Arial"/>
                <a:cs typeface="Arial"/>
              </a:defRPr>
            </a:lvl4pPr>
            <a:lvl5pPr>
              <a:defRPr sz="1350" b="0">
                <a:solidFill>
                  <a:srgbClr val="5C6A63"/>
                </a:solidFill>
                <a:latin typeface="Arial"/>
                <a:ea typeface="Arial"/>
                <a:cs typeface="Arial"/>
              </a:defRPr>
            </a:lvl5pPr>
            <a:lvl6pPr>
              <a:defRPr sz="1350" b="0">
                <a:solidFill>
                  <a:srgbClr val="5C6A63"/>
                </a:solidFill>
                <a:latin typeface="Arial"/>
                <a:ea typeface="Arial"/>
                <a:cs typeface="Arial"/>
              </a:defRPr>
            </a:lvl6pPr>
            <a:lvl7pPr>
              <a:defRPr sz="1350" b="0">
                <a:solidFill>
                  <a:srgbClr val="5C6A63"/>
                </a:solidFill>
                <a:latin typeface="Arial"/>
                <a:ea typeface="Arial"/>
                <a:cs typeface="Arial"/>
              </a:defRPr>
            </a:lvl7pPr>
            <a:lvl8pPr>
              <a:defRPr sz="1350" b="0">
                <a:solidFill>
                  <a:srgbClr val="5C6A63"/>
                </a:solidFill>
                <a:latin typeface="Arial"/>
                <a:ea typeface="Arial"/>
                <a:cs typeface="Arial"/>
              </a:defRPr>
            </a:lvl8pPr>
            <a:lvl9pPr>
              <a:defRPr sz="1350" b="0">
                <a:solidFill>
                  <a:srgbClr val="5C6A63"/>
                </a:solidFill>
                <a:latin typeface="Arial"/>
                <a:ea typeface="Arial"/>
                <a:cs typeface="Arial"/>
              </a:defRPr>
            </a:lvl9pPr>
          </a:lstStyle>
          <a:p xmlns:a="http://schemas.openxmlformats.org/drawingml/2006/main">
            <a:pPr>
              <a:defRPr sz="1350" b="0">
                <a:solidFill>
                  <a:srgbClr val="5C6A63"/>
                </a:solidFill>
                <a:latin typeface="Arial"/>
                <a:ea typeface="Arial"/>
                <a:cs typeface="Arial"/>
              </a:defRPr>
            </a:pPr>
            <a:r>
              <a:rPr sz="1350" b="0">
                <a:solidFill>
                  <a:srgbClr val="5C6A63"/>
                </a:solidFill>
                <a:latin typeface="Arial"/>
                <a:ea typeface="Arial"/>
                <a:cs typeface="Arial"/>
              </a:rPr>
              <a:t>Planned paid GMV</a:t>
            </a:r>
          </a:p>
        </p:txBody>
      </p:sp>
      <p:sp>
        <p:nvSpPr>
          <p:cNvPr id="8" name="">
            <a:extLst xmlns:a="http://schemas.openxmlformats.org/drawingml/2006/main">
              <a:ext uri="{FF2B5EF4-FFF2-40B4-BE49-F238E27FC236}">
                <a16:creationId xmlns:a16="http://schemas.microsoft.com/office/drawing/2014/main" id="{8E8E36D1-C3C6-4E5D-9311-597AC008B8F3}"/>
              </a:ext>
            </a:extLst>
          </p:cNvPr>
          <p:cNvSpPr>
            <a:spLocks xmlns:a="http://schemas.openxmlformats.org/drawingml/2006/main" noGrp="1"/>
          </p:cNvSpPr>
          <p:nvPr/>
        </p:nvSpPr>
        <p:spPr>
          <a:xfrm xmlns:a="http://schemas.openxmlformats.org/drawingml/2006/main">
            <a:off x="9296400" y="4924425"/>
            <a:ext cx="2333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300" b="1">
                <a:solidFill>
                  <a:srgbClr val="24634D"/>
                </a:solidFill>
                <a:latin typeface="Arial"/>
                <a:ea typeface="Arial"/>
                <a:cs typeface="Arial"/>
              </a:defRPr>
            </a:defPPr>
            <a:lvl1pPr>
              <a:defRPr sz="3300" b="1">
                <a:solidFill>
                  <a:srgbClr val="24634D"/>
                </a:solidFill>
                <a:latin typeface="Arial"/>
                <a:ea typeface="Arial"/>
                <a:cs typeface="Arial"/>
              </a:defRPr>
            </a:lvl1pPr>
            <a:lvl2pPr>
              <a:defRPr sz="3300" b="1">
                <a:solidFill>
                  <a:srgbClr val="24634D"/>
                </a:solidFill>
                <a:latin typeface="Arial"/>
                <a:ea typeface="Arial"/>
                <a:cs typeface="Arial"/>
              </a:defRPr>
            </a:lvl2pPr>
            <a:lvl3pPr>
              <a:defRPr sz="3300" b="1">
                <a:solidFill>
                  <a:srgbClr val="24634D"/>
                </a:solidFill>
                <a:latin typeface="Arial"/>
                <a:ea typeface="Arial"/>
                <a:cs typeface="Arial"/>
              </a:defRPr>
            </a:lvl3pPr>
            <a:lvl4pPr>
              <a:defRPr sz="3300" b="1">
                <a:solidFill>
                  <a:srgbClr val="24634D"/>
                </a:solidFill>
                <a:latin typeface="Arial"/>
                <a:ea typeface="Arial"/>
                <a:cs typeface="Arial"/>
              </a:defRPr>
            </a:lvl4pPr>
            <a:lvl5pPr>
              <a:defRPr sz="3300" b="1">
                <a:solidFill>
                  <a:srgbClr val="24634D"/>
                </a:solidFill>
                <a:latin typeface="Arial"/>
                <a:ea typeface="Arial"/>
                <a:cs typeface="Arial"/>
              </a:defRPr>
            </a:lvl5pPr>
            <a:lvl6pPr>
              <a:defRPr sz="3300" b="1">
                <a:solidFill>
                  <a:srgbClr val="24634D"/>
                </a:solidFill>
                <a:latin typeface="Arial"/>
                <a:ea typeface="Arial"/>
                <a:cs typeface="Arial"/>
              </a:defRPr>
            </a:lvl6pPr>
            <a:lvl7pPr>
              <a:defRPr sz="3300" b="1">
                <a:solidFill>
                  <a:srgbClr val="24634D"/>
                </a:solidFill>
                <a:latin typeface="Arial"/>
                <a:ea typeface="Arial"/>
                <a:cs typeface="Arial"/>
              </a:defRPr>
            </a:lvl7pPr>
            <a:lvl8pPr>
              <a:defRPr sz="3300" b="1">
                <a:solidFill>
                  <a:srgbClr val="24634D"/>
                </a:solidFill>
                <a:latin typeface="Arial"/>
                <a:ea typeface="Arial"/>
                <a:cs typeface="Arial"/>
              </a:defRPr>
            </a:lvl8pPr>
            <a:lvl9pPr>
              <a:defRPr sz="3300" b="1">
                <a:solidFill>
                  <a:srgbClr val="24634D"/>
                </a:solidFill>
                <a:latin typeface="Arial"/>
                <a:ea typeface="Arial"/>
                <a:cs typeface="Arial"/>
              </a:defRPr>
            </a:lvl9pPr>
          </a:lstStyle>
          <a:p xmlns:a="http://schemas.openxmlformats.org/drawingml/2006/main">
            <a:pPr>
              <a:defRPr sz="3300" b="1">
                <a:solidFill>
                  <a:srgbClr val="24634D"/>
                </a:solidFill>
                <a:latin typeface="Arial"/>
                <a:ea typeface="Arial"/>
                <a:cs typeface="Arial"/>
              </a:defRPr>
            </a:pPr>
            <a:r>
              <a:rPr sz="3300" b="1">
                <a:solidFill>
                  <a:srgbClr val="24634D"/>
                </a:solidFill>
                <a:latin typeface="Arial"/>
                <a:ea typeface="Arial"/>
                <a:cs typeface="Arial"/>
              </a:rPr>
              <a:t>CNY0</a:t>
            </a:r>
          </a:p>
        </p:txBody>
      </p:sp>
      <p:sp>
        <p:nvSpPr>
          <p:cNvPr id="9" name="">
            <a:extLst xmlns:a="http://schemas.openxmlformats.org/drawingml/2006/main">
              <a:ext uri="{FF2B5EF4-FFF2-40B4-BE49-F238E27FC236}">
                <a16:creationId xmlns:a16="http://schemas.microsoft.com/office/drawing/2014/main" id="{48E00226-DA39-43EB-ABD4-8AC8DA47C0DD}"/>
              </a:ext>
            </a:extLst>
          </p:cNvPr>
          <p:cNvSpPr>
            <a:spLocks xmlns:a="http://schemas.openxmlformats.org/drawingml/2006/main" noGrp="1"/>
          </p:cNvSpPr>
          <p:nvPr/>
        </p:nvSpPr>
        <p:spPr>
          <a:xfrm xmlns:a="http://schemas.openxmlformats.org/drawingml/2006/main">
            <a:off x="9296400" y="5495925"/>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5C6A63"/>
                </a:solidFill>
                <a:latin typeface="Arial"/>
                <a:ea typeface="Arial"/>
                <a:cs typeface="Arial"/>
              </a:defRPr>
            </a:defPPr>
            <a:lvl1pPr>
              <a:defRPr sz="1350" b="0">
                <a:solidFill>
                  <a:srgbClr val="5C6A63"/>
                </a:solidFill>
                <a:latin typeface="Arial"/>
                <a:ea typeface="Arial"/>
                <a:cs typeface="Arial"/>
              </a:defRPr>
            </a:lvl1pPr>
            <a:lvl2pPr>
              <a:defRPr sz="1350" b="0">
                <a:solidFill>
                  <a:srgbClr val="5C6A63"/>
                </a:solidFill>
                <a:latin typeface="Arial"/>
                <a:ea typeface="Arial"/>
                <a:cs typeface="Arial"/>
              </a:defRPr>
            </a:lvl2pPr>
            <a:lvl3pPr>
              <a:defRPr sz="1350" b="0">
                <a:solidFill>
                  <a:srgbClr val="5C6A63"/>
                </a:solidFill>
                <a:latin typeface="Arial"/>
                <a:ea typeface="Arial"/>
                <a:cs typeface="Arial"/>
              </a:defRPr>
            </a:lvl3pPr>
            <a:lvl4pPr>
              <a:defRPr sz="1350" b="0">
                <a:solidFill>
                  <a:srgbClr val="5C6A63"/>
                </a:solidFill>
                <a:latin typeface="Arial"/>
                <a:ea typeface="Arial"/>
                <a:cs typeface="Arial"/>
              </a:defRPr>
            </a:lvl4pPr>
            <a:lvl5pPr>
              <a:defRPr sz="1350" b="0">
                <a:solidFill>
                  <a:srgbClr val="5C6A63"/>
                </a:solidFill>
                <a:latin typeface="Arial"/>
                <a:ea typeface="Arial"/>
                <a:cs typeface="Arial"/>
              </a:defRPr>
            </a:lvl5pPr>
            <a:lvl6pPr>
              <a:defRPr sz="1350" b="0">
                <a:solidFill>
                  <a:srgbClr val="5C6A63"/>
                </a:solidFill>
                <a:latin typeface="Arial"/>
                <a:ea typeface="Arial"/>
                <a:cs typeface="Arial"/>
              </a:defRPr>
            </a:lvl6pPr>
            <a:lvl7pPr>
              <a:defRPr sz="1350" b="0">
                <a:solidFill>
                  <a:srgbClr val="5C6A63"/>
                </a:solidFill>
                <a:latin typeface="Arial"/>
                <a:ea typeface="Arial"/>
                <a:cs typeface="Arial"/>
              </a:defRPr>
            </a:lvl7pPr>
            <a:lvl8pPr>
              <a:defRPr sz="1350" b="0">
                <a:solidFill>
                  <a:srgbClr val="5C6A63"/>
                </a:solidFill>
                <a:latin typeface="Arial"/>
                <a:ea typeface="Arial"/>
                <a:cs typeface="Arial"/>
              </a:defRPr>
            </a:lvl8pPr>
            <a:lvl9pPr>
              <a:defRPr sz="1350" b="0">
                <a:solidFill>
                  <a:srgbClr val="5C6A63"/>
                </a:solidFill>
                <a:latin typeface="Arial"/>
                <a:ea typeface="Arial"/>
                <a:cs typeface="Arial"/>
              </a:defRPr>
            </a:lvl9pPr>
          </a:lstStyle>
          <a:p xmlns:a="http://schemas.openxmlformats.org/drawingml/2006/main">
            <a:pPr>
              <a:defRPr sz="1350" b="0">
                <a:solidFill>
                  <a:srgbClr val="5C6A63"/>
                </a:solidFill>
                <a:latin typeface="Arial"/>
                <a:ea typeface="Arial"/>
                <a:cs typeface="Arial"/>
              </a:defRPr>
            </a:pPr>
            <a:r>
              <a:rPr sz="1350" b="0">
                <a:solidFill>
                  <a:srgbClr val="5C6A63"/>
                </a:solidFill>
                <a:latin typeface="Arial"/>
                <a:ea typeface="Arial"/>
                <a:cs typeface="Arial"/>
              </a:rPr>
              <a:t>Pilot fee revenue</a:t>
            </a:r>
          </a:p>
        </p:txBody>
      </p:sp>
      <p:sp>
        <p:nvSpPr>
          <p:cNvPr id="10" name="">
            <a:extLst xmlns:a="http://schemas.openxmlformats.org/drawingml/2006/main">
              <a:ext uri="{FF2B5EF4-FFF2-40B4-BE49-F238E27FC236}">
                <a16:creationId xmlns:a16="http://schemas.microsoft.com/office/drawing/2014/main" id="{B818362E-847D-4421-84B1-C82EFE38B8B1}"/>
              </a:ext>
            </a:extLst>
          </p:cNvPr>
          <p:cNvSpPr>
            <a:spLocks xmlns:a="http://schemas.openxmlformats.org/drawingml/2006/main" noGrp="1"/>
          </p:cNvSpPr>
          <p:nvPr/>
        </p:nvSpPr>
        <p:spPr>
          <a:xfrm xmlns:a="http://schemas.openxmlformats.org/drawingml/2006/main">
            <a:off x="6467475" y="5867400"/>
            <a:ext cx="2333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550" b="1">
                <a:solidFill>
                  <a:srgbClr val="C26D55"/>
                </a:solidFill>
                <a:latin typeface="Arial"/>
                <a:ea typeface="Arial"/>
                <a:cs typeface="Arial"/>
              </a:defRPr>
            </a:defPPr>
            <a:lvl1pPr>
              <a:defRPr sz="2550" b="1">
                <a:solidFill>
                  <a:srgbClr val="C26D55"/>
                </a:solidFill>
                <a:latin typeface="Arial"/>
                <a:ea typeface="Arial"/>
                <a:cs typeface="Arial"/>
              </a:defRPr>
            </a:lvl1pPr>
            <a:lvl2pPr>
              <a:defRPr sz="2550" b="1">
                <a:solidFill>
                  <a:srgbClr val="C26D55"/>
                </a:solidFill>
                <a:latin typeface="Arial"/>
                <a:ea typeface="Arial"/>
                <a:cs typeface="Arial"/>
              </a:defRPr>
            </a:lvl2pPr>
            <a:lvl3pPr>
              <a:defRPr sz="2550" b="1">
                <a:solidFill>
                  <a:srgbClr val="C26D55"/>
                </a:solidFill>
                <a:latin typeface="Arial"/>
                <a:ea typeface="Arial"/>
                <a:cs typeface="Arial"/>
              </a:defRPr>
            </a:lvl3pPr>
            <a:lvl4pPr>
              <a:defRPr sz="2550" b="1">
                <a:solidFill>
                  <a:srgbClr val="C26D55"/>
                </a:solidFill>
                <a:latin typeface="Arial"/>
                <a:ea typeface="Arial"/>
                <a:cs typeface="Arial"/>
              </a:defRPr>
            </a:lvl4pPr>
            <a:lvl5pPr>
              <a:defRPr sz="2550" b="1">
                <a:solidFill>
                  <a:srgbClr val="C26D55"/>
                </a:solidFill>
                <a:latin typeface="Arial"/>
                <a:ea typeface="Arial"/>
                <a:cs typeface="Arial"/>
              </a:defRPr>
            </a:lvl5pPr>
            <a:lvl6pPr>
              <a:defRPr sz="2550" b="1">
                <a:solidFill>
                  <a:srgbClr val="C26D55"/>
                </a:solidFill>
                <a:latin typeface="Arial"/>
                <a:ea typeface="Arial"/>
                <a:cs typeface="Arial"/>
              </a:defRPr>
            </a:lvl6pPr>
            <a:lvl7pPr>
              <a:defRPr sz="2550" b="1">
                <a:solidFill>
                  <a:srgbClr val="C26D55"/>
                </a:solidFill>
                <a:latin typeface="Arial"/>
                <a:ea typeface="Arial"/>
                <a:cs typeface="Arial"/>
              </a:defRPr>
            </a:lvl7pPr>
            <a:lvl8pPr>
              <a:defRPr sz="2550" b="1">
                <a:solidFill>
                  <a:srgbClr val="C26D55"/>
                </a:solidFill>
                <a:latin typeface="Arial"/>
                <a:ea typeface="Arial"/>
                <a:cs typeface="Arial"/>
              </a:defRPr>
            </a:lvl8pPr>
            <a:lvl9pPr>
              <a:defRPr sz="2550" b="1">
                <a:solidFill>
                  <a:srgbClr val="C26D55"/>
                </a:solidFill>
                <a:latin typeface="Arial"/>
                <a:ea typeface="Arial"/>
                <a:cs typeface="Arial"/>
              </a:defRPr>
            </a:lvl9pPr>
          </a:lstStyle>
          <a:p xmlns:a="http://schemas.openxmlformats.org/drawingml/2006/main">
            <a:pPr>
              <a:defRPr sz="2550" b="1">
                <a:solidFill>
                  <a:srgbClr val="C26D55"/>
                </a:solidFill>
                <a:latin typeface="Arial"/>
                <a:ea typeface="Arial"/>
                <a:cs typeface="Arial"/>
              </a:defRPr>
            </a:pPr>
            <a:r>
              <a:rPr sz="2550" b="1">
                <a:solidFill>
                  <a:srgbClr val="C26D55"/>
                </a:solidFill>
                <a:latin typeface="Arial"/>
                <a:ea typeface="Arial"/>
                <a:cs typeface="Arial"/>
              </a:rPr>
              <a:t>-CNY180</a:t>
            </a:r>
          </a:p>
        </p:txBody>
      </p:sp>
      <p:sp>
        <p:nvSpPr>
          <p:cNvPr id="11" name="">
            <a:extLst xmlns:a="http://schemas.openxmlformats.org/drawingml/2006/main">
              <a:ext uri="{FF2B5EF4-FFF2-40B4-BE49-F238E27FC236}">
                <a16:creationId xmlns:a16="http://schemas.microsoft.com/office/drawing/2014/main" id="{0DF500A1-6930-4C71-8500-27C7129DA823}"/>
              </a:ext>
            </a:extLst>
          </p:cNvPr>
          <p:cNvSpPr>
            <a:spLocks xmlns:a="http://schemas.openxmlformats.org/drawingml/2006/main" noGrp="1"/>
          </p:cNvSpPr>
          <p:nvPr/>
        </p:nvSpPr>
        <p:spPr>
          <a:xfrm xmlns:a="http://schemas.openxmlformats.org/drawingml/2006/main">
            <a:off x="6467475" y="6296025"/>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5C6A63"/>
                </a:solidFill>
                <a:latin typeface="Arial"/>
                <a:ea typeface="Arial"/>
                <a:cs typeface="Arial"/>
              </a:defRPr>
            </a:defPPr>
            <a:lvl1pPr>
              <a:defRPr sz="1350" b="0">
                <a:solidFill>
                  <a:srgbClr val="5C6A63"/>
                </a:solidFill>
                <a:latin typeface="Arial"/>
                <a:ea typeface="Arial"/>
                <a:cs typeface="Arial"/>
              </a:defRPr>
            </a:lvl1pPr>
            <a:lvl2pPr>
              <a:defRPr sz="1350" b="0">
                <a:solidFill>
                  <a:srgbClr val="5C6A63"/>
                </a:solidFill>
                <a:latin typeface="Arial"/>
                <a:ea typeface="Arial"/>
                <a:cs typeface="Arial"/>
              </a:defRPr>
            </a:lvl2pPr>
            <a:lvl3pPr>
              <a:defRPr sz="1350" b="0">
                <a:solidFill>
                  <a:srgbClr val="5C6A63"/>
                </a:solidFill>
                <a:latin typeface="Arial"/>
                <a:ea typeface="Arial"/>
                <a:cs typeface="Arial"/>
              </a:defRPr>
            </a:lvl3pPr>
            <a:lvl4pPr>
              <a:defRPr sz="1350" b="0">
                <a:solidFill>
                  <a:srgbClr val="5C6A63"/>
                </a:solidFill>
                <a:latin typeface="Arial"/>
                <a:ea typeface="Arial"/>
                <a:cs typeface="Arial"/>
              </a:defRPr>
            </a:lvl4pPr>
            <a:lvl5pPr>
              <a:defRPr sz="1350" b="0">
                <a:solidFill>
                  <a:srgbClr val="5C6A63"/>
                </a:solidFill>
                <a:latin typeface="Arial"/>
                <a:ea typeface="Arial"/>
                <a:cs typeface="Arial"/>
              </a:defRPr>
            </a:lvl5pPr>
            <a:lvl6pPr>
              <a:defRPr sz="1350" b="0">
                <a:solidFill>
                  <a:srgbClr val="5C6A63"/>
                </a:solidFill>
                <a:latin typeface="Arial"/>
                <a:ea typeface="Arial"/>
                <a:cs typeface="Arial"/>
              </a:defRPr>
            </a:lvl6pPr>
            <a:lvl7pPr>
              <a:defRPr sz="1350" b="0">
                <a:solidFill>
                  <a:srgbClr val="5C6A63"/>
                </a:solidFill>
                <a:latin typeface="Arial"/>
                <a:ea typeface="Arial"/>
                <a:cs typeface="Arial"/>
              </a:defRPr>
            </a:lvl7pPr>
            <a:lvl8pPr>
              <a:defRPr sz="1350" b="0">
                <a:solidFill>
                  <a:srgbClr val="5C6A63"/>
                </a:solidFill>
                <a:latin typeface="Arial"/>
                <a:ea typeface="Arial"/>
                <a:cs typeface="Arial"/>
              </a:defRPr>
            </a:lvl8pPr>
            <a:lvl9pPr>
              <a:defRPr sz="1350" b="0">
                <a:solidFill>
                  <a:srgbClr val="5C6A63"/>
                </a:solidFill>
                <a:latin typeface="Arial"/>
                <a:ea typeface="Arial"/>
                <a:cs typeface="Arial"/>
              </a:defRPr>
            </a:lvl9pPr>
          </a:lstStyle>
          <a:p xmlns:a="http://schemas.openxmlformats.org/drawingml/2006/main">
            <a:pPr>
              <a:defRPr sz="1350" b="0">
                <a:solidFill>
                  <a:srgbClr val="5C6A63"/>
                </a:solidFill>
                <a:latin typeface="Arial"/>
                <a:ea typeface="Arial"/>
                <a:cs typeface="Arial"/>
              </a:defRPr>
            </a:pPr>
            <a:r>
              <a:rPr sz="1350" b="0">
                <a:solidFill>
                  <a:srgbClr val="5C6A63"/>
                </a:solidFill>
                <a:latin typeface="Arial"/>
                <a:ea typeface="Arial"/>
                <a:cs typeface="Arial"/>
              </a:rPr>
              <a:t>Pilot cash result</a:t>
            </a:r>
          </a:p>
        </p:txBody>
      </p:sp>
      <p:sp>
        <p:nvSpPr>
          <p:cNvPr id="12" name="">
            <a:extLst xmlns:a="http://schemas.openxmlformats.org/drawingml/2006/main">
              <a:ext uri="{FF2B5EF4-FFF2-40B4-BE49-F238E27FC236}">
                <a16:creationId xmlns:a16="http://schemas.microsoft.com/office/drawing/2014/main" id="{94D9012F-E9B4-4E4F-878C-8EFE3D10B057}"/>
              </a:ext>
            </a:extLst>
          </p:cNvPr>
          <p:cNvSpPr>
            <a:spLocks xmlns:a="http://schemas.openxmlformats.org/drawingml/2006/main" noGrp="1"/>
          </p:cNvSpPr>
          <p:nvPr/>
        </p:nvSpPr>
        <p:spPr>
          <a:xfrm xmlns:a="http://schemas.openxmlformats.org/drawingml/2006/main">
            <a:off x="9296400" y="5867400"/>
            <a:ext cx="2333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550" b="1">
                <a:solidFill>
                  <a:srgbClr val="172B24"/>
                </a:solidFill>
                <a:latin typeface="Arial"/>
                <a:ea typeface="Arial"/>
                <a:cs typeface="Arial"/>
              </a:defRPr>
            </a:defPPr>
            <a:lvl1pPr>
              <a:defRPr sz="2550" b="1">
                <a:solidFill>
                  <a:srgbClr val="172B24"/>
                </a:solidFill>
                <a:latin typeface="Arial"/>
                <a:ea typeface="Arial"/>
                <a:cs typeface="Arial"/>
              </a:defRPr>
            </a:lvl1pPr>
            <a:lvl2pPr>
              <a:defRPr sz="2550" b="1">
                <a:solidFill>
                  <a:srgbClr val="172B24"/>
                </a:solidFill>
                <a:latin typeface="Arial"/>
                <a:ea typeface="Arial"/>
                <a:cs typeface="Arial"/>
              </a:defRPr>
            </a:lvl2pPr>
            <a:lvl3pPr>
              <a:defRPr sz="2550" b="1">
                <a:solidFill>
                  <a:srgbClr val="172B24"/>
                </a:solidFill>
                <a:latin typeface="Arial"/>
                <a:ea typeface="Arial"/>
                <a:cs typeface="Arial"/>
              </a:defRPr>
            </a:lvl3pPr>
            <a:lvl4pPr>
              <a:defRPr sz="2550" b="1">
                <a:solidFill>
                  <a:srgbClr val="172B24"/>
                </a:solidFill>
                <a:latin typeface="Arial"/>
                <a:ea typeface="Arial"/>
                <a:cs typeface="Arial"/>
              </a:defRPr>
            </a:lvl4pPr>
            <a:lvl5pPr>
              <a:defRPr sz="2550" b="1">
                <a:solidFill>
                  <a:srgbClr val="172B24"/>
                </a:solidFill>
                <a:latin typeface="Arial"/>
                <a:ea typeface="Arial"/>
                <a:cs typeface="Arial"/>
              </a:defRPr>
            </a:lvl5pPr>
            <a:lvl6pPr>
              <a:defRPr sz="2550" b="1">
                <a:solidFill>
                  <a:srgbClr val="172B24"/>
                </a:solidFill>
                <a:latin typeface="Arial"/>
                <a:ea typeface="Arial"/>
                <a:cs typeface="Arial"/>
              </a:defRPr>
            </a:lvl6pPr>
            <a:lvl7pPr>
              <a:defRPr sz="2550" b="1">
                <a:solidFill>
                  <a:srgbClr val="172B24"/>
                </a:solidFill>
                <a:latin typeface="Arial"/>
                <a:ea typeface="Arial"/>
                <a:cs typeface="Arial"/>
              </a:defRPr>
            </a:lvl7pPr>
            <a:lvl8pPr>
              <a:defRPr sz="2550" b="1">
                <a:solidFill>
                  <a:srgbClr val="172B24"/>
                </a:solidFill>
                <a:latin typeface="Arial"/>
                <a:ea typeface="Arial"/>
                <a:cs typeface="Arial"/>
              </a:defRPr>
            </a:lvl8pPr>
            <a:lvl9pPr>
              <a:defRPr sz="2550" b="1">
                <a:solidFill>
                  <a:srgbClr val="172B24"/>
                </a:solidFill>
                <a:latin typeface="Arial"/>
                <a:ea typeface="Arial"/>
                <a:cs typeface="Arial"/>
              </a:defRPr>
            </a:lvl9pPr>
          </a:lstStyle>
          <a:p xmlns:a="http://schemas.openxmlformats.org/drawingml/2006/main">
            <a:pPr>
              <a:defRPr sz="2550" b="1">
                <a:solidFill>
                  <a:srgbClr val="172B24"/>
                </a:solidFill>
                <a:latin typeface="Arial"/>
                <a:ea typeface="Arial"/>
                <a:cs typeface="Arial"/>
              </a:defRPr>
            </a:pPr>
            <a:r>
              <a:rPr sz="2550" b="1">
                <a:solidFill>
                  <a:srgbClr val="172B24"/>
                </a:solidFill>
                <a:latin typeface="Arial"/>
                <a:ea typeface="Arial"/>
                <a:cs typeface="Arial"/>
              </a:rPr>
              <a:t>CNY1</a:t>
            </a:r>
          </a:p>
        </p:txBody>
      </p:sp>
      <p:sp>
        <p:nvSpPr>
          <p:cNvPr id="13" name="">
            <a:extLst xmlns:a="http://schemas.openxmlformats.org/drawingml/2006/main">
              <a:ext uri="{FF2B5EF4-FFF2-40B4-BE49-F238E27FC236}">
                <a16:creationId xmlns:a16="http://schemas.microsoft.com/office/drawing/2014/main" id="{FA14840A-8634-4D48-9D3B-7AC0E130508D}"/>
              </a:ext>
            </a:extLst>
          </p:cNvPr>
          <p:cNvSpPr>
            <a:spLocks xmlns:a="http://schemas.openxmlformats.org/drawingml/2006/main" noGrp="1"/>
          </p:cNvSpPr>
          <p:nvPr/>
        </p:nvSpPr>
        <p:spPr>
          <a:xfrm xmlns:a="http://schemas.openxmlformats.org/drawingml/2006/main">
            <a:off x="9296400" y="6296025"/>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5C6A63"/>
                </a:solidFill>
                <a:latin typeface="Arial"/>
                <a:ea typeface="Arial"/>
                <a:cs typeface="Arial"/>
              </a:defRPr>
            </a:defPPr>
            <a:lvl1pPr>
              <a:defRPr sz="1350" b="0">
                <a:solidFill>
                  <a:srgbClr val="5C6A63"/>
                </a:solidFill>
                <a:latin typeface="Arial"/>
                <a:ea typeface="Arial"/>
                <a:cs typeface="Arial"/>
              </a:defRPr>
            </a:lvl1pPr>
            <a:lvl2pPr>
              <a:defRPr sz="1350" b="0">
                <a:solidFill>
                  <a:srgbClr val="5C6A63"/>
                </a:solidFill>
                <a:latin typeface="Arial"/>
                <a:ea typeface="Arial"/>
                <a:cs typeface="Arial"/>
              </a:defRPr>
            </a:lvl2pPr>
            <a:lvl3pPr>
              <a:defRPr sz="1350" b="0">
                <a:solidFill>
                  <a:srgbClr val="5C6A63"/>
                </a:solidFill>
                <a:latin typeface="Arial"/>
                <a:ea typeface="Arial"/>
                <a:cs typeface="Arial"/>
              </a:defRPr>
            </a:lvl3pPr>
            <a:lvl4pPr>
              <a:defRPr sz="1350" b="0">
                <a:solidFill>
                  <a:srgbClr val="5C6A63"/>
                </a:solidFill>
                <a:latin typeface="Arial"/>
                <a:ea typeface="Arial"/>
                <a:cs typeface="Arial"/>
              </a:defRPr>
            </a:lvl4pPr>
            <a:lvl5pPr>
              <a:defRPr sz="1350" b="0">
                <a:solidFill>
                  <a:srgbClr val="5C6A63"/>
                </a:solidFill>
                <a:latin typeface="Arial"/>
                <a:ea typeface="Arial"/>
                <a:cs typeface="Arial"/>
              </a:defRPr>
            </a:lvl5pPr>
            <a:lvl6pPr>
              <a:defRPr sz="1350" b="0">
                <a:solidFill>
                  <a:srgbClr val="5C6A63"/>
                </a:solidFill>
                <a:latin typeface="Arial"/>
                <a:ea typeface="Arial"/>
                <a:cs typeface="Arial"/>
              </a:defRPr>
            </a:lvl6pPr>
            <a:lvl7pPr>
              <a:defRPr sz="1350" b="0">
                <a:solidFill>
                  <a:srgbClr val="5C6A63"/>
                </a:solidFill>
                <a:latin typeface="Arial"/>
                <a:ea typeface="Arial"/>
                <a:cs typeface="Arial"/>
              </a:defRPr>
            </a:lvl7pPr>
            <a:lvl8pPr>
              <a:defRPr sz="1350" b="0">
                <a:solidFill>
                  <a:srgbClr val="5C6A63"/>
                </a:solidFill>
                <a:latin typeface="Arial"/>
                <a:ea typeface="Arial"/>
                <a:cs typeface="Arial"/>
              </a:defRPr>
            </a:lvl8pPr>
            <a:lvl9pPr>
              <a:defRPr sz="1350" b="0">
                <a:solidFill>
                  <a:srgbClr val="5C6A63"/>
                </a:solidFill>
                <a:latin typeface="Arial"/>
                <a:ea typeface="Arial"/>
                <a:cs typeface="Arial"/>
              </a:defRPr>
            </a:lvl9pPr>
          </a:lstStyle>
          <a:p xmlns:a="http://schemas.openxmlformats.org/drawingml/2006/main">
            <a:pPr>
              <a:defRPr sz="1350" b="0">
                <a:solidFill>
                  <a:srgbClr val="5C6A63"/>
                </a:solidFill>
                <a:latin typeface="Arial"/>
                <a:ea typeface="Arial"/>
                <a:cs typeface="Arial"/>
              </a:defRPr>
            </a:pPr>
            <a:r>
              <a:rPr sz="1350" b="0">
                <a:solidFill>
                  <a:srgbClr val="5C6A63"/>
                </a:solidFill>
                <a:latin typeface="Arial"/>
                <a:ea typeface="Arial"/>
                <a:cs typeface="Arial"/>
              </a:rPr>
              <a:t>Later 5% fee, before costs</a:t>
            </a:r>
          </a:p>
        </p:txBody>
      </p:sp>
      <p:sp>
        <p:nvSpPr>
          <p:cNvPr id="14" name="">
            <a:extLst xmlns:a="http://schemas.openxmlformats.org/drawingml/2006/main">
              <a:ext uri="{FF2B5EF4-FFF2-40B4-BE49-F238E27FC236}">
                <a16:creationId xmlns:a16="http://schemas.microsoft.com/office/drawing/2014/main" id="{D7546D6C-8468-4C73-87BB-06E043458318}"/>
              </a:ext>
            </a:extLst>
          </p:cNvPr>
          <p:cNvSpPr>
            <a:spLocks xmlns:a="http://schemas.openxmlformats.org/drawingml/2006/main" noGrp="1"/>
          </p:cNvSpPr>
          <p:nvPr/>
        </p:nvSpPr>
        <p:spPr>
          <a:xfrm xmlns:a="http://schemas.openxmlformats.org/drawingml/2006/main">
            <a:off x="609600" y="6619875"/>
            <a:ext cx="10096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050" b="0">
                <a:solidFill>
                  <a:srgbClr val="5C6A63"/>
                </a:solidFill>
                <a:latin typeface="Arial"/>
                <a:ea typeface="Arial"/>
                <a:cs typeface="Arial"/>
              </a:defRPr>
            </a:defPPr>
            <a:lvl1pPr>
              <a:defRPr sz="1050" b="0">
                <a:solidFill>
                  <a:srgbClr val="5C6A63"/>
                </a:solidFill>
                <a:latin typeface="Arial"/>
                <a:ea typeface="Arial"/>
                <a:cs typeface="Arial"/>
              </a:defRPr>
            </a:lvl1pPr>
            <a:lvl2pPr>
              <a:defRPr sz="1050" b="0">
                <a:solidFill>
                  <a:srgbClr val="5C6A63"/>
                </a:solidFill>
                <a:latin typeface="Arial"/>
                <a:ea typeface="Arial"/>
                <a:cs typeface="Arial"/>
              </a:defRPr>
            </a:lvl2pPr>
            <a:lvl3pPr>
              <a:defRPr sz="1050" b="0">
                <a:solidFill>
                  <a:srgbClr val="5C6A63"/>
                </a:solidFill>
                <a:latin typeface="Arial"/>
                <a:ea typeface="Arial"/>
                <a:cs typeface="Arial"/>
              </a:defRPr>
            </a:lvl3pPr>
            <a:lvl4pPr>
              <a:defRPr sz="1050" b="0">
                <a:solidFill>
                  <a:srgbClr val="5C6A63"/>
                </a:solidFill>
                <a:latin typeface="Arial"/>
                <a:ea typeface="Arial"/>
                <a:cs typeface="Arial"/>
              </a:defRPr>
            </a:lvl4pPr>
            <a:lvl5pPr>
              <a:defRPr sz="1050" b="0">
                <a:solidFill>
                  <a:srgbClr val="5C6A63"/>
                </a:solidFill>
                <a:latin typeface="Arial"/>
                <a:ea typeface="Arial"/>
                <a:cs typeface="Arial"/>
              </a:defRPr>
            </a:lvl5pPr>
            <a:lvl6pPr>
              <a:defRPr sz="1050" b="0">
                <a:solidFill>
                  <a:srgbClr val="5C6A63"/>
                </a:solidFill>
                <a:latin typeface="Arial"/>
                <a:ea typeface="Arial"/>
                <a:cs typeface="Arial"/>
              </a:defRPr>
            </a:lvl6pPr>
            <a:lvl7pPr>
              <a:defRPr sz="1050" b="0">
                <a:solidFill>
                  <a:srgbClr val="5C6A63"/>
                </a:solidFill>
                <a:latin typeface="Arial"/>
                <a:ea typeface="Arial"/>
                <a:cs typeface="Arial"/>
              </a:defRPr>
            </a:lvl7pPr>
            <a:lvl8pPr>
              <a:defRPr sz="1050" b="0">
                <a:solidFill>
                  <a:srgbClr val="5C6A63"/>
                </a:solidFill>
                <a:latin typeface="Arial"/>
                <a:ea typeface="Arial"/>
                <a:cs typeface="Arial"/>
              </a:defRPr>
            </a:lvl8pPr>
            <a:lvl9pPr>
              <a:defRPr sz="1050" b="0">
                <a:solidFill>
                  <a:srgbClr val="5C6A63"/>
                </a:solidFill>
                <a:latin typeface="Arial"/>
                <a:ea typeface="Arial"/>
                <a:cs typeface="Arial"/>
              </a:defRPr>
            </a:lvl9pPr>
          </a:lstStyle>
          <a:p xmlns:a="http://schemas.openxmlformats.org/drawingml/2006/main">
            <a:pPr>
              <a:defRPr sz="1050" b="0">
                <a:solidFill>
                  <a:srgbClr val="5C6A63"/>
                </a:solidFill>
                <a:latin typeface="Arial"/>
                <a:ea typeface="Arial"/>
                <a:cs typeface="Arial"/>
              </a:defRPr>
            </a:pPr>
            <a:r>
              <a:rPr sz="1050" b="0">
                <a:solidFill>
                  <a:srgbClr val="5C6A63"/>
                </a:solidFill>
                <a:latin typeface="Arial"/>
                <a:ea typeface="Arial"/>
                <a:cs typeface="Arial"/>
              </a:rPr>
              <a:t>Plan: validate demand, supply and cost before expansion. Team time is separate. Deposits are not revenue.</a:t>
            </a:r>
          </a:p>
        </p:txBody>
      </p:sp>
    </p:spTree>
    <p:extLst>
      <p:ext uri="{BB962C8B-B14F-4D97-AF65-F5344CB8AC3E}">
        <p14:creationId xmlns:p14="http://schemas.microsoft.com/office/powerpoint/2010/main" val="77517250"/>
      </p:ext>
    </p:extLst>
  </p:cSld>
</p:sld>
</file>

<file path=ppt/slides/slide6.xml><?xml version="1.0" encoding="utf-8"?>
<p:sld xmlns:p="http://schemas.openxmlformats.org/presentationml/2006/main">
  <p:cSld>
    <p:bg>
      <p:bgPr>
        <a:solidFill xmlns:a="http://schemas.openxmlformats.org/drawingml/2006/main">
          <a:srgbClr val="11221C"/>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40FCBCEA-8230-4D98-85FE-7B7ABA9E1B43}"/>
              </a:ext>
            </a:extLst>
          </p:cNvPr>
          <p:cNvSpPr>
            <a:spLocks xmlns:a="http://schemas.openxmlformats.org/drawingml/2006/main" noGrp="1"/>
          </p:cNvSpPr>
          <p:nvPr/>
        </p:nvSpPr>
        <p:spPr>
          <a:xfrm xmlns:a="http://schemas.openxmlformats.org/drawingml/2006/main">
            <a:off x="609600" y="266700"/>
            <a:ext cx="2381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D6E58A"/>
                </a:solidFill>
                <a:latin typeface="Arial"/>
                <a:ea typeface="Arial"/>
                <a:cs typeface="Arial"/>
              </a:defRPr>
            </a:defPPr>
            <a:lvl1pPr>
              <a:defRPr sz="1500" b="1">
                <a:solidFill>
                  <a:srgbClr val="D6E58A"/>
                </a:solidFill>
                <a:latin typeface="Arial"/>
                <a:ea typeface="Arial"/>
                <a:cs typeface="Arial"/>
              </a:defRPr>
            </a:lvl1pPr>
            <a:lvl2pPr>
              <a:defRPr sz="1500" b="1">
                <a:solidFill>
                  <a:srgbClr val="D6E58A"/>
                </a:solidFill>
                <a:latin typeface="Arial"/>
                <a:ea typeface="Arial"/>
                <a:cs typeface="Arial"/>
              </a:defRPr>
            </a:lvl2pPr>
            <a:lvl3pPr>
              <a:defRPr sz="1500" b="1">
                <a:solidFill>
                  <a:srgbClr val="D6E58A"/>
                </a:solidFill>
                <a:latin typeface="Arial"/>
                <a:ea typeface="Arial"/>
                <a:cs typeface="Arial"/>
              </a:defRPr>
            </a:lvl3pPr>
            <a:lvl4pPr>
              <a:defRPr sz="1500" b="1">
                <a:solidFill>
                  <a:srgbClr val="D6E58A"/>
                </a:solidFill>
                <a:latin typeface="Arial"/>
                <a:ea typeface="Arial"/>
                <a:cs typeface="Arial"/>
              </a:defRPr>
            </a:lvl4pPr>
            <a:lvl5pPr>
              <a:defRPr sz="1500" b="1">
                <a:solidFill>
                  <a:srgbClr val="D6E58A"/>
                </a:solidFill>
                <a:latin typeface="Arial"/>
                <a:ea typeface="Arial"/>
                <a:cs typeface="Arial"/>
              </a:defRPr>
            </a:lvl5pPr>
            <a:lvl6pPr>
              <a:defRPr sz="1500" b="1">
                <a:solidFill>
                  <a:srgbClr val="D6E58A"/>
                </a:solidFill>
                <a:latin typeface="Arial"/>
                <a:ea typeface="Arial"/>
                <a:cs typeface="Arial"/>
              </a:defRPr>
            </a:lvl6pPr>
            <a:lvl7pPr>
              <a:defRPr sz="1500" b="1">
                <a:solidFill>
                  <a:srgbClr val="D6E58A"/>
                </a:solidFill>
                <a:latin typeface="Arial"/>
                <a:ea typeface="Arial"/>
                <a:cs typeface="Arial"/>
              </a:defRPr>
            </a:lvl7pPr>
            <a:lvl8pPr>
              <a:defRPr sz="1500" b="1">
                <a:solidFill>
                  <a:srgbClr val="D6E58A"/>
                </a:solidFill>
                <a:latin typeface="Arial"/>
                <a:ea typeface="Arial"/>
                <a:cs typeface="Arial"/>
              </a:defRPr>
            </a:lvl8pPr>
            <a:lvl9pPr>
              <a:defRPr sz="1500" b="1">
                <a:solidFill>
                  <a:srgbClr val="D6E58A"/>
                </a:solidFill>
                <a:latin typeface="Arial"/>
                <a:ea typeface="Arial"/>
                <a:cs typeface="Arial"/>
              </a:defRPr>
            </a:lvl9pPr>
          </a:lstStyle>
          <a:p xmlns:a="http://schemas.openxmlformats.org/drawingml/2006/main">
            <a:pPr>
              <a:defRPr sz="1500" b="1">
                <a:solidFill>
                  <a:srgbClr val="D6E58A"/>
                </a:solidFill>
                <a:latin typeface="Arial"/>
                <a:ea typeface="Arial"/>
                <a:cs typeface="Arial"/>
              </a:defRPr>
            </a:pPr>
            <a:r>
              <a:rPr sz="1500" b="1">
                <a:solidFill>
                  <a:srgbClr val="D6E58A"/>
                </a:solidFill>
                <a:latin typeface="Arial"/>
                <a:ea typeface="Arial"/>
                <a:cs typeface="Arial"/>
              </a:rPr>
              <a:t>U Use</a:t>
            </a:r>
          </a:p>
        </p:txBody>
      </p:sp>
      <p:sp>
        <p:nvSpPr>
          <p:cNvPr id="2" name="">
            <a:extLst xmlns:a="http://schemas.openxmlformats.org/drawingml/2006/main">
              <a:ext uri="{FF2B5EF4-FFF2-40B4-BE49-F238E27FC236}">
                <a16:creationId xmlns:a16="http://schemas.microsoft.com/office/drawing/2014/main" id="{9A4AFF44-10DB-4ED7-BFF7-DBF5F8D2BB44}"/>
              </a:ext>
            </a:extLst>
          </p:cNvPr>
          <p:cNvSpPr>
            <a:spLocks xmlns:a="http://schemas.openxmlformats.org/drawingml/2006/main" noGrp="1"/>
          </p:cNvSpPr>
          <p:nvPr/>
        </p:nvSpPr>
        <p:spPr>
          <a:xfrm xmlns:a="http://schemas.openxmlformats.org/drawingml/2006/main">
            <a:off x="609600" y="809625"/>
            <a:ext cx="109728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3600" b="1">
                <a:solidFill>
                  <a:srgbClr val="FFFFFF"/>
                </a:solidFill>
                <a:latin typeface="Arial"/>
                <a:ea typeface="Arial"/>
                <a:cs typeface="Arial"/>
              </a:defRPr>
            </a:defPPr>
            <a:lvl1pPr>
              <a:defRPr sz="3600" b="1">
                <a:solidFill>
                  <a:srgbClr val="FFFFFF"/>
                </a:solidFill>
                <a:latin typeface="Arial"/>
                <a:ea typeface="Arial"/>
                <a:cs typeface="Arial"/>
              </a:defRPr>
            </a:lvl1pPr>
            <a:lvl2pPr>
              <a:defRPr sz="3600" b="1">
                <a:solidFill>
                  <a:srgbClr val="FFFFFF"/>
                </a:solidFill>
                <a:latin typeface="Arial"/>
                <a:ea typeface="Arial"/>
                <a:cs typeface="Arial"/>
              </a:defRPr>
            </a:lvl2pPr>
            <a:lvl3pPr>
              <a:defRPr sz="3600" b="1">
                <a:solidFill>
                  <a:srgbClr val="FFFFFF"/>
                </a:solidFill>
                <a:latin typeface="Arial"/>
                <a:ea typeface="Arial"/>
                <a:cs typeface="Arial"/>
              </a:defRPr>
            </a:lvl3pPr>
            <a:lvl4pPr>
              <a:defRPr sz="3600" b="1">
                <a:solidFill>
                  <a:srgbClr val="FFFFFF"/>
                </a:solidFill>
                <a:latin typeface="Arial"/>
                <a:ea typeface="Arial"/>
                <a:cs typeface="Arial"/>
              </a:defRPr>
            </a:lvl4pPr>
            <a:lvl5pPr>
              <a:defRPr sz="3600" b="1">
                <a:solidFill>
                  <a:srgbClr val="FFFFFF"/>
                </a:solidFill>
                <a:latin typeface="Arial"/>
                <a:ea typeface="Arial"/>
                <a:cs typeface="Arial"/>
              </a:defRPr>
            </a:lvl5pPr>
            <a:lvl6pPr>
              <a:defRPr sz="3600" b="1">
                <a:solidFill>
                  <a:srgbClr val="FFFFFF"/>
                </a:solidFill>
                <a:latin typeface="Arial"/>
                <a:ea typeface="Arial"/>
                <a:cs typeface="Arial"/>
              </a:defRPr>
            </a:lvl6pPr>
            <a:lvl7pPr>
              <a:defRPr sz="3600" b="1">
                <a:solidFill>
                  <a:srgbClr val="FFFFFF"/>
                </a:solidFill>
                <a:latin typeface="Arial"/>
                <a:ea typeface="Arial"/>
                <a:cs typeface="Arial"/>
              </a:defRPr>
            </a:lvl7pPr>
            <a:lvl8pPr>
              <a:defRPr sz="3600" b="1">
                <a:solidFill>
                  <a:srgbClr val="FFFFFF"/>
                </a:solidFill>
                <a:latin typeface="Arial"/>
                <a:ea typeface="Arial"/>
                <a:cs typeface="Arial"/>
              </a:defRPr>
            </a:lvl8pPr>
            <a:lvl9pPr>
              <a:defRPr sz="3600" b="1">
                <a:solidFill>
                  <a:srgbClr val="FFFFFF"/>
                </a:solidFill>
                <a:latin typeface="Arial"/>
                <a:ea typeface="Arial"/>
                <a:cs typeface="Arial"/>
              </a:defRPr>
            </a:lvl9pPr>
          </a:lstStyle>
          <a:p xmlns:a="http://schemas.openxmlformats.org/drawingml/2006/main">
            <a:pPr>
              <a:defRPr sz="3600" b="1">
                <a:solidFill>
                  <a:srgbClr val="FFFFFF"/>
                </a:solidFill>
                <a:latin typeface="Arial"/>
                <a:ea typeface="Arial"/>
                <a:cs typeface="Arial"/>
              </a:defRPr>
            </a:pPr>
            <a:r>
              <a:rPr sz="3600" b="1">
                <a:solidFill>
                  <a:srgbClr val="FFFFFF"/>
                </a:solidFill>
                <a:latin typeface="Arial"/>
                <a:ea typeface="Arial"/>
                <a:cs typeface="Arial"/>
              </a:rPr>
              <a:t>Team</a:t>
            </a:r>
          </a:p>
        </p:txBody>
      </p:sp>
      <p:sp>
        <p:nvSpPr>
          <p:cNvPr id="3" name="">
            <a:extLst xmlns:a="http://schemas.openxmlformats.org/drawingml/2006/main">
              <a:ext uri="{FF2B5EF4-FFF2-40B4-BE49-F238E27FC236}">
                <a16:creationId xmlns:a16="http://schemas.microsoft.com/office/drawing/2014/main" id="{2ADF13AC-8E1A-45DE-BC0E-667E9A9E5FB2}"/>
              </a:ext>
            </a:extLst>
          </p:cNvPr>
          <p:cNvSpPr>
            <a:spLocks xmlns:a="http://schemas.openxmlformats.org/drawingml/2006/main" noGrp="1"/>
          </p:cNvSpPr>
          <p:nvPr/>
        </p:nvSpPr>
        <p:spPr>
          <a:xfrm xmlns:a="http://schemas.openxmlformats.org/drawingml/2006/main">
            <a:off x="10858500" y="6553200"/>
            <a:ext cx="762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00" b="0">
                <a:solidFill>
                  <a:srgbClr val="BDCEC5"/>
                </a:solidFill>
                <a:latin typeface="Arial"/>
                <a:ea typeface="Arial"/>
                <a:cs typeface="Arial"/>
              </a:defRPr>
            </a:defPPr>
            <a:lvl1pPr>
              <a:defRPr sz="1200" b="0">
                <a:solidFill>
                  <a:srgbClr val="BDCEC5"/>
                </a:solidFill>
                <a:latin typeface="Arial"/>
                <a:ea typeface="Arial"/>
                <a:cs typeface="Arial"/>
              </a:defRPr>
            </a:lvl1pPr>
            <a:lvl2pPr>
              <a:defRPr sz="1200" b="0">
                <a:solidFill>
                  <a:srgbClr val="BDCEC5"/>
                </a:solidFill>
                <a:latin typeface="Arial"/>
                <a:ea typeface="Arial"/>
                <a:cs typeface="Arial"/>
              </a:defRPr>
            </a:lvl2pPr>
            <a:lvl3pPr>
              <a:defRPr sz="1200" b="0">
                <a:solidFill>
                  <a:srgbClr val="BDCEC5"/>
                </a:solidFill>
                <a:latin typeface="Arial"/>
                <a:ea typeface="Arial"/>
                <a:cs typeface="Arial"/>
              </a:defRPr>
            </a:lvl3pPr>
            <a:lvl4pPr>
              <a:defRPr sz="1200" b="0">
                <a:solidFill>
                  <a:srgbClr val="BDCEC5"/>
                </a:solidFill>
                <a:latin typeface="Arial"/>
                <a:ea typeface="Arial"/>
                <a:cs typeface="Arial"/>
              </a:defRPr>
            </a:lvl4pPr>
            <a:lvl5pPr>
              <a:defRPr sz="1200" b="0">
                <a:solidFill>
                  <a:srgbClr val="BDCEC5"/>
                </a:solidFill>
                <a:latin typeface="Arial"/>
                <a:ea typeface="Arial"/>
                <a:cs typeface="Arial"/>
              </a:defRPr>
            </a:lvl5pPr>
            <a:lvl6pPr>
              <a:defRPr sz="1200" b="0">
                <a:solidFill>
                  <a:srgbClr val="BDCEC5"/>
                </a:solidFill>
                <a:latin typeface="Arial"/>
                <a:ea typeface="Arial"/>
                <a:cs typeface="Arial"/>
              </a:defRPr>
            </a:lvl6pPr>
            <a:lvl7pPr>
              <a:defRPr sz="1200" b="0">
                <a:solidFill>
                  <a:srgbClr val="BDCEC5"/>
                </a:solidFill>
                <a:latin typeface="Arial"/>
                <a:ea typeface="Arial"/>
                <a:cs typeface="Arial"/>
              </a:defRPr>
            </a:lvl7pPr>
            <a:lvl8pPr>
              <a:defRPr sz="1200" b="0">
                <a:solidFill>
                  <a:srgbClr val="BDCEC5"/>
                </a:solidFill>
                <a:latin typeface="Arial"/>
                <a:ea typeface="Arial"/>
                <a:cs typeface="Arial"/>
              </a:defRPr>
            </a:lvl8pPr>
            <a:lvl9pPr>
              <a:defRPr sz="1200" b="0">
                <a:solidFill>
                  <a:srgbClr val="BDCEC5"/>
                </a:solidFill>
                <a:latin typeface="Arial"/>
                <a:ea typeface="Arial"/>
                <a:cs typeface="Arial"/>
              </a:defRPr>
            </a:lvl9pPr>
          </a:lstStyle>
          <a:p xmlns:a="http://schemas.openxmlformats.org/drawingml/2006/main">
            <a:pPr>
              <a:defRPr sz="1200" b="0">
                <a:solidFill>
                  <a:srgbClr val="BDCEC5"/>
                </a:solidFill>
                <a:latin typeface="Arial"/>
                <a:ea typeface="Arial"/>
                <a:cs typeface="Arial"/>
              </a:defRPr>
            </a:pPr>
            <a:r>
              <a:rPr sz="1200" b="0">
                <a:solidFill>
                  <a:srgbClr val="BDCEC5"/>
                </a:solidFill>
                <a:latin typeface="Arial"/>
                <a:ea typeface="Arial"/>
                <a:cs typeface="Arial"/>
              </a:rPr>
              <a:t>6 / 6</a:t>
            </a:r>
          </a:p>
        </p:txBody>
      </p:sp>
      <p:graphicFrame>
        <p:nvGraphicFramePr>
          <p:cNvPr id="4" name="">
            <a:extLst xmlns:a="http://schemas.openxmlformats.org/drawingml/2006/main">
              <a:ext uri="{FF2B5EF4-FFF2-40B4-BE49-F238E27FC236}">
                <a16:creationId xmlns:a16="http://schemas.microsoft.com/office/drawing/2014/main" id="{2EE7087C-9E03-4000-B0EB-AFB986087915}"/>
              </a:ext>
            </a:extLst>
          </p:cNvPr>
          <p:cNvGraphicFramePr/>
          <p:nvPr/>
        </p:nvGraphicFramePr>
        <p:xfrm>
          <a:off xmlns:a="http://schemas.openxmlformats.org/drawingml/2006/main" x="609600" y="1790700"/>
          <a:ext xmlns:a="http://schemas.openxmlformats.org/drawingml/2006/main" cx="10972800" cy="3124200"/>
        </p:xfrm>
        <a:graphic xmlns:a="http://schemas.openxmlformats.org/drawingml/2006/main">
          <a:graphicData uri="http://schemas.openxmlformats.org/drawingml/2006/table">
            <a:tbl>
              <a:tblPr/>
              <a:tblGrid>
                <a:gridCol w="2400300"/>
                <a:gridCol w="4143375"/>
                <a:gridCol w="4429125"/>
              </a:tblGrid>
              <a:tr h="390525">
                <a:tc>
                  <a:txBody>
                    <a:bodyPr>
                      <a:noAutofit/>
                    </a:bodyPr>
                    <a:lstStyle/>
                    <a:p>
                      <a:r>
                        <a:rPr sz="1500" b="1">
                          <a:solidFill>
                            <a:srgbClr val="FFFFFF"/>
                          </a:solidFill>
                          <a:latin typeface="Arial"/>
                          <a:ea typeface="Arial"/>
                          <a:cs typeface="Arial"/>
                        </a:rPr>
                        <a:t>Member</a:t>
                      </a:r>
                    </a:p>
                  </a:txBody>
                  <a:tcPr marL="91440" marR="91440" marT="45720" marB="45720">
                    <a:lnL w="9525">
                      <a:solidFill>
                        <a:srgbClr val="416250"/>
                      </a:solidFill>
                      <a:prstDash val="solid"/>
                    </a:lnL>
                    <a:lnR w="9525">
                      <a:solidFill>
                        <a:srgbClr val="416250"/>
                      </a:solidFill>
                      <a:prstDash val="solid"/>
                    </a:lnR>
                    <a:lnT w="9525">
                      <a:solidFill>
                        <a:srgbClr val="416250"/>
                      </a:solidFill>
                      <a:prstDash val="solid"/>
                    </a:lnT>
                    <a:lnB w="9525">
                      <a:solidFill>
                        <a:srgbClr val="416250"/>
                      </a:solidFill>
                      <a:prstDash val="solid"/>
                    </a:lnB>
                    <a:solidFill>
                      <a:srgbClr val="24634D"/>
                    </a:solidFill>
                  </a:tcPr>
                </a:tc>
                <a:tc>
                  <a:txBody>
                    <a:bodyPr>
                      <a:noAutofit/>
                    </a:bodyPr>
                    <a:lstStyle/>
                    <a:p>
                      <a:r>
                        <a:rPr sz="1500" b="1">
                          <a:solidFill>
                            <a:srgbClr val="FFFFFF"/>
                          </a:solidFill>
                          <a:latin typeface="Arial"/>
                          <a:ea typeface="Arial"/>
                          <a:cs typeface="Arial"/>
                        </a:rPr>
                        <a:t>Responsibility / capability area</a:t>
                      </a:r>
                    </a:p>
                  </a:txBody>
                  <a:tcPr marL="91440" marR="91440" marT="45720" marB="45720">
                    <a:lnR w="9525">
                      <a:solidFill>
                        <a:srgbClr val="416250"/>
                      </a:solidFill>
                      <a:prstDash val="solid"/>
                    </a:lnR>
                    <a:lnT w="9525">
                      <a:solidFill>
                        <a:srgbClr val="416250"/>
                      </a:solidFill>
                      <a:prstDash val="solid"/>
                    </a:lnT>
                    <a:lnB w="9525">
                      <a:solidFill>
                        <a:srgbClr val="416250"/>
                      </a:solidFill>
                      <a:prstDash val="solid"/>
                    </a:lnB>
                    <a:solidFill>
                      <a:srgbClr val="24634D"/>
                    </a:solidFill>
                  </a:tcPr>
                </a:tc>
                <a:tc>
                  <a:txBody>
                    <a:bodyPr>
                      <a:noAutofit/>
                    </a:bodyPr>
                    <a:lstStyle/>
                    <a:p>
                      <a:r>
                        <a:rPr sz="1500" b="1">
                          <a:solidFill>
                            <a:srgbClr val="FFFFFF"/>
                          </a:solidFill>
                          <a:latin typeface="Arial"/>
                          <a:ea typeface="Arial"/>
                          <a:cs typeface="Arial"/>
                        </a:rPr>
                        <a:t>Assigned output</a:t>
                      </a:r>
                    </a:p>
                  </a:txBody>
                  <a:tcPr marL="91440" marR="91440" marT="45720" marB="45720">
                    <a:lnR w="9525">
                      <a:solidFill>
                        <a:srgbClr val="416250"/>
                      </a:solidFill>
                      <a:prstDash val="solid"/>
                    </a:lnR>
                    <a:lnT w="9525">
                      <a:solidFill>
                        <a:srgbClr val="416250"/>
                      </a:solidFill>
                      <a:prstDash val="solid"/>
                    </a:lnT>
                    <a:lnB w="9525">
                      <a:solidFill>
                        <a:srgbClr val="416250"/>
                      </a:solidFill>
                      <a:prstDash val="solid"/>
                    </a:lnB>
                    <a:solidFill>
                      <a:srgbClr val="24634D"/>
                    </a:solidFill>
                  </a:tcPr>
                </a:tc>
              </a:tr>
              <a:tr h="390525">
                <a:tc>
                  <a:txBody>
                    <a:bodyPr>
                      <a:noAutofit/>
                    </a:bodyPr>
                    <a:lstStyle/>
                    <a:p>
                      <a:r>
                        <a:rPr sz="1725" b="1">
                          <a:solidFill>
                            <a:srgbClr val="FFFFFF"/>
                          </a:solidFill>
                          <a:latin typeface="PingFang SC"/>
                          <a:ea typeface="PingFang SC"/>
                          <a:cs typeface="PingFang SC"/>
                        </a:rPr>
                        <a:t>郭宇璇 (Rita)</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Software delivery and coordination</a:t>
                      </a:r>
                    </a:p>
                  </a:txBody>
                  <a:tcPr marL="91440" marR="91440" marT="45720" marB="45720">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Code, acceptance scope, release approval</a:t>
                      </a:r>
                    </a:p>
                  </a:txBody>
                  <a:tcPr marL="91440" marR="91440" marT="45720" marB="45720">
                    <a:lnR w="9525">
                      <a:solidFill>
                        <a:srgbClr val="416250"/>
                      </a:solidFill>
                      <a:prstDash val="solid"/>
                    </a:lnR>
                    <a:lnB w="9525">
                      <a:solidFill>
                        <a:srgbClr val="416250"/>
                      </a:solidFill>
                      <a:prstDash val="solid"/>
                    </a:lnB>
                    <a:solidFill>
                      <a:srgbClr val="11221C"/>
                    </a:solidFill>
                  </a:tcPr>
                </a:tc>
              </a:tr>
              <a:tr h="390525">
                <a:tc>
                  <a:txBody>
                    <a:bodyPr>
                      <a:noAutofit/>
                    </a:bodyPr>
                    <a:lstStyle/>
                    <a:p>
                      <a:r>
                        <a:rPr sz="1725" b="1">
                          <a:solidFill>
                            <a:srgbClr val="FFFFFF"/>
                          </a:solidFill>
                          <a:latin typeface="PingFang SC"/>
                          <a:ea typeface="PingFang SC"/>
                          <a:cs typeface="PingFang SC"/>
                        </a:rPr>
                        <a:t>汪睿</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Analysis and presentation</a:t>
                      </a:r>
                    </a:p>
                  </a:txBody>
                  <a:tcPr marL="91440" marR="91440" marT="45720" marB="45720">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BMC, financial model and pitch narrative</a:t>
                      </a:r>
                    </a:p>
                  </a:txBody>
                  <a:tcPr marL="91440" marR="91440" marT="45720" marB="45720">
                    <a:lnR w="9525">
                      <a:solidFill>
                        <a:srgbClr val="416250"/>
                      </a:solidFill>
                      <a:prstDash val="solid"/>
                    </a:lnR>
                    <a:lnB w="9525">
                      <a:solidFill>
                        <a:srgbClr val="416250"/>
                      </a:solidFill>
                      <a:prstDash val="solid"/>
                    </a:lnB>
                    <a:solidFill>
                      <a:srgbClr val="11221C"/>
                    </a:solidFill>
                  </a:tcPr>
                </a:tc>
              </a:tr>
              <a:tr h="390525">
                <a:tc>
                  <a:txBody>
                    <a:bodyPr>
                      <a:noAutofit/>
                    </a:bodyPr>
                    <a:lstStyle/>
                    <a:p>
                      <a:r>
                        <a:rPr sz="1725" b="1">
                          <a:solidFill>
                            <a:srgbClr val="FFFFFF"/>
                          </a:solidFill>
                          <a:latin typeface="PingFang SC"/>
                          <a:ea typeface="PingFang SC"/>
                          <a:cs typeface="PingFang SC"/>
                        </a:rPr>
                        <a:t>毛相宜</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Interviews and requirements</a:t>
                      </a:r>
                    </a:p>
                  </a:txBody>
                  <a:tcPr marL="91440" marR="91440" marT="45720" marB="45720">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Consented records and traceable insights</a:t>
                      </a:r>
                    </a:p>
                  </a:txBody>
                  <a:tcPr marL="91440" marR="91440" marT="45720" marB="45720">
                    <a:lnR w="9525">
                      <a:solidFill>
                        <a:srgbClr val="416250"/>
                      </a:solidFill>
                      <a:prstDash val="solid"/>
                    </a:lnR>
                    <a:lnB w="9525">
                      <a:solidFill>
                        <a:srgbClr val="416250"/>
                      </a:solidFill>
                      <a:prstDash val="solid"/>
                    </a:lnB>
                    <a:solidFill>
                      <a:srgbClr val="11221C"/>
                    </a:solidFill>
                  </a:tcPr>
                </a:tc>
              </a:tr>
              <a:tr h="390525">
                <a:tc>
                  <a:txBody>
                    <a:bodyPr>
                      <a:noAutofit/>
                    </a:bodyPr>
                    <a:lstStyle/>
                    <a:p>
                      <a:r>
                        <a:rPr sz="1725" b="1">
                          <a:solidFill>
                            <a:srgbClr val="FFFFFF"/>
                          </a:solidFill>
                          <a:latin typeface="PingFang SC"/>
                          <a:ea typeface="PingFang SC"/>
                          <a:cs typeface="PingFang SC"/>
                        </a:rPr>
                        <a:t>黄俊杰</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Recruitment and personas</a:t>
                      </a:r>
                    </a:p>
                  </a:txBody>
                  <a:tcPr marL="91440" marR="91440" marT="45720" marB="45720">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Sampling rationale, persona and access</a:t>
                      </a:r>
                    </a:p>
                  </a:txBody>
                  <a:tcPr marL="91440" marR="91440" marT="45720" marB="45720">
                    <a:lnR w="9525">
                      <a:solidFill>
                        <a:srgbClr val="416250"/>
                      </a:solidFill>
                      <a:prstDash val="solid"/>
                    </a:lnR>
                    <a:lnB w="9525">
                      <a:solidFill>
                        <a:srgbClr val="416250"/>
                      </a:solidFill>
                      <a:prstDash val="solid"/>
                    </a:lnB>
                    <a:solidFill>
                      <a:srgbClr val="11221C"/>
                    </a:solidFill>
                  </a:tcPr>
                </a:tc>
              </a:tr>
              <a:tr h="390525">
                <a:tc>
                  <a:txBody>
                    <a:bodyPr>
                      <a:noAutofit/>
                    </a:bodyPr>
                    <a:lstStyle/>
                    <a:p>
                      <a:r>
                        <a:rPr sz="1725" b="1">
                          <a:solidFill>
                            <a:srgbClr val="FFFFFF"/>
                          </a:solidFill>
                          <a:latin typeface="PingFang SC"/>
                          <a:ea typeface="PingFang SC"/>
                          <a:cs typeface="PingFang SC"/>
                        </a:rPr>
                        <a:t>李元龙</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User testing and statistics</a:t>
                      </a:r>
                    </a:p>
                  </a:txBody>
                  <a:tcPr marL="91440" marR="91440" marT="45720" marB="45720">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Task outcomes, denominators and checks</a:t>
                      </a:r>
                    </a:p>
                  </a:txBody>
                  <a:tcPr marL="91440" marR="91440" marT="45720" marB="45720">
                    <a:lnR w="9525">
                      <a:solidFill>
                        <a:srgbClr val="416250"/>
                      </a:solidFill>
                      <a:prstDash val="solid"/>
                    </a:lnR>
                    <a:lnB w="9525">
                      <a:solidFill>
                        <a:srgbClr val="416250"/>
                      </a:solidFill>
                      <a:prstDash val="solid"/>
                    </a:lnB>
                    <a:solidFill>
                      <a:srgbClr val="11221C"/>
                    </a:solidFill>
                  </a:tcPr>
                </a:tc>
              </a:tr>
              <a:tr h="390525">
                <a:tc>
                  <a:txBody>
                    <a:bodyPr>
                      <a:noAutofit/>
                    </a:bodyPr>
                    <a:lstStyle/>
                    <a:p>
                      <a:r>
                        <a:rPr sz="1725" b="1">
                          <a:solidFill>
                            <a:srgbClr val="FFFFFF"/>
                          </a:solidFill>
                          <a:latin typeface="PingFang SC"/>
                          <a:ea typeface="PingFang SC"/>
                          <a:cs typeface="PingFang SC"/>
                        </a:rPr>
                        <a:t>黄禹轩</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Data handling and weekly submission</a:t>
                      </a:r>
                    </a:p>
                  </a:txBody>
                  <a:tcPr marL="91440" marR="91440" marT="45720" marB="45720">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Evidence register, files and receipts</a:t>
                      </a:r>
                    </a:p>
                  </a:txBody>
                  <a:tcPr marL="91440" marR="91440" marT="45720" marB="45720">
                    <a:lnR w="9525">
                      <a:solidFill>
                        <a:srgbClr val="416250"/>
                      </a:solidFill>
                      <a:prstDash val="solid"/>
                    </a:lnR>
                    <a:lnB w="9525">
                      <a:solidFill>
                        <a:srgbClr val="416250"/>
                      </a:solidFill>
                      <a:prstDash val="solid"/>
                    </a:lnB>
                    <a:solidFill>
                      <a:srgbClr val="11221C"/>
                    </a:solidFill>
                  </a:tcPr>
                </a:tc>
              </a:tr>
              <a:tr h="390525">
                <a:tc>
                  <a:txBody>
                    <a:bodyPr>
                      <a:noAutofit/>
                    </a:bodyPr>
                    <a:lstStyle/>
                    <a:p>
                      <a:r>
                        <a:rPr sz="1725" b="1">
                          <a:solidFill>
                            <a:srgbClr val="FFFFFF"/>
                          </a:solidFill>
                          <a:latin typeface="PingFang SC"/>
                          <a:ea typeface="PingFang SC"/>
                          <a:cs typeface="PingFang SC"/>
                        </a:rPr>
                        <a:t>汤鋆秋</a:t>
                      </a:r>
                    </a:p>
                  </a:txBody>
                  <a:tcPr marL="91440" marR="91440" marT="45720" marB="45720">
                    <a:lnL w="9525">
                      <a:solidFill>
                        <a:srgbClr val="416250"/>
                      </a:solidFill>
                      <a:prstDash val="solid"/>
                    </a:lnL>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Iteration and retesting</a:t>
                      </a:r>
                    </a:p>
                  </a:txBody>
                  <a:tcPr marL="91440" marR="91440" marT="45720" marB="45720">
                    <a:lnR w="9525">
                      <a:solidFill>
                        <a:srgbClr val="416250"/>
                      </a:solidFill>
                      <a:prstDash val="solid"/>
                    </a:lnR>
                    <a:lnB w="9525">
                      <a:solidFill>
                        <a:srgbClr val="416250"/>
                      </a:solidFill>
                      <a:prstDash val="solid"/>
                    </a:lnB>
                    <a:solidFill>
                      <a:srgbClr val="11221C"/>
                    </a:solidFill>
                  </a:tcPr>
                </a:tc>
                <a:tc>
                  <a:txBody>
                    <a:bodyPr>
                      <a:noAutofit/>
                    </a:bodyPr>
                    <a:lstStyle/>
                    <a:p>
                      <a:r>
                        <a:rPr sz="1500" b="0">
                          <a:solidFill>
                            <a:srgbClr val="FFFFFF"/>
                          </a:solidFill>
                          <a:latin typeface="Arial"/>
                          <a:ea typeface="Arial"/>
                          <a:cs typeface="Arial"/>
                        </a:rPr>
                        <a:t>Decision log, prioritisation and retests</a:t>
                      </a:r>
                    </a:p>
                  </a:txBody>
                  <a:tcPr marL="91440" marR="91440" marT="45720" marB="45720">
                    <a:lnR w="9525">
                      <a:solidFill>
                        <a:srgbClr val="416250"/>
                      </a:solidFill>
                      <a:prstDash val="solid"/>
                    </a:lnR>
                    <a:lnB w="9525">
                      <a:solidFill>
                        <a:srgbClr val="416250"/>
                      </a:solidFill>
                      <a:prstDash val="solid"/>
                    </a:lnB>
                    <a:solidFill>
                      <a:srgbClr val="11221C"/>
                    </a:solidFill>
                  </a:tcPr>
                </a:tc>
              </a:tr>
            </a:tbl>
          </a:graphicData>
        </a:graphic>
      </p:graphicFrame>
      <p:sp>
        <p:nvSpPr>
          <p:cNvPr id="5" name="">
            <a:extLst xmlns:a="http://schemas.openxmlformats.org/drawingml/2006/main">
              <a:ext uri="{FF2B5EF4-FFF2-40B4-BE49-F238E27FC236}">
                <a16:creationId xmlns:a16="http://schemas.microsoft.com/office/drawing/2014/main" id="{F88FB518-A23D-451E-AB49-D8708B7EF376}"/>
              </a:ext>
            </a:extLst>
          </p:cNvPr>
          <p:cNvSpPr>
            <a:spLocks xmlns:a="http://schemas.openxmlformats.org/drawingml/2006/main" noGrp="1"/>
          </p:cNvSpPr>
          <p:nvPr/>
        </p:nvSpPr>
        <p:spPr>
          <a:xfrm xmlns:a="http://schemas.openxmlformats.org/drawingml/2006/main">
            <a:off x="609600" y="52387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D6E58A"/>
                </a:solidFill>
                <a:latin typeface="Arial"/>
                <a:ea typeface="Arial"/>
                <a:cs typeface="Arial"/>
              </a:defRPr>
            </a:defPPr>
            <a:lvl1pPr>
              <a:defRPr sz="1575" b="1">
                <a:solidFill>
                  <a:srgbClr val="D6E58A"/>
                </a:solidFill>
                <a:latin typeface="Arial"/>
                <a:ea typeface="Arial"/>
                <a:cs typeface="Arial"/>
              </a:defRPr>
            </a:lvl1pPr>
            <a:lvl2pPr>
              <a:defRPr sz="1575" b="1">
                <a:solidFill>
                  <a:srgbClr val="D6E58A"/>
                </a:solidFill>
                <a:latin typeface="Arial"/>
                <a:ea typeface="Arial"/>
                <a:cs typeface="Arial"/>
              </a:defRPr>
            </a:lvl2pPr>
            <a:lvl3pPr>
              <a:defRPr sz="1575" b="1">
                <a:solidFill>
                  <a:srgbClr val="D6E58A"/>
                </a:solidFill>
                <a:latin typeface="Arial"/>
                <a:ea typeface="Arial"/>
                <a:cs typeface="Arial"/>
              </a:defRPr>
            </a:lvl3pPr>
            <a:lvl4pPr>
              <a:defRPr sz="1575" b="1">
                <a:solidFill>
                  <a:srgbClr val="D6E58A"/>
                </a:solidFill>
                <a:latin typeface="Arial"/>
                <a:ea typeface="Arial"/>
                <a:cs typeface="Arial"/>
              </a:defRPr>
            </a:lvl4pPr>
            <a:lvl5pPr>
              <a:defRPr sz="1575" b="1">
                <a:solidFill>
                  <a:srgbClr val="D6E58A"/>
                </a:solidFill>
                <a:latin typeface="Arial"/>
                <a:ea typeface="Arial"/>
                <a:cs typeface="Arial"/>
              </a:defRPr>
            </a:lvl5pPr>
            <a:lvl6pPr>
              <a:defRPr sz="1575" b="1">
                <a:solidFill>
                  <a:srgbClr val="D6E58A"/>
                </a:solidFill>
                <a:latin typeface="Arial"/>
                <a:ea typeface="Arial"/>
                <a:cs typeface="Arial"/>
              </a:defRPr>
            </a:lvl6pPr>
            <a:lvl7pPr>
              <a:defRPr sz="1575" b="1">
                <a:solidFill>
                  <a:srgbClr val="D6E58A"/>
                </a:solidFill>
                <a:latin typeface="Arial"/>
                <a:ea typeface="Arial"/>
                <a:cs typeface="Arial"/>
              </a:defRPr>
            </a:lvl7pPr>
            <a:lvl8pPr>
              <a:defRPr sz="1575" b="1">
                <a:solidFill>
                  <a:srgbClr val="D6E58A"/>
                </a:solidFill>
                <a:latin typeface="Arial"/>
                <a:ea typeface="Arial"/>
                <a:cs typeface="Arial"/>
              </a:defRPr>
            </a:lvl8pPr>
            <a:lvl9pPr>
              <a:defRPr sz="1575" b="1">
                <a:solidFill>
                  <a:srgbClr val="D6E58A"/>
                </a:solidFill>
                <a:latin typeface="Arial"/>
                <a:ea typeface="Arial"/>
                <a:cs typeface="Arial"/>
              </a:defRPr>
            </a:lvl9pPr>
          </a:lstStyle>
          <a:p xmlns:a="http://schemas.openxmlformats.org/drawingml/2006/main">
            <a:pPr>
              <a:defRPr sz="1575" b="1">
                <a:solidFill>
                  <a:srgbClr val="D6E58A"/>
                </a:solidFill>
                <a:latin typeface="Arial"/>
                <a:ea typeface="Arial"/>
                <a:cs typeface="Arial"/>
              </a:defRPr>
            </a:pPr>
            <a:r>
              <a:rPr sz="1575" b="1">
                <a:solidFill>
                  <a:srgbClr val="D6E58A"/>
                </a:solidFill>
                <a:latin typeface="Arial"/>
                <a:ea typeface="Arial"/>
                <a:cs typeface="Arial"/>
              </a:rPr>
              <a:t>W6 / 19–25 OCT</a:t>
            </a:r>
          </a:p>
        </p:txBody>
      </p:sp>
      <p:sp>
        <p:nvSpPr>
          <p:cNvPr id="6" name="">
            <a:extLst xmlns:a="http://schemas.openxmlformats.org/drawingml/2006/main">
              <a:ext uri="{FF2B5EF4-FFF2-40B4-BE49-F238E27FC236}">
                <a16:creationId xmlns:a16="http://schemas.microsoft.com/office/drawing/2014/main" id="{F03AEB33-57BC-4E9E-BBDE-B1B6C37AADAA}"/>
              </a:ext>
            </a:extLst>
          </p:cNvPr>
          <p:cNvSpPr>
            <a:spLocks xmlns:a="http://schemas.openxmlformats.org/drawingml/2006/main" noGrp="1"/>
          </p:cNvSpPr>
          <p:nvPr/>
        </p:nvSpPr>
        <p:spPr>
          <a:xfrm xmlns:a="http://schemas.openxmlformats.org/drawingml/2006/main">
            <a:off x="609600" y="5667375"/>
            <a:ext cx="3524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Arial"/>
                <a:ea typeface="Arial"/>
                <a:cs typeface="Arial"/>
              </a:defRPr>
            </a:defPPr>
            <a:lvl1pPr>
              <a:defRPr sz="1500" b="0">
                <a:solidFill>
                  <a:srgbClr val="FFFFFF"/>
                </a:solidFill>
                <a:latin typeface="Arial"/>
                <a:ea typeface="Arial"/>
                <a:cs typeface="Arial"/>
              </a:defRPr>
            </a:lvl1pPr>
            <a:lvl2pPr>
              <a:defRPr sz="1500" b="0">
                <a:solidFill>
                  <a:srgbClr val="FFFFFF"/>
                </a:solidFill>
                <a:latin typeface="Arial"/>
                <a:ea typeface="Arial"/>
                <a:cs typeface="Arial"/>
              </a:defRPr>
            </a:lvl2pPr>
            <a:lvl3pPr>
              <a:defRPr sz="1500" b="0">
                <a:solidFill>
                  <a:srgbClr val="FFFFFF"/>
                </a:solidFill>
                <a:latin typeface="Arial"/>
                <a:ea typeface="Arial"/>
                <a:cs typeface="Arial"/>
              </a:defRPr>
            </a:lvl3pPr>
            <a:lvl4pPr>
              <a:defRPr sz="1500" b="0">
                <a:solidFill>
                  <a:srgbClr val="FFFFFF"/>
                </a:solidFill>
                <a:latin typeface="Arial"/>
                <a:ea typeface="Arial"/>
                <a:cs typeface="Arial"/>
              </a:defRPr>
            </a:lvl4pPr>
            <a:lvl5pPr>
              <a:defRPr sz="1500" b="0">
                <a:solidFill>
                  <a:srgbClr val="FFFFFF"/>
                </a:solidFill>
                <a:latin typeface="Arial"/>
                <a:ea typeface="Arial"/>
                <a:cs typeface="Arial"/>
              </a:defRPr>
            </a:lvl5pPr>
            <a:lvl6pPr>
              <a:defRPr sz="1500" b="0">
                <a:solidFill>
                  <a:srgbClr val="FFFFFF"/>
                </a:solidFill>
                <a:latin typeface="Arial"/>
                <a:ea typeface="Arial"/>
                <a:cs typeface="Arial"/>
              </a:defRPr>
            </a:lvl6pPr>
            <a:lvl7pPr>
              <a:defRPr sz="1500" b="0">
                <a:solidFill>
                  <a:srgbClr val="FFFFFF"/>
                </a:solidFill>
                <a:latin typeface="Arial"/>
                <a:ea typeface="Arial"/>
                <a:cs typeface="Arial"/>
              </a:defRPr>
            </a:lvl7pPr>
            <a:lvl8pPr>
              <a:defRPr sz="1500" b="0">
                <a:solidFill>
                  <a:srgbClr val="FFFFFF"/>
                </a:solidFill>
                <a:latin typeface="Arial"/>
                <a:ea typeface="Arial"/>
                <a:cs typeface="Arial"/>
              </a:defRPr>
            </a:lvl8pPr>
            <a:lvl9pPr>
              <a:defRPr sz="1500" b="0">
                <a:solidFill>
                  <a:srgbClr val="FFFFFF"/>
                </a:solidFill>
                <a:latin typeface="Arial"/>
                <a:ea typeface="Arial"/>
                <a:cs typeface="Arial"/>
              </a:defRPr>
            </a:lvl9pPr>
          </a:lstStyle>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Three insights, persona and journey.</a:t>
            </a:r>
          </a:p>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Link raw records and consent.</a:t>
            </a:r>
          </a:p>
        </p:txBody>
      </p:sp>
      <p:sp>
        <p:nvSpPr>
          <p:cNvPr id="7" name="">
            <a:extLst xmlns:a="http://schemas.openxmlformats.org/drawingml/2006/main">
              <a:ext uri="{FF2B5EF4-FFF2-40B4-BE49-F238E27FC236}">
                <a16:creationId xmlns:a16="http://schemas.microsoft.com/office/drawing/2014/main" id="{FCC3F4FC-72E9-45BD-BDC9-A9EF6206DC9A}"/>
              </a:ext>
            </a:extLst>
          </p:cNvPr>
          <p:cNvSpPr>
            <a:spLocks xmlns:a="http://schemas.openxmlformats.org/drawingml/2006/main" noGrp="1"/>
          </p:cNvSpPr>
          <p:nvPr/>
        </p:nvSpPr>
        <p:spPr>
          <a:xfrm xmlns:a="http://schemas.openxmlformats.org/drawingml/2006/main">
            <a:off x="4362450" y="52387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D6E58A"/>
                </a:solidFill>
                <a:latin typeface="Arial"/>
                <a:ea typeface="Arial"/>
                <a:cs typeface="Arial"/>
              </a:defRPr>
            </a:defPPr>
            <a:lvl1pPr>
              <a:defRPr sz="1575" b="1">
                <a:solidFill>
                  <a:srgbClr val="D6E58A"/>
                </a:solidFill>
                <a:latin typeface="Arial"/>
                <a:ea typeface="Arial"/>
                <a:cs typeface="Arial"/>
              </a:defRPr>
            </a:lvl1pPr>
            <a:lvl2pPr>
              <a:defRPr sz="1575" b="1">
                <a:solidFill>
                  <a:srgbClr val="D6E58A"/>
                </a:solidFill>
                <a:latin typeface="Arial"/>
                <a:ea typeface="Arial"/>
                <a:cs typeface="Arial"/>
              </a:defRPr>
            </a:lvl2pPr>
            <a:lvl3pPr>
              <a:defRPr sz="1575" b="1">
                <a:solidFill>
                  <a:srgbClr val="D6E58A"/>
                </a:solidFill>
                <a:latin typeface="Arial"/>
                <a:ea typeface="Arial"/>
                <a:cs typeface="Arial"/>
              </a:defRPr>
            </a:lvl3pPr>
            <a:lvl4pPr>
              <a:defRPr sz="1575" b="1">
                <a:solidFill>
                  <a:srgbClr val="D6E58A"/>
                </a:solidFill>
                <a:latin typeface="Arial"/>
                <a:ea typeface="Arial"/>
                <a:cs typeface="Arial"/>
              </a:defRPr>
            </a:lvl4pPr>
            <a:lvl5pPr>
              <a:defRPr sz="1575" b="1">
                <a:solidFill>
                  <a:srgbClr val="D6E58A"/>
                </a:solidFill>
                <a:latin typeface="Arial"/>
                <a:ea typeface="Arial"/>
                <a:cs typeface="Arial"/>
              </a:defRPr>
            </a:lvl5pPr>
            <a:lvl6pPr>
              <a:defRPr sz="1575" b="1">
                <a:solidFill>
                  <a:srgbClr val="D6E58A"/>
                </a:solidFill>
                <a:latin typeface="Arial"/>
                <a:ea typeface="Arial"/>
                <a:cs typeface="Arial"/>
              </a:defRPr>
            </a:lvl6pPr>
            <a:lvl7pPr>
              <a:defRPr sz="1575" b="1">
                <a:solidFill>
                  <a:srgbClr val="D6E58A"/>
                </a:solidFill>
                <a:latin typeface="Arial"/>
                <a:ea typeface="Arial"/>
                <a:cs typeface="Arial"/>
              </a:defRPr>
            </a:lvl7pPr>
            <a:lvl8pPr>
              <a:defRPr sz="1575" b="1">
                <a:solidFill>
                  <a:srgbClr val="D6E58A"/>
                </a:solidFill>
                <a:latin typeface="Arial"/>
                <a:ea typeface="Arial"/>
                <a:cs typeface="Arial"/>
              </a:defRPr>
            </a:lvl8pPr>
            <a:lvl9pPr>
              <a:defRPr sz="1575" b="1">
                <a:solidFill>
                  <a:srgbClr val="D6E58A"/>
                </a:solidFill>
                <a:latin typeface="Arial"/>
                <a:ea typeface="Arial"/>
                <a:cs typeface="Arial"/>
              </a:defRPr>
            </a:lvl9pPr>
          </a:lstStyle>
          <a:p xmlns:a="http://schemas.openxmlformats.org/drawingml/2006/main">
            <a:pPr>
              <a:defRPr sz="1575" b="1">
                <a:solidFill>
                  <a:srgbClr val="D6E58A"/>
                </a:solidFill>
                <a:latin typeface="Arial"/>
                <a:ea typeface="Arial"/>
                <a:cs typeface="Arial"/>
              </a:defRPr>
            </a:pPr>
            <a:r>
              <a:rPr sz="1575" b="1">
                <a:solidFill>
                  <a:srgbClr val="D6E58A"/>
                </a:solidFill>
                <a:latin typeface="Arial"/>
                <a:ea typeface="Arial"/>
                <a:cs typeface="Arial"/>
              </a:rPr>
              <a:t>W7 / 26 OCT–1 NOV</a:t>
            </a:r>
          </a:p>
        </p:txBody>
      </p:sp>
      <p:sp>
        <p:nvSpPr>
          <p:cNvPr id="8" name="">
            <a:extLst xmlns:a="http://schemas.openxmlformats.org/drawingml/2006/main">
              <a:ext uri="{FF2B5EF4-FFF2-40B4-BE49-F238E27FC236}">
                <a16:creationId xmlns:a16="http://schemas.microsoft.com/office/drawing/2014/main" id="{0D24BFA2-6FCB-418F-859A-32C060797699}"/>
              </a:ext>
            </a:extLst>
          </p:cNvPr>
          <p:cNvSpPr>
            <a:spLocks xmlns:a="http://schemas.openxmlformats.org/drawingml/2006/main" noGrp="1"/>
          </p:cNvSpPr>
          <p:nvPr/>
        </p:nvSpPr>
        <p:spPr>
          <a:xfrm xmlns:a="http://schemas.openxmlformats.org/drawingml/2006/main">
            <a:off x="4362450" y="5667375"/>
            <a:ext cx="3524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Arial"/>
                <a:ea typeface="Arial"/>
                <a:cs typeface="Arial"/>
              </a:defRPr>
            </a:defPPr>
            <a:lvl1pPr>
              <a:defRPr sz="1500" b="0">
                <a:solidFill>
                  <a:srgbClr val="FFFFFF"/>
                </a:solidFill>
                <a:latin typeface="Arial"/>
                <a:ea typeface="Arial"/>
                <a:cs typeface="Arial"/>
              </a:defRPr>
            </a:lvl1pPr>
            <a:lvl2pPr>
              <a:defRPr sz="1500" b="0">
                <a:solidFill>
                  <a:srgbClr val="FFFFFF"/>
                </a:solidFill>
                <a:latin typeface="Arial"/>
                <a:ea typeface="Arial"/>
                <a:cs typeface="Arial"/>
              </a:defRPr>
            </a:lvl2pPr>
            <a:lvl3pPr>
              <a:defRPr sz="1500" b="0">
                <a:solidFill>
                  <a:srgbClr val="FFFFFF"/>
                </a:solidFill>
                <a:latin typeface="Arial"/>
                <a:ea typeface="Arial"/>
                <a:cs typeface="Arial"/>
              </a:defRPr>
            </a:lvl3pPr>
            <a:lvl4pPr>
              <a:defRPr sz="1500" b="0">
                <a:solidFill>
                  <a:srgbClr val="FFFFFF"/>
                </a:solidFill>
                <a:latin typeface="Arial"/>
                <a:ea typeface="Arial"/>
                <a:cs typeface="Arial"/>
              </a:defRPr>
            </a:lvl4pPr>
            <a:lvl5pPr>
              <a:defRPr sz="1500" b="0">
                <a:solidFill>
                  <a:srgbClr val="FFFFFF"/>
                </a:solidFill>
                <a:latin typeface="Arial"/>
                <a:ea typeface="Arial"/>
                <a:cs typeface="Arial"/>
              </a:defRPr>
            </a:lvl5pPr>
            <a:lvl6pPr>
              <a:defRPr sz="1500" b="0">
                <a:solidFill>
                  <a:srgbClr val="FFFFFF"/>
                </a:solidFill>
                <a:latin typeface="Arial"/>
                <a:ea typeface="Arial"/>
                <a:cs typeface="Arial"/>
              </a:defRPr>
            </a:lvl6pPr>
            <a:lvl7pPr>
              <a:defRPr sz="1500" b="0">
                <a:solidFill>
                  <a:srgbClr val="FFFFFF"/>
                </a:solidFill>
                <a:latin typeface="Arial"/>
                <a:ea typeface="Arial"/>
                <a:cs typeface="Arial"/>
              </a:defRPr>
            </a:lvl7pPr>
            <a:lvl8pPr>
              <a:defRPr sz="1500" b="0">
                <a:solidFill>
                  <a:srgbClr val="FFFFFF"/>
                </a:solidFill>
                <a:latin typeface="Arial"/>
                <a:ea typeface="Arial"/>
                <a:cs typeface="Arial"/>
              </a:defRPr>
            </a:lvl8pPr>
            <a:lvl9pPr>
              <a:defRPr sz="1500" b="0">
                <a:solidFill>
                  <a:srgbClr val="FFFFFF"/>
                </a:solidFill>
                <a:latin typeface="Arial"/>
                <a:ea typeface="Arial"/>
                <a:cs typeface="Arial"/>
              </a:defRPr>
            </a:lvl9pPr>
          </a:lstStyle>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Review concepts and member skills.</a:t>
            </a:r>
          </a:p>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Confirm the six-slide argument.</a:t>
            </a:r>
          </a:p>
        </p:txBody>
      </p:sp>
      <p:sp>
        <p:nvSpPr>
          <p:cNvPr id="9" name="">
            <a:extLst xmlns:a="http://schemas.openxmlformats.org/drawingml/2006/main">
              <a:ext uri="{FF2B5EF4-FFF2-40B4-BE49-F238E27FC236}">
                <a16:creationId xmlns:a16="http://schemas.microsoft.com/office/drawing/2014/main" id="{D0EBC441-ED46-427A-97F4-A894EFD15E89}"/>
              </a:ext>
            </a:extLst>
          </p:cNvPr>
          <p:cNvSpPr>
            <a:spLocks xmlns:a="http://schemas.openxmlformats.org/drawingml/2006/main" noGrp="1"/>
          </p:cNvSpPr>
          <p:nvPr/>
        </p:nvSpPr>
        <p:spPr>
          <a:xfrm xmlns:a="http://schemas.openxmlformats.org/drawingml/2006/main">
            <a:off x="8115300" y="5238750"/>
            <a:ext cx="35242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D6E58A"/>
                </a:solidFill>
                <a:latin typeface="Arial"/>
                <a:ea typeface="Arial"/>
                <a:cs typeface="Arial"/>
              </a:defRPr>
            </a:defPPr>
            <a:lvl1pPr>
              <a:defRPr sz="1575" b="1">
                <a:solidFill>
                  <a:srgbClr val="D6E58A"/>
                </a:solidFill>
                <a:latin typeface="Arial"/>
                <a:ea typeface="Arial"/>
                <a:cs typeface="Arial"/>
              </a:defRPr>
            </a:lvl1pPr>
            <a:lvl2pPr>
              <a:defRPr sz="1575" b="1">
                <a:solidFill>
                  <a:srgbClr val="D6E58A"/>
                </a:solidFill>
                <a:latin typeface="Arial"/>
                <a:ea typeface="Arial"/>
                <a:cs typeface="Arial"/>
              </a:defRPr>
            </a:lvl2pPr>
            <a:lvl3pPr>
              <a:defRPr sz="1575" b="1">
                <a:solidFill>
                  <a:srgbClr val="D6E58A"/>
                </a:solidFill>
                <a:latin typeface="Arial"/>
                <a:ea typeface="Arial"/>
                <a:cs typeface="Arial"/>
              </a:defRPr>
            </a:lvl3pPr>
            <a:lvl4pPr>
              <a:defRPr sz="1575" b="1">
                <a:solidFill>
                  <a:srgbClr val="D6E58A"/>
                </a:solidFill>
                <a:latin typeface="Arial"/>
                <a:ea typeface="Arial"/>
                <a:cs typeface="Arial"/>
              </a:defRPr>
            </a:lvl4pPr>
            <a:lvl5pPr>
              <a:defRPr sz="1575" b="1">
                <a:solidFill>
                  <a:srgbClr val="D6E58A"/>
                </a:solidFill>
                <a:latin typeface="Arial"/>
                <a:ea typeface="Arial"/>
                <a:cs typeface="Arial"/>
              </a:defRPr>
            </a:lvl5pPr>
            <a:lvl6pPr>
              <a:defRPr sz="1575" b="1">
                <a:solidFill>
                  <a:srgbClr val="D6E58A"/>
                </a:solidFill>
                <a:latin typeface="Arial"/>
                <a:ea typeface="Arial"/>
                <a:cs typeface="Arial"/>
              </a:defRPr>
            </a:lvl6pPr>
            <a:lvl7pPr>
              <a:defRPr sz="1575" b="1">
                <a:solidFill>
                  <a:srgbClr val="D6E58A"/>
                </a:solidFill>
                <a:latin typeface="Arial"/>
                <a:ea typeface="Arial"/>
                <a:cs typeface="Arial"/>
              </a:defRPr>
            </a:lvl7pPr>
            <a:lvl8pPr>
              <a:defRPr sz="1575" b="1">
                <a:solidFill>
                  <a:srgbClr val="D6E58A"/>
                </a:solidFill>
                <a:latin typeface="Arial"/>
                <a:ea typeface="Arial"/>
                <a:cs typeface="Arial"/>
              </a:defRPr>
            </a:lvl8pPr>
            <a:lvl9pPr>
              <a:defRPr sz="1575" b="1">
                <a:solidFill>
                  <a:srgbClr val="D6E58A"/>
                </a:solidFill>
                <a:latin typeface="Arial"/>
                <a:ea typeface="Arial"/>
                <a:cs typeface="Arial"/>
              </a:defRPr>
            </a:lvl9pPr>
          </a:lstStyle>
          <a:p xmlns:a="http://schemas.openxmlformats.org/drawingml/2006/main">
            <a:pPr>
              <a:defRPr sz="1575" b="1">
                <a:solidFill>
                  <a:srgbClr val="D6E58A"/>
                </a:solidFill>
                <a:latin typeface="Arial"/>
                <a:ea typeface="Arial"/>
                <a:cs typeface="Arial"/>
              </a:defRPr>
            </a:pPr>
            <a:r>
              <a:rPr sz="1575" b="1">
                <a:solidFill>
                  <a:srgbClr val="D6E58A"/>
                </a:solidFill>
                <a:latin typeface="Arial"/>
                <a:ea typeface="Arial"/>
                <a:cs typeface="Arial"/>
              </a:rPr>
              <a:t>W8 / 2–6 NOV</a:t>
            </a:r>
          </a:p>
        </p:txBody>
      </p:sp>
      <p:sp>
        <p:nvSpPr>
          <p:cNvPr id="10" name="">
            <a:extLst xmlns:a="http://schemas.openxmlformats.org/drawingml/2006/main">
              <a:ext uri="{FF2B5EF4-FFF2-40B4-BE49-F238E27FC236}">
                <a16:creationId xmlns:a16="http://schemas.microsoft.com/office/drawing/2014/main" id="{67E44363-420C-42E8-9F99-FEE355F95756}"/>
              </a:ext>
            </a:extLst>
          </p:cNvPr>
          <p:cNvSpPr>
            <a:spLocks xmlns:a="http://schemas.openxmlformats.org/drawingml/2006/main" noGrp="1"/>
          </p:cNvSpPr>
          <p:nvPr/>
        </p:nvSpPr>
        <p:spPr>
          <a:xfrm xmlns:a="http://schemas.openxmlformats.org/drawingml/2006/main">
            <a:off x="8115300" y="5667375"/>
            <a:ext cx="3524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FFFFFF"/>
                </a:solidFill>
                <a:latin typeface="Arial"/>
                <a:ea typeface="Arial"/>
                <a:cs typeface="Arial"/>
              </a:defRPr>
            </a:defPPr>
            <a:lvl1pPr>
              <a:defRPr sz="1500" b="0">
                <a:solidFill>
                  <a:srgbClr val="FFFFFF"/>
                </a:solidFill>
                <a:latin typeface="Arial"/>
                <a:ea typeface="Arial"/>
                <a:cs typeface="Arial"/>
              </a:defRPr>
            </a:lvl1pPr>
            <a:lvl2pPr>
              <a:defRPr sz="1500" b="0">
                <a:solidFill>
                  <a:srgbClr val="FFFFFF"/>
                </a:solidFill>
                <a:latin typeface="Arial"/>
                <a:ea typeface="Arial"/>
                <a:cs typeface="Arial"/>
              </a:defRPr>
            </a:lvl2pPr>
            <a:lvl3pPr>
              <a:defRPr sz="1500" b="0">
                <a:solidFill>
                  <a:srgbClr val="FFFFFF"/>
                </a:solidFill>
                <a:latin typeface="Arial"/>
                <a:ea typeface="Arial"/>
                <a:cs typeface="Arial"/>
              </a:defRPr>
            </a:lvl3pPr>
            <a:lvl4pPr>
              <a:defRPr sz="1500" b="0">
                <a:solidFill>
                  <a:srgbClr val="FFFFFF"/>
                </a:solidFill>
                <a:latin typeface="Arial"/>
                <a:ea typeface="Arial"/>
                <a:cs typeface="Arial"/>
              </a:defRPr>
            </a:lvl4pPr>
            <a:lvl5pPr>
              <a:defRPr sz="1500" b="0">
                <a:solidFill>
                  <a:srgbClr val="FFFFFF"/>
                </a:solidFill>
                <a:latin typeface="Arial"/>
                <a:ea typeface="Arial"/>
                <a:cs typeface="Arial"/>
              </a:defRPr>
            </a:lvl5pPr>
            <a:lvl6pPr>
              <a:defRPr sz="1500" b="0">
                <a:solidFill>
                  <a:srgbClr val="FFFFFF"/>
                </a:solidFill>
                <a:latin typeface="Arial"/>
                <a:ea typeface="Arial"/>
                <a:cs typeface="Arial"/>
              </a:defRPr>
            </a:lvl6pPr>
            <a:lvl7pPr>
              <a:defRPr sz="1500" b="0">
                <a:solidFill>
                  <a:srgbClr val="FFFFFF"/>
                </a:solidFill>
                <a:latin typeface="Arial"/>
                <a:ea typeface="Arial"/>
                <a:cs typeface="Arial"/>
              </a:defRPr>
            </a:lvl7pPr>
            <a:lvl8pPr>
              <a:defRPr sz="1500" b="0">
                <a:solidFill>
                  <a:srgbClr val="FFFFFF"/>
                </a:solidFill>
                <a:latin typeface="Arial"/>
                <a:ea typeface="Arial"/>
                <a:cs typeface="Arial"/>
              </a:defRPr>
            </a:lvl8pPr>
            <a:lvl9pPr>
              <a:defRPr sz="1500" b="0">
                <a:solidFill>
                  <a:srgbClr val="FFFFFF"/>
                </a:solidFill>
                <a:latin typeface="Arial"/>
                <a:ea typeface="Arial"/>
                <a:cs typeface="Arial"/>
              </a:defRPr>
            </a:lvl9pPr>
          </a:lstStyle>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Check BMC and AI declaration.</a:t>
            </a:r>
          </a:p>
          <a:p xmlns:a="http://schemas.openxmlformats.org/drawingml/2006/main">
            <a:pPr>
              <a:defRPr sz="1500" b="0">
                <a:solidFill>
                  <a:srgbClr val="FFFFFF"/>
                </a:solidFill>
                <a:latin typeface="Arial"/>
                <a:ea typeface="Arial"/>
                <a:cs typeface="Arial"/>
              </a:defRPr>
            </a:pPr>
            <a:r>
              <a:rPr sz="1500" b="0">
                <a:solidFill>
                  <a:srgbClr val="FFFFFF"/>
                </a:solidFill>
                <a:latin typeface="Arial"/>
                <a:ea typeface="Arial"/>
                <a:cs typeface="Arial"/>
              </a:rPr>
              <a:t>Submit A1 through both routes.</a:t>
            </a:r>
          </a:p>
        </p:txBody>
      </p:sp>
      <p:sp>
        <p:nvSpPr>
          <p:cNvPr id="11" name="">
            <a:extLst xmlns:a="http://schemas.openxmlformats.org/drawingml/2006/main">
              <a:ext uri="{FF2B5EF4-FFF2-40B4-BE49-F238E27FC236}">
                <a16:creationId xmlns:a16="http://schemas.microsoft.com/office/drawing/2014/main" id="{BFB5E741-AEAF-4F2A-A25A-CFDAEAC727B5}"/>
              </a:ext>
            </a:extLst>
          </p:cNvPr>
          <p:cNvSpPr>
            <a:spLocks xmlns:a="http://schemas.openxmlformats.org/drawingml/2006/main" noGrp="1"/>
          </p:cNvSpPr>
          <p:nvPr/>
        </p:nvSpPr>
        <p:spPr>
          <a:xfrm xmlns:a="http://schemas.openxmlformats.org/drawingml/2006/main">
            <a:off x="609600" y="6419850"/>
            <a:ext cx="10001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125" b="0">
                <a:solidFill>
                  <a:srgbClr val="BDCEC5"/>
                </a:solidFill>
                <a:latin typeface="Arial"/>
                <a:ea typeface="Arial"/>
                <a:cs typeface="Arial"/>
              </a:defRPr>
            </a:defPPr>
            <a:lvl1pPr>
              <a:defRPr sz="1125" b="0">
                <a:solidFill>
                  <a:srgbClr val="BDCEC5"/>
                </a:solidFill>
                <a:latin typeface="Arial"/>
                <a:ea typeface="Arial"/>
                <a:cs typeface="Arial"/>
              </a:defRPr>
            </a:lvl1pPr>
            <a:lvl2pPr>
              <a:defRPr sz="1125" b="0">
                <a:solidFill>
                  <a:srgbClr val="BDCEC5"/>
                </a:solidFill>
                <a:latin typeface="Arial"/>
                <a:ea typeface="Arial"/>
                <a:cs typeface="Arial"/>
              </a:defRPr>
            </a:lvl2pPr>
            <a:lvl3pPr>
              <a:defRPr sz="1125" b="0">
                <a:solidFill>
                  <a:srgbClr val="BDCEC5"/>
                </a:solidFill>
                <a:latin typeface="Arial"/>
                <a:ea typeface="Arial"/>
                <a:cs typeface="Arial"/>
              </a:defRPr>
            </a:lvl3pPr>
            <a:lvl4pPr>
              <a:defRPr sz="1125" b="0">
                <a:solidFill>
                  <a:srgbClr val="BDCEC5"/>
                </a:solidFill>
                <a:latin typeface="Arial"/>
                <a:ea typeface="Arial"/>
                <a:cs typeface="Arial"/>
              </a:defRPr>
            </a:lvl4pPr>
            <a:lvl5pPr>
              <a:defRPr sz="1125" b="0">
                <a:solidFill>
                  <a:srgbClr val="BDCEC5"/>
                </a:solidFill>
                <a:latin typeface="Arial"/>
                <a:ea typeface="Arial"/>
                <a:cs typeface="Arial"/>
              </a:defRPr>
            </a:lvl5pPr>
            <a:lvl6pPr>
              <a:defRPr sz="1125" b="0">
                <a:solidFill>
                  <a:srgbClr val="BDCEC5"/>
                </a:solidFill>
                <a:latin typeface="Arial"/>
                <a:ea typeface="Arial"/>
                <a:cs typeface="Arial"/>
              </a:defRPr>
            </a:lvl6pPr>
            <a:lvl7pPr>
              <a:defRPr sz="1125" b="0">
                <a:solidFill>
                  <a:srgbClr val="BDCEC5"/>
                </a:solidFill>
                <a:latin typeface="Arial"/>
                <a:ea typeface="Arial"/>
                <a:cs typeface="Arial"/>
              </a:defRPr>
            </a:lvl7pPr>
            <a:lvl8pPr>
              <a:defRPr sz="1125" b="0">
                <a:solidFill>
                  <a:srgbClr val="BDCEC5"/>
                </a:solidFill>
                <a:latin typeface="Arial"/>
                <a:ea typeface="Arial"/>
                <a:cs typeface="Arial"/>
              </a:defRPr>
            </a:lvl8pPr>
            <a:lvl9pPr>
              <a:defRPr sz="1125" b="0">
                <a:solidFill>
                  <a:srgbClr val="BDCEC5"/>
                </a:solidFill>
                <a:latin typeface="Arial"/>
                <a:ea typeface="Arial"/>
                <a:cs typeface="Arial"/>
              </a:defRPr>
            </a:lvl9pPr>
          </a:lstStyle>
          <a:p xmlns:a="http://schemas.openxmlformats.org/drawingml/2006/main">
            <a:pPr>
              <a:defRPr sz="1125" b="0">
                <a:solidFill>
                  <a:srgbClr val="BDCEC5"/>
                </a:solidFill>
                <a:latin typeface="Arial"/>
                <a:ea typeface="Arial"/>
                <a:cs typeface="Arial"/>
              </a:defRPr>
            </a:pPr>
            <a:r>
              <a:rPr sz="1125" b="0">
                <a:solidFill>
                  <a:srgbClr val="BDCEC5"/>
                </a:solidFill>
                <a:latin typeface="Arial"/>
                <a:ea typeface="Arial"/>
                <a:cs typeface="Arial"/>
              </a:rPr>
              <a:t>Capability areas follow agreed roles, not verified credentials. Member backgrounds and contribution evidence need confirmation.</a:t>
            </a:r>
          </a:p>
        </p:txBody>
      </p:sp>
    </p:spTree>
    <p:extLst>
      <p:ext uri="{BB962C8B-B14F-4D97-AF65-F5344CB8AC3E}">
        <p14:creationId xmlns:p14="http://schemas.microsoft.com/office/powerpoint/2010/main" val="641002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2026-10-20T15:07:50.3440000Z</dcterms:created>
  <dcterms:modified xsi:type="dcterms:W3CDTF">2026-10-20T15:07:50.3440000Z</dcterms:modified>
</coreProperties>
</file>